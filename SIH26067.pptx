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2" r:id="rId4"/>
    <p:sldId id="259" r:id="rId5"/>
    <p:sldId id="260" r:id="rId6"/>
    <p:sldId id="261" r:id="rId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BBCB"/>
    <a:srgbClr val="FFFC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96" autoAdjust="0"/>
  </p:normalViewPr>
  <p:slideViewPr>
    <p:cSldViewPr>
      <p:cViewPr varScale="1">
        <p:scale>
          <a:sx n="46" d="100"/>
          <a:sy n="46" d="100"/>
        </p:scale>
        <p:origin x="54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4500" b="0" i="0">
                <a:solidFill>
                  <a:schemeClr val="tx1"/>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bg1"/>
                </a:solidFill>
                <a:latin typeface="Tahoma"/>
                <a:cs typeface="Tahoma"/>
              </a:defRPr>
            </a:lvl1pPr>
          </a:lstStyle>
          <a:p>
            <a:pPr marL="12700">
              <a:lnSpc>
                <a:spcPct val="100000"/>
              </a:lnSpc>
              <a:spcBef>
                <a:spcPts val="170"/>
              </a:spcBef>
            </a:pPr>
            <a:r>
              <a:rPr spc="100" dirty="0"/>
              <a:t>CoalWorks</a:t>
            </a:r>
            <a:r>
              <a:rPr spc="-60" dirty="0"/>
              <a:t> </a:t>
            </a:r>
            <a:r>
              <a:rPr spc="254" dirty="0"/>
              <a:t>-</a:t>
            </a:r>
            <a:r>
              <a:rPr spc="-60" dirty="0"/>
              <a:t> </a:t>
            </a:r>
            <a:r>
              <a:rPr dirty="0"/>
              <a:t>@SIH</a:t>
            </a:r>
            <a:r>
              <a:rPr spc="-55" dirty="0"/>
              <a:t> </a:t>
            </a:r>
            <a:r>
              <a:rPr spc="75" dirty="0"/>
              <a:t>Idea</a:t>
            </a:r>
            <a:r>
              <a:rPr spc="-60" dirty="0"/>
              <a:t> </a:t>
            </a:r>
            <a:r>
              <a:rPr spc="90" dirty="0"/>
              <a:t>Submission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p:txBody>
          <a:bodyPr lIns="0" tIns="0" rIns="0" bIns="0"/>
          <a:lstStyle>
            <a:lvl1pPr>
              <a:defRPr sz="2000" b="0" i="0">
                <a:solidFill>
                  <a:schemeClr val="bg1"/>
                </a:solidFill>
                <a:latin typeface="Arial Black"/>
                <a:cs typeface="Arial Black"/>
              </a:defRPr>
            </a:lvl1pPr>
          </a:lstStyle>
          <a:p>
            <a:pPr marL="38100">
              <a:lnSpc>
                <a:spcPct val="100000"/>
              </a:lnSpc>
              <a:spcBef>
                <a:spcPts val="20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bg1"/>
                </a:solidFill>
                <a:latin typeface="Tahoma"/>
                <a:cs typeface="Tahoma"/>
              </a:defRPr>
            </a:lvl1pPr>
          </a:lstStyle>
          <a:p>
            <a:pPr marL="12700">
              <a:lnSpc>
                <a:spcPct val="100000"/>
              </a:lnSpc>
              <a:spcBef>
                <a:spcPts val="170"/>
              </a:spcBef>
            </a:pPr>
            <a:r>
              <a:rPr spc="100" dirty="0"/>
              <a:t>CoalWorks</a:t>
            </a:r>
            <a:r>
              <a:rPr spc="-60" dirty="0"/>
              <a:t> </a:t>
            </a:r>
            <a:r>
              <a:rPr spc="254" dirty="0"/>
              <a:t>-</a:t>
            </a:r>
            <a:r>
              <a:rPr spc="-60" dirty="0"/>
              <a:t> </a:t>
            </a:r>
            <a:r>
              <a:rPr dirty="0"/>
              <a:t>@SIH</a:t>
            </a:r>
            <a:r>
              <a:rPr spc="-55" dirty="0"/>
              <a:t> </a:t>
            </a:r>
            <a:r>
              <a:rPr spc="75" dirty="0"/>
              <a:t>Idea</a:t>
            </a:r>
            <a:r>
              <a:rPr spc="-60" dirty="0"/>
              <a:t> </a:t>
            </a:r>
            <a:r>
              <a:rPr spc="90" dirty="0"/>
              <a:t>Submission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p:txBody>
          <a:bodyPr lIns="0" tIns="0" rIns="0" bIns="0"/>
          <a:lstStyle>
            <a:lvl1pPr>
              <a:defRPr sz="2000" b="0" i="0">
                <a:solidFill>
                  <a:schemeClr val="bg1"/>
                </a:solidFill>
                <a:latin typeface="Arial Black"/>
                <a:cs typeface="Arial Black"/>
              </a:defRPr>
            </a:lvl1pPr>
          </a:lstStyle>
          <a:p>
            <a:pPr marL="38100">
              <a:lnSpc>
                <a:spcPct val="100000"/>
              </a:lnSpc>
              <a:spcBef>
                <a:spcPts val="20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9990632"/>
            <a:ext cx="18288000" cy="296545"/>
          </a:xfrm>
          <a:custGeom>
            <a:avLst/>
            <a:gdLst/>
            <a:ahLst/>
            <a:cxnLst/>
            <a:rect l="l" t="t" r="r" b="b"/>
            <a:pathLst>
              <a:path w="18288000" h="296545">
                <a:moveTo>
                  <a:pt x="18287998" y="296368"/>
                </a:moveTo>
                <a:lnTo>
                  <a:pt x="0" y="296368"/>
                </a:lnTo>
                <a:lnTo>
                  <a:pt x="0" y="0"/>
                </a:lnTo>
                <a:lnTo>
                  <a:pt x="18287998" y="0"/>
                </a:lnTo>
                <a:lnTo>
                  <a:pt x="18287998" y="296368"/>
                </a:lnTo>
                <a:close/>
              </a:path>
            </a:pathLst>
          </a:custGeom>
          <a:solidFill>
            <a:srgbClr val="004EAB"/>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6550850" y="25483"/>
            <a:ext cx="1628774" cy="800099"/>
          </a:xfrm>
          <a:prstGeom prst="rect">
            <a:avLst/>
          </a:prstGeom>
        </p:spPr>
      </p:pic>
      <p:sp>
        <p:nvSpPr>
          <p:cNvPr id="2" name="Holder 2"/>
          <p:cNvSpPr>
            <a:spLocks noGrp="1"/>
          </p:cNvSpPr>
          <p:nvPr>
            <p:ph type="title"/>
          </p:nvPr>
        </p:nvSpPr>
        <p:spPr/>
        <p:txBody>
          <a:bodyPr lIns="0" tIns="0" rIns="0" bIns="0"/>
          <a:lstStyle>
            <a:lvl1pPr>
              <a:defRPr sz="4500" b="0" i="0">
                <a:solidFill>
                  <a:schemeClr val="tx1"/>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chemeClr val="bg1"/>
                </a:solidFill>
                <a:latin typeface="Tahoma"/>
                <a:cs typeface="Tahoma"/>
              </a:defRPr>
            </a:lvl1pPr>
          </a:lstStyle>
          <a:p>
            <a:pPr marL="12700">
              <a:lnSpc>
                <a:spcPct val="100000"/>
              </a:lnSpc>
              <a:spcBef>
                <a:spcPts val="170"/>
              </a:spcBef>
            </a:pPr>
            <a:r>
              <a:rPr spc="100" dirty="0"/>
              <a:t>CoalWorks</a:t>
            </a:r>
            <a:r>
              <a:rPr spc="-60" dirty="0"/>
              <a:t> </a:t>
            </a:r>
            <a:r>
              <a:rPr spc="254" dirty="0"/>
              <a:t>-</a:t>
            </a:r>
            <a:r>
              <a:rPr spc="-60" dirty="0"/>
              <a:t> </a:t>
            </a:r>
            <a:r>
              <a:rPr dirty="0"/>
              <a:t>@SIH</a:t>
            </a:r>
            <a:r>
              <a:rPr spc="-55" dirty="0"/>
              <a:t> </a:t>
            </a:r>
            <a:r>
              <a:rPr spc="75" dirty="0"/>
              <a:t>Idea</a:t>
            </a:r>
            <a:r>
              <a:rPr spc="-60" dirty="0"/>
              <a:t> </a:t>
            </a:r>
            <a:r>
              <a:rPr spc="90" dirty="0"/>
              <a:t>Submission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7" name="Holder 7"/>
          <p:cNvSpPr>
            <a:spLocks noGrp="1"/>
          </p:cNvSpPr>
          <p:nvPr>
            <p:ph type="sldNum" sz="quarter" idx="7"/>
          </p:nvPr>
        </p:nvSpPr>
        <p:spPr/>
        <p:txBody>
          <a:bodyPr lIns="0" tIns="0" rIns="0" bIns="0"/>
          <a:lstStyle>
            <a:lvl1pPr>
              <a:defRPr sz="2000" b="0" i="0">
                <a:solidFill>
                  <a:schemeClr val="bg1"/>
                </a:solidFill>
                <a:latin typeface="Arial Black"/>
                <a:cs typeface="Arial Black"/>
              </a:defRPr>
            </a:lvl1pPr>
          </a:lstStyle>
          <a:p>
            <a:pPr marL="38100">
              <a:lnSpc>
                <a:spcPct val="100000"/>
              </a:lnSpc>
              <a:spcBef>
                <a:spcPts val="20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400" b="0" i="0">
                <a:solidFill>
                  <a:schemeClr val="bg1"/>
                </a:solidFill>
                <a:latin typeface="Tahoma"/>
                <a:cs typeface="Tahoma"/>
              </a:defRPr>
            </a:lvl1pPr>
          </a:lstStyle>
          <a:p>
            <a:pPr marL="12700">
              <a:lnSpc>
                <a:spcPct val="100000"/>
              </a:lnSpc>
              <a:spcBef>
                <a:spcPts val="170"/>
              </a:spcBef>
            </a:pPr>
            <a:r>
              <a:rPr spc="100" dirty="0"/>
              <a:t>CoalWorks</a:t>
            </a:r>
            <a:r>
              <a:rPr spc="-60" dirty="0"/>
              <a:t> </a:t>
            </a:r>
            <a:r>
              <a:rPr spc="254" dirty="0"/>
              <a:t>-</a:t>
            </a:r>
            <a:r>
              <a:rPr spc="-60" dirty="0"/>
              <a:t> </a:t>
            </a:r>
            <a:r>
              <a:rPr dirty="0"/>
              <a:t>@SIH</a:t>
            </a:r>
            <a:r>
              <a:rPr spc="-55" dirty="0"/>
              <a:t> </a:t>
            </a:r>
            <a:r>
              <a:rPr spc="75" dirty="0"/>
              <a:t>Idea</a:t>
            </a:r>
            <a:r>
              <a:rPr spc="-60" dirty="0"/>
              <a:t> </a:t>
            </a:r>
            <a:r>
              <a:rPr spc="90" dirty="0"/>
              <a:t>Submission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5" name="Holder 5"/>
          <p:cNvSpPr>
            <a:spLocks noGrp="1"/>
          </p:cNvSpPr>
          <p:nvPr>
            <p:ph type="sldNum" sz="quarter" idx="7"/>
          </p:nvPr>
        </p:nvSpPr>
        <p:spPr/>
        <p:txBody>
          <a:bodyPr lIns="0" tIns="0" rIns="0" bIns="0"/>
          <a:lstStyle>
            <a:lvl1pPr>
              <a:defRPr sz="2000" b="0" i="0">
                <a:solidFill>
                  <a:schemeClr val="bg1"/>
                </a:solidFill>
                <a:latin typeface="Arial Black"/>
                <a:cs typeface="Arial Black"/>
              </a:defRPr>
            </a:lvl1pPr>
          </a:lstStyle>
          <a:p>
            <a:pPr marL="38100">
              <a:lnSpc>
                <a:spcPct val="100000"/>
              </a:lnSpc>
              <a:spcBef>
                <a:spcPts val="20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0" i="0">
                <a:solidFill>
                  <a:schemeClr val="bg1"/>
                </a:solidFill>
                <a:latin typeface="Tahoma"/>
                <a:cs typeface="Tahoma"/>
              </a:defRPr>
            </a:lvl1pPr>
          </a:lstStyle>
          <a:p>
            <a:pPr marL="12700">
              <a:lnSpc>
                <a:spcPct val="100000"/>
              </a:lnSpc>
              <a:spcBef>
                <a:spcPts val="170"/>
              </a:spcBef>
            </a:pPr>
            <a:r>
              <a:rPr spc="100" dirty="0"/>
              <a:t>CoalWorks</a:t>
            </a:r>
            <a:r>
              <a:rPr spc="-60" dirty="0"/>
              <a:t> </a:t>
            </a:r>
            <a:r>
              <a:rPr spc="254" dirty="0"/>
              <a:t>-</a:t>
            </a:r>
            <a:r>
              <a:rPr spc="-60" dirty="0"/>
              <a:t> </a:t>
            </a:r>
            <a:r>
              <a:rPr dirty="0"/>
              <a:t>@SIH</a:t>
            </a:r>
            <a:r>
              <a:rPr spc="-55" dirty="0"/>
              <a:t> </a:t>
            </a:r>
            <a:r>
              <a:rPr spc="75" dirty="0"/>
              <a:t>Idea</a:t>
            </a:r>
            <a:r>
              <a:rPr spc="-60" dirty="0"/>
              <a:t> </a:t>
            </a:r>
            <a:r>
              <a:rPr spc="90" dirty="0"/>
              <a:t>Submission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9/7/2026</a:t>
            </a:fld>
            <a:endParaRPr lang="en-US"/>
          </a:p>
        </p:txBody>
      </p:sp>
      <p:sp>
        <p:nvSpPr>
          <p:cNvPr id="4" name="Holder 4"/>
          <p:cNvSpPr>
            <a:spLocks noGrp="1"/>
          </p:cNvSpPr>
          <p:nvPr>
            <p:ph type="sldNum" sz="quarter" idx="7"/>
          </p:nvPr>
        </p:nvSpPr>
        <p:spPr/>
        <p:txBody>
          <a:bodyPr lIns="0" tIns="0" rIns="0" bIns="0"/>
          <a:lstStyle>
            <a:lvl1pPr>
              <a:defRPr sz="2000" b="0" i="0">
                <a:solidFill>
                  <a:schemeClr val="bg1"/>
                </a:solidFill>
                <a:latin typeface="Arial Black"/>
                <a:cs typeface="Arial Black"/>
              </a:defRPr>
            </a:lvl1pPr>
          </a:lstStyle>
          <a:p>
            <a:pPr marL="38100">
              <a:lnSpc>
                <a:spcPct val="100000"/>
              </a:lnSpc>
              <a:spcBef>
                <a:spcPts val="20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96760" y="14652"/>
            <a:ext cx="7868919" cy="1294509"/>
          </a:xfrm>
          <a:prstGeom prst="rect">
            <a:avLst/>
          </a:prstGeom>
        </p:spPr>
        <p:txBody>
          <a:bodyPr wrap="square" lIns="0" tIns="0" rIns="0" bIns="0">
            <a:spAutoFit/>
          </a:bodyPr>
          <a:lstStyle>
            <a:lvl1pPr>
              <a:defRPr sz="4500" b="0" i="0">
                <a:solidFill>
                  <a:schemeClr val="tx1"/>
                </a:solidFill>
                <a:latin typeface="Tahoma"/>
                <a:cs typeface="Tahoma"/>
              </a:defRPr>
            </a:lvl1pPr>
          </a:lstStyle>
          <a:p>
            <a:endParaRPr/>
          </a:p>
        </p:txBody>
      </p:sp>
      <p:sp>
        <p:nvSpPr>
          <p:cNvPr id="3" name="Holder 3"/>
          <p:cNvSpPr>
            <a:spLocks noGrp="1"/>
          </p:cNvSpPr>
          <p:nvPr>
            <p:ph type="body" idx="1"/>
          </p:nvPr>
        </p:nvSpPr>
        <p:spPr>
          <a:xfrm>
            <a:off x="914400" y="2366010"/>
            <a:ext cx="1645920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577813" y="10018293"/>
            <a:ext cx="3132454" cy="290888"/>
          </a:xfrm>
          <a:prstGeom prst="rect">
            <a:avLst/>
          </a:prstGeom>
        </p:spPr>
        <p:txBody>
          <a:bodyPr wrap="square" lIns="0" tIns="0" rIns="0" bIns="0">
            <a:spAutoFit/>
          </a:bodyPr>
          <a:lstStyle>
            <a:lvl1pPr>
              <a:defRPr sz="1400" b="0" i="0">
                <a:solidFill>
                  <a:schemeClr val="bg1"/>
                </a:solidFill>
                <a:latin typeface="Tahoma"/>
                <a:cs typeface="Tahoma"/>
              </a:defRPr>
            </a:lvl1pPr>
          </a:lstStyle>
          <a:p>
            <a:pPr marL="12700">
              <a:lnSpc>
                <a:spcPct val="100000"/>
              </a:lnSpc>
              <a:spcBef>
                <a:spcPts val="170"/>
              </a:spcBef>
            </a:pPr>
            <a:r>
              <a:rPr spc="100" dirty="0"/>
              <a:t>CoalWorks</a:t>
            </a:r>
            <a:r>
              <a:rPr spc="-60" dirty="0"/>
              <a:t> </a:t>
            </a:r>
            <a:r>
              <a:rPr spc="254" dirty="0"/>
              <a:t>-</a:t>
            </a:r>
            <a:r>
              <a:rPr spc="-60" dirty="0"/>
              <a:t> </a:t>
            </a:r>
            <a:r>
              <a:rPr dirty="0"/>
              <a:t>@SIH</a:t>
            </a:r>
            <a:r>
              <a:rPr spc="-55" dirty="0"/>
              <a:t> </a:t>
            </a:r>
            <a:r>
              <a:rPr spc="75" dirty="0"/>
              <a:t>Idea</a:t>
            </a:r>
            <a:r>
              <a:rPr spc="-60" dirty="0"/>
              <a:t> </a:t>
            </a:r>
            <a:r>
              <a:rPr spc="90" dirty="0"/>
              <a:t>Submission</a:t>
            </a: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9/7/2026</a:t>
            </a:fld>
            <a:endParaRPr lang="en-US"/>
          </a:p>
        </p:txBody>
      </p:sp>
      <p:sp>
        <p:nvSpPr>
          <p:cNvPr id="6" name="Holder 6"/>
          <p:cNvSpPr>
            <a:spLocks noGrp="1"/>
          </p:cNvSpPr>
          <p:nvPr>
            <p:ph type="sldNum" sz="quarter" idx="7"/>
          </p:nvPr>
        </p:nvSpPr>
        <p:spPr>
          <a:xfrm>
            <a:off x="17682925" y="9939897"/>
            <a:ext cx="260984" cy="381000"/>
          </a:xfrm>
          <a:prstGeom prst="rect">
            <a:avLst/>
          </a:prstGeom>
        </p:spPr>
        <p:txBody>
          <a:bodyPr wrap="square" lIns="0" tIns="0" rIns="0" bIns="0">
            <a:spAutoFit/>
          </a:bodyPr>
          <a:lstStyle>
            <a:lvl1pPr>
              <a:defRPr sz="2000" b="0" i="0">
                <a:solidFill>
                  <a:schemeClr val="bg1"/>
                </a:solidFill>
                <a:latin typeface="Arial Black"/>
                <a:cs typeface="Arial Black"/>
              </a:defRPr>
            </a:lvl1pPr>
          </a:lstStyle>
          <a:p>
            <a:pPr marL="38100">
              <a:lnSpc>
                <a:spcPct val="100000"/>
              </a:lnSpc>
              <a:spcBef>
                <a:spcPts val="20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4.png"/><Relationship Id="rId12"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7.png"/><Relationship Id="rId7" Type="http://schemas.microsoft.com/office/2007/relationships/hdphoto" Target="../media/hdphoto1.wdp"/><Relationship Id="rId12" Type="http://schemas.openxmlformats.org/officeDocument/2006/relationships/image" Target="../media/image24.png"/><Relationship Id="rId2" Type="http://schemas.openxmlformats.org/officeDocument/2006/relationships/image" Target="../media/image16.png"/><Relationship Id="rId16"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3.png"/><Relationship Id="rId5" Type="http://schemas.openxmlformats.org/officeDocument/2006/relationships/image" Target="../media/image19.png"/><Relationship Id="rId15" Type="http://schemas.openxmlformats.org/officeDocument/2006/relationships/image" Target="../media/image4.png"/><Relationship Id="rId10" Type="http://schemas.openxmlformats.org/officeDocument/2006/relationships/image" Target="../media/image22.png"/><Relationship Id="rId4" Type="http://schemas.openxmlformats.org/officeDocument/2006/relationships/image" Target="../media/image18.png"/><Relationship Id="rId9" Type="http://schemas.microsoft.com/office/2007/relationships/hdphoto" Target="../media/hdphoto2.wdp"/><Relationship Id="rId14" Type="http://schemas.openxmlformats.org/officeDocument/2006/relationships/image" Target="../media/image26.png"/></Relationships>
</file>

<file path=ppt/slides/_rels/slide5.xml.rels><?xml version="1.0" encoding="UTF-8" standalone="yes"?>
<Relationships xmlns="http://schemas.openxmlformats.org/package/2006/relationships"><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34" Type="http://schemas.openxmlformats.org/officeDocument/2006/relationships/image" Target="../media/image59.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33" Type="http://schemas.openxmlformats.org/officeDocument/2006/relationships/image" Target="../media/image58.png"/><Relationship Id="rId2" Type="http://schemas.openxmlformats.org/officeDocument/2006/relationships/image" Target="../media/image27.png"/><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32" Type="http://schemas.openxmlformats.org/officeDocument/2006/relationships/image" Target="../media/image57.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36" Type="http://schemas.openxmlformats.org/officeDocument/2006/relationships/image" Target="../media/image60.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 Id="rId35" Type="http://schemas.openxmlformats.org/officeDocument/2006/relationships/image" Target="../media/image4.png"/><Relationship Id="rId8" Type="http://schemas.openxmlformats.org/officeDocument/2006/relationships/image" Target="../media/image33.png"/></Relationships>
</file>

<file path=ppt/slides/_rels/slide6.xml.rels><?xml version="1.0" encoding="UTF-8" standalone="yes"?>
<Relationships xmlns="http://schemas.openxmlformats.org/package/2006/relationships"><Relationship Id="rId13" Type="http://schemas.openxmlformats.org/officeDocument/2006/relationships/hyperlink" Target="https://github.com/BlackEmpir7199/CoalWorks" TargetMode="External"/><Relationship Id="rId18" Type="http://schemas.openxmlformats.org/officeDocument/2006/relationships/hyperlink" Target="https://incois.gov.in/site/services/global.jsp" TargetMode="External"/><Relationship Id="rId26" Type="http://schemas.openxmlformats.org/officeDocument/2006/relationships/hyperlink" Target="https://reintech.io/blog/comparing-kafka-with-other-messaging-systems" TargetMode="External"/><Relationship Id="rId39" Type="http://schemas.openxmlformats.org/officeDocument/2006/relationships/image" Target="../media/image76.jpeg"/><Relationship Id="rId21" Type="http://schemas.openxmlformats.org/officeDocument/2006/relationships/image" Target="../media/image69.png"/><Relationship Id="rId34" Type="http://schemas.openxmlformats.org/officeDocument/2006/relationships/image" Target="../media/image71.png"/><Relationship Id="rId42" Type="http://schemas.openxmlformats.org/officeDocument/2006/relationships/hyperlink" Target="https://www.coriolis.eu.org/" TargetMode="External"/><Relationship Id="rId47" Type="http://schemas.openxmlformats.org/officeDocument/2006/relationships/image" Target="../media/image80.png"/><Relationship Id="rId7" Type="http://schemas.openxmlformats.org/officeDocument/2006/relationships/image" Target="../media/image63.png"/><Relationship Id="rId2" Type="http://schemas.openxmlformats.org/officeDocument/2006/relationships/image" Target="../media/image61.png"/><Relationship Id="rId16" Type="http://schemas.openxmlformats.org/officeDocument/2006/relationships/image" Target="../media/image68.png"/><Relationship Id="rId29" Type="http://schemas.openxmlformats.org/officeDocument/2006/relationships/hyperlink" Target="https://docs.xarray.dev/" TargetMode="Externa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5.png"/><Relationship Id="rId24" Type="http://schemas.openxmlformats.org/officeDocument/2006/relationships/hyperlink" Target="https://marine.copernicus.eu/access-data/copernicus-marine-toolbox" TargetMode="External"/><Relationship Id="rId32" Type="http://schemas.openxmlformats.org/officeDocument/2006/relationships/hyperlink" Target="https://rsmcnewdelhi.imd.gov.in/uploads/climatology/hazard.pdf" TargetMode="External"/><Relationship Id="rId37" Type="http://schemas.openxmlformats.org/officeDocument/2006/relationships/image" Target="../media/image74.jpeg"/><Relationship Id="rId40" Type="http://schemas.openxmlformats.org/officeDocument/2006/relationships/hyperlink" Target="https://marine.copernicus.eu/" TargetMode="External"/><Relationship Id="rId45" Type="http://schemas.openxmlformats.org/officeDocument/2006/relationships/image" Target="../media/image79.png"/><Relationship Id="rId5" Type="http://schemas.openxmlformats.org/officeDocument/2006/relationships/hyperlink" Target="https://www.espressif.com/en/products/sdks/esp-wifi-mesh/overview" TargetMode="External"/><Relationship Id="rId15" Type="http://schemas.openxmlformats.org/officeDocument/2006/relationships/image" Target="../media/image67.png"/><Relationship Id="rId23" Type="http://schemas.openxmlformats.org/officeDocument/2006/relationships/hyperlink" Target="https://odv.awi.de/" TargetMode="External"/><Relationship Id="rId28" Type="http://schemas.openxmlformats.org/officeDocument/2006/relationships/hyperlink" Target="https://flink.apache.org/what-is-flink/use-cases/" TargetMode="External"/><Relationship Id="rId36" Type="http://schemas.openxmlformats.org/officeDocument/2006/relationships/image" Target="../media/image73.jpeg"/><Relationship Id="rId10" Type="http://schemas.openxmlformats.org/officeDocument/2006/relationships/hyperlink" Target="https://www.sciencedirect.com/science/article/pii/S1474667015358286" TargetMode="External"/><Relationship Id="rId19" Type="http://schemas.openxmlformats.org/officeDocument/2006/relationships/hyperlink" Target="https://en.wikipedia.org/wiki/Exclusive_economic_zone_of_India" TargetMode="External"/><Relationship Id="rId31" Type="http://schemas.openxmlformats.org/officeDocument/2006/relationships/hyperlink" Target="https://coal.gov.in/sites/default/files/2024-09/msg-aug24.pdf" TargetMode="External"/><Relationship Id="rId44" Type="http://schemas.openxmlformats.org/officeDocument/2006/relationships/image" Target="../media/image78.png"/><Relationship Id="rId4" Type="http://schemas.openxmlformats.org/officeDocument/2006/relationships/hyperlink" Target="https://www.minemax.com/products/" TargetMode="External"/><Relationship Id="rId9" Type="http://schemas.openxmlformats.org/officeDocument/2006/relationships/image" Target="../media/image64.png"/><Relationship Id="rId14" Type="http://schemas.openxmlformats.org/officeDocument/2006/relationships/hyperlink" Target="https://drive.google.com/drive/folders/1Jx4y2sY540OF8KaKQrytNpaBg6pID0qa?usp=sharing" TargetMode="External"/><Relationship Id="rId22" Type="http://schemas.openxmlformats.org/officeDocument/2006/relationships/hyperlink" Target="https://en.wikipedia.org/wiki/Marching_cubes" TargetMode="External"/><Relationship Id="rId27" Type="http://schemas.openxmlformats.org/officeDocument/2006/relationships/hyperlink" Target="https://fastapi.tiangolo.com/" TargetMode="External"/><Relationship Id="rId30" Type="http://schemas.openxmlformats.org/officeDocument/2006/relationships/hyperlink" Target="https://ndma.gov.in/Natural-Hazards/Tsunami" TargetMode="External"/><Relationship Id="rId35" Type="http://schemas.openxmlformats.org/officeDocument/2006/relationships/image" Target="../media/image72.png"/><Relationship Id="rId43" Type="http://schemas.openxmlformats.org/officeDocument/2006/relationships/image" Target="../media/image77.png"/><Relationship Id="rId48" Type="http://schemas.openxmlformats.org/officeDocument/2006/relationships/image" Target="../media/image81.png"/><Relationship Id="rId8" Type="http://schemas.openxmlformats.org/officeDocument/2006/relationships/hyperlink" Target="https://wifinowglobal.com/news-and-blog/underground-wi-fi-makes-coal-mines-safer-and-more-productive-in-south-africa/" TargetMode="External"/><Relationship Id="rId3" Type="http://schemas.openxmlformats.org/officeDocument/2006/relationships/hyperlink" Target="https://www.innovapptive.com/" TargetMode="External"/><Relationship Id="rId12" Type="http://schemas.openxmlformats.org/officeDocument/2006/relationships/image" Target="../media/image66.png"/><Relationship Id="rId17" Type="http://schemas.openxmlformats.org/officeDocument/2006/relationships/hyperlink" Target="https://ndma.gov.in/Natural-Hazards/Cyclone" TargetMode="External"/><Relationship Id="rId25" Type="http://schemas.openxmlformats.org/officeDocument/2006/relationships/image" Target="../media/image70.png"/><Relationship Id="rId33" Type="http://schemas.openxmlformats.org/officeDocument/2006/relationships/hyperlink" Target="https://link.springer.com/chapter/10.1007/978-981-99-4105-6_7" TargetMode="External"/><Relationship Id="rId38" Type="http://schemas.openxmlformats.org/officeDocument/2006/relationships/image" Target="../media/image75.png"/><Relationship Id="rId46" Type="http://schemas.openxmlformats.org/officeDocument/2006/relationships/image" Target="../media/image4.png"/><Relationship Id="rId20" Type="http://schemas.openxmlformats.org/officeDocument/2006/relationships/hyperlink" Target="https://www.nature.com/articles/s41598-023-43013-0" TargetMode="External"/><Relationship Id="rId41" Type="http://schemas.openxmlformats.org/officeDocument/2006/relationships/hyperlink" Target="https://threejs.org/doc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595885" y="1407054"/>
            <a:ext cx="7067550" cy="7858125"/>
            <a:chOff x="10595885" y="1407054"/>
            <a:chExt cx="7067550" cy="7858125"/>
          </a:xfrm>
        </p:grpSpPr>
        <p:sp>
          <p:nvSpPr>
            <p:cNvPr id="3" name="object 3"/>
            <p:cNvSpPr/>
            <p:nvPr/>
          </p:nvSpPr>
          <p:spPr>
            <a:xfrm>
              <a:off x="10595885" y="1407054"/>
              <a:ext cx="7067550" cy="7858125"/>
            </a:xfrm>
            <a:custGeom>
              <a:avLst/>
              <a:gdLst/>
              <a:ahLst/>
              <a:cxnLst/>
              <a:rect l="l" t="t" r="r" b="b"/>
              <a:pathLst>
                <a:path w="7067550" h="7858125">
                  <a:moveTo>
                    <a:pt x="5360164" y="7858082"/>
                  </a:moveTo>
                  <a:lnTo>
                    <a:pt x="2844836" y="7858082"/>
                  </a:lnTo>
                  <a:lnTo>
                    <a:pt x="2800806" y="7855249"/>
                  </a:lnTo>
                  <a:lnTo>
                    <a:pt x="2757805" y="7846881"/>
                  </a:lnTo>
                  <a:lnTo>
                    <a:pt x="2716058" y="7833174"/>
                  </a:lnTo>
                  <a:lnTo>
                    <a:pt x="2675787" y="7814323"/>
                  </a:lnTo>
                  <a:lnTo>
                    <a:pt x="2637211" y="7790525"/>
                  </a:lnTo>
                  <a:lnTo>
                    <a:pt x="2600550" y="7761976"/>
                  </a:lnTo>
                  <a:lnTo>
                    <a:pt x="2566025" y="7728871"/>
                  </a:lnTo>
                  <a:lnTo>
                    <a:pt x="2533855" y="7691407"/>
                  </a:lnTo>
                  <a:lnTo>
                    <a:pt x="2504260" y="7649779"/>
                  </a:lnTo>
                  <a:lnTo>
                    <a:pt x="2477460" y="7604184"/>
                  </a:lnTo>
                  <a:lnTo>
                    <a:pt x="2453673" y="7554816"/>
                  </a:lnTo>
                  <a:lnTo>
                    <a:pt x="1198718" y="4659520"/>
                  </a:lnTo>
                  <a:lnTo>
                    <a:pt x="1180049" y="4613394"/>
                  </a:lnTo>
                  <a:lnTo>
                    <a:pt x="1164774" y="4565514"/>
                  </a:lnTo>
                  <a:lnTo>
                    <a:pt x="1152894" y="4516231"/>
                  </a:lnTo>
                  <a:lnTo>
                    <a:pt x="1144408" y="4465897"/>
                  </a:lnTo>
                  <a:lnTo>
                    <a:pt x="1139317" y="4414862"/>
                  </a:lnTo>
                  <a:lnTo>
                    <a:pt x="1137620" y="4363478"/>
                  </a:lnTo>
                  <a:lnTo>
                    <a:pt x="1139317" y="4312096"/>
                  </a:lnTo>
                  <a:lnTo>
                    <a:pt x="1144408" y="4261067"/>
                  </a:lnTo>
                  <a:lnTo>
                    <a:pt x="1152894" y="4210743"/>
                  </a:lnTo>
                  <a:lnTo>
                    <a:pt x="1164774" y="4161474"/>
                  </a:lnTo>
                  <a:lnTo>
                    <a:pt x="1180049" y="4113612"/>
                  </a:lnTo>
                  <a:lnTo>
                    <a:pt x="1198718" y="4067509"/>
                  </a:lnTo>
                  <a:lnTo>
                    <a:pt x="1703951" y="2901879"/>
                  </a:lnTo>
                  <a:lnTo>
                    <a:pt x="1702596" y="2901104"/>
                  </a:lnTo>
                  <a:lnTo>
                    <a:pt x="1663787" y="2861030"/>
                  </a:lnTo>
                  <a:lnTo>
                    <a:pt x="1633323" y="2807889"/>
                  </a:lnTo>
                  <a:lnTo>
                    <a:pt x="1106321" y="1592021"/>
                  </a:lnTo>
                  <a:lnTo>
                    <a:pt x="1089881" y="1544331"/>
                  </a:lnTo>
                  <a:lnTo>
                    <a:pt x="1081661" y="1493574"/>
                  </a:lnTo>
                  <a:lnTo>
                    <a:pt x="1081661" y="1441796"/>
                  </a:lnTo>
                  <a:lnTo>
                    <a:pt x="1089881" y="1391039"/>
                  </a:lnTo>
                  <a:lnTo>
                    <a:pt x="1106321" y="1343349"/>
                  </a:lnTo>
                  <a:lnTo>
                    <a:pt x="1633375" y="127384"/>
                  </a:lnTo>
                  <a:lnTo>
                    <a:pt x="1657119" y="83843"/>
                  </a:lnTo>
                  <a:lnTo>
                    <a:pt x="1686397" y="48465"/>
                  </a:lnTo>
                  <a:lnTo>
                    <a:pt x="1720245" y="22119"/>
                  </a:lnTo>
                  <a:lnTo>
                    <a:pt x="1757702" y="5674"/>
                  </a:lnTo>
                  <a:lnTo>
                    <a:pt x="1797799" y="0"/>
                  </a:lnTo>
                  <a:lnTo>
                    <a:pt x="2854124" y="0"/>
                  </a:lnTo>
                  <a:lnTo>
                    <a:pt x="2893315" y="5674"/>
                  </a:lnTo>
                  <a:lnTo>
                    <a:pt x="2930528" y="22119"/>
                  </a:lnTo>
                  <a:lnTo>
                    <a:pt x="2964341" y="48465"/>
                  </a:lnTo>
                  <a:lnTo>
                    <a:pt x="2993334" y="83843"/>
                  </a:lnTo>
                  <a:lnTo>
                    <a:pt x="3016085" y="127384"/>
                  </a:lnTo>
                  <a:lnTo>
                    <a:pt x="3033147" y="166587"/>
                  </a:lnTo>
                  <a:lnTo>
                    <a:pt x="1857591" y="166587"/>
                  </a:lnTo>
                  <a:lnTo>
                    <a:pt x="1813506" y="174394"/>
                  </a:lnTo>
                  <a:lnTo>
                    <a:pt x="1773394" y="196812"/>
                  </a:lnTo>
                  <a:lnTo>
                    <a:pt x="1738978" y="232334"/>
                  </a:lnTo>
                  <a:lnTo>
                    <a:pt x="1711981" y="279453"/>
                  </a:lnTo>
                  <a:lnTo>
                    <a:pt x="1244772" y="1357385"/>
                  </a:lnTo>
                  <a:lnTo>
                    <a:pt x="1230189" y="1399654"/>
                  </a:lnTo>
                  <a:lnTo>
                    <a:pt x="1222898" y="1444641"/>
                  </a:lnTo>
                  <a:lnTo>
                    <a:pt x="1222898" y="1490535"/>
                  </a:lnTo>
                  <a:lnTo>
                    <a:pt x="1230189" y="1535522"/>
                  </a:lnTo>
                  <a:lnTo>
                    <a:pt x="1244738" y="1577695"/>
                  </a:lnTo>
                  <a:lnTo>
                    <a:pt x="1711981" y="2655724"/>
                  </a:lnTo>
                  <a:lnTo>
                    <a:pt x="1738999" y="2702864"/>
                  </a:lnTo>
                  <a:lnTo>
                    <a:pt x="1773418" y="2738388"/>
                  </a:lnTo>
                  <a:lnTo>
                    <a:pt x="1780481" y="2742357"/>
                  </a:lnTo>
                  <a:lnTo>
                    <a:pt x="1714013" y="2895683"/>
                  </a:lnTo>
                  <a:lnTo>
                    <a:pt x="1755522" y="2915966"/>
                  </a:lnTo>
                  <a:lnTo>
                    <a:pt x="6507164" y="2920948"/>
                  </a:lnTo>
                  <a:lnTo>
                    <a:pt x="7006282" y="4067509"/>
                  </a:lnTo>
                  <a:lnTo>
                    <a:pt x="7024942" y="4113612"/>
                  </a:lnTo>
                  <a:lnTo>
                    <a:pt x="7040213" y="4161474"/>
                  </a:lnTo>
                  <a:lnTo>
                    <a:pt x="7052093" y="4210743"/>
                  </a:lnTo>
                  <a:lnTo>
                    <a:pt x="7060581" y="4261067"/>
                  </a:lnTo>
                  <a:lnTo>
                    <a:pt x="7065676" y="4312096"/>
                  </a:lnTo>
                  <a:lnTo>
                    <a:pt x="7067378" y="4363478"/>
                  </a:lnTo>
                  <a:lnTo>
                    <a:pt x="7065686" y="4414862"/>
                  </a:lnTo>
                  <a:lnTo>
                    <a:pt x="7060598" y="4465897"/>
                  </a:lnTo>
                  <a:lnTo>
                    <a:pt x="7052115" y="4516231"/>
                  </a:lnTo>
                  <a:lnTo>
                    <a:pt x="7040235" y="4565514"/>
                  </a:lnTo>
                  <a:lnTo>
                    <a:pt x="7024958" y="4613394"/>
                  </a:lnTo>
                  <a:lnTo>
                    <a:pt x="7006282" y="4659520"/>
                  </a:lnTo>
                  <a:lnTo>
                    <a:pt x="5745909" y="7554816"/>
                  </a:lnTo>
                  <a:lnTo>
                    <a:pt x="5723337" y="7604184"/>
                  </a:lnTo>
                  <a:lnTo>
                    <a:pt x="5697312" y="7649779"/>
                  </a:lnTo>
                  <a:lnTo>
                    <a:pt x="5668152" y="7691407"/>
                  </a:lnTo>
                  <a:lnTo>
                    <a:pt x="5636174" y="7728871"/>
                  </a:lnTo>
                  <a:lnTo>
                    <a:pt x="5601698" y="7761976"/>
                  </a:lnTo>
                  <a:lnTo>
                    <a:pt x="5565040" y="7790525"/>
                  </a:lnTo>
                  <a:lnTo>
                    <a:pt x="5526520" y="7814323"/>
                  </a:lnTo>
                  <a:lnTo>
                    <a:pt x="5486454" y="7833174"/>
                  </a:lnTo>
                  <a:lnTo>
                    <a:pt x="5445161" y="7846881"/>
                  </a:lnTo>
                  <a:lnTo>
                    <a:pt x="5402958" y="7855249"/>
                  </a:lnTo>
                  <a:lnTo>
                    <a:pt x="5360164" y="7858082"/>
                  </a:lnTo>
                  <a:close/>
                </a:path>
                <a:path w="7067550" h="7858125">
                  <a:moveTo>
                    <a:pt x="3331976" y="853266"/>
                  </a:moveTo>
                  <a:lnTo>
                    <a:pt x="3187431" y="853266"/>
                  </a:lnTo>
                  <a:lnTo>
                    <a:pt x="2937621" y="279453"/>
                  </a:lnTo>
                  <a:lnTo>
                    <a:pt x="2911472" y="232334"/>
                  </a:lnTo>
                  <a:lnTo>
                    <a:pt x="2877188" y="196812"/>
                  </a:lnTo>
                  <a:lnTo>
                    <a:pt x="2837225" y="174394"/>
                  </a:lnTo>
                  <a:lnTo>
                    <a:pt x="2794042" y="166587"/>
                  </a:lnTo>
                  <a:lnTo>
                    <a:pt x="3033147" y="166587"/>
                  </a:lnTo>
                  <a:lnTo>
                    <a:pt x="3331976" y="853266"/>
                  </a:lnTo>
                  <a:close/>
                </a:path>
                <a:path w="7067550" h="7858125">
                  <a:moveTo>
                    <a:pt x="2789785" y="2754360"/>
                  </a:moveTo>
                  <a:lnTo>
                    <a:pt x="1853334" y="2754360"/>
                  </a:lnTo>
                  <a:lnTo>
                    <a:pt x="1842018" y="2753856"/>
                  </a:lnTo>
                  <a:lnTo>
                    <a:pt x="1830875" y="2752364"/>
                  </a:lnTo>
                  <a:lnTo>
                    <a:pt x="1819932" y="2749909"/>
                  </a:lnTo>
                  <a:lnTo>
                    <a:pt x="1809215" y="2746519"/>
                  </a:lnTo>
                  <a:lnTo>
                    <a:pt x="1778836" y="2729677"/>
                  </a:lnTo>
                  <a:lnTo>
                    <a:pt x="2453963" y="1172212"/>
                  </a:lnTo>
                  <a:lnTo>
                    <a:pt x="2477773" y="1122823"/>
                  </a:lnTo>
                  <a:lnTo>
                    <a:pt x="2504596" y="1077214"/>
                  </a:lnTo>
                  <a:lnTo>
                    <a:pt x="2534211" y="1035579"/>
                  </a:lnTo>
                  <a:lnTo>
                    <a:pt x="2566396" y="998114"/>
                  </a:lnTo>
                  <a:lnTo>
                    <a:pt x="2600932" y="965013"/>
                  </a:lnTo>
                  <a:lnTo>
                    <a:pt x="2637596" y="936470"/>
                  </a:lnTo>
                  <a:lnTo>
                    <a:pt x="2676168" y="912681"/>
                  </a:lnTo>
                  <a:lnTo>
                    <a:pt x="2716429" y="893839"/>
                  </a:lnTo>
                  <a:lnTo>
                    <a:pt x="2758158" y="880140"/>
                  </a:lnTo>
                  <a:lnTo>
                    <a:pt x="2801139" y="871777"/>
                  </a:lnTo>
                  <a:lnTo>
                    <a:pt x="2845126" y="868947"/>
                  </a:lnTo>
                  <a:lnTo>
                    <a:pt x="3196138" y="868947"/>
                  </a:lnTo>
                  <a:lnTo>
                    <a:pt x="3402605" y="1343155"/>
                  </a:lnTo>
                  <a:lnTo>
                    <a:pt x="3417187" y="1385425"/>
                  </a:lnTo>
                  <a:lnTo>
                    <a:pt x="3424478" y="1430412"/>
                  </a:lnTo>
                  <a:lnTo>
                    <a:pt x="3424478" y="1476306"/>
                  </a:lnTo>
                  <a:lnTo>
                    <a:pt x="3417187" y="1521293"/>
                  </a:lnTo>
                  <a:lnTo>
                    <a:pt x="3402605" y="1563562"/>
                  </a:lnTo>
                  <a:lnTo>
                    <a:pt x="2933363" y="2641495"/>
                  </a:lnTo>
                  <a:lnTo>
                    <a:pt x="2907215" y="2688614"/>
                  </a:lnTo>
                  <a:lnTo>
                    <a:pt x="2872930" y="2724135"/>
                  </a:lnTo>
                  <a:lnTo>
                    <a:pt x="2833027" y="2746519"/>
                  </a:lnTo>
                  <a:lnTo>
                    <a:pt x="2789785" y="2754360"/>
                  </a:lnTo>
                  <a:close/>
                </a:path>
                <a:path w="7067550" h="7858125">
                  <a:moveTo>
                    <a:pt x="6507164" y="2920948"/>
                  </a:moveTo>
                  <a:lnTo>
                    <a:pt x="2849481" y="2920948"/>
                  </a:lnTo>
                  <a:lnTo>
                    <a:pt x="2888672" y="2915273"/>
                  </a:lnTo>
                  <a:lnTo>
                    <a:pt x="2925884" y="2898828"/>
                  </a:lnTo>
                  <a:lnTo>
                    <a:pt x="2959698" y="2872482"/>
                  </a:lnTo>
                  <a:lnTo>
                    <a:pt x="2988690" y="2837104"/>
                  </a:lnTo>
                  <a:lnTo>
                    <a:pt x="3011441" y="2793563"/>
                  </a:lnTo>
                  <a:lnTo>
                    <a:pt x="3540765" y="1577695"/>
                  </a:lnTo>
                  <a:lnTo>
                    <a:pt x="3557205" y="1530005"/>
                  </a:lnTo>
                  <a:lnTo>
                    <a:pt x="3565425" y="1479248"/>
                  </a:lnTo>
                  <a:lnTo>
                    <a:pt x="3565425" y="1427470"/>
                  </a:lnTo>
                  <a:lnTo>
                    <a:pt x="3557205" y="1376713"/>
                  </a:lnTo>
                  <a:lnTo>
                    <a:pt x="3540765" y="1329023"/>
                  </a:lnTo>
                  <a:lnTo>
                    <a:pt x="3340491" y="868947"/>
                  </a:lnTo>
                  <a:lnTo>
                    <a:pt x="5360162" y="868947"/>
                  </a:lnTo>
                  <a:lnTo>
                    <a:pt x="5402936" y="871777"/>
                  </a:lnTo>
                  <a:lnTo>
                    <a:pt x="5445125" y="880140"/>
                  </a:lnTo>
                  <a:lnTo>
                    <a:pt x="5486412" y="893839"/>
                  </a:lnTo>
                  <a:lnTo>
                    <a:pt x="5526477" y="912681"/>
                  </a:lnTo>
                  <a:lnTo>
                    <a:pt x="5565001" y="936470"/>
                  </a:lnTo>
                  <a:lnTo>
                    <a:pt x="5601665" y="965013"/>
                  </a:lnTo>
                  <a:lnTo>
                    <a:pt x="5636150" y="998114"/>
                  </a:lnTo>
                  <a:lnTo>
                    <a:pt x="5668136" y="1035579"/>
                  </a:lnTo>
                  <a:lnTo>
                    <a:pt x="5697304" y="1077214"/>
                  </a:lnTo>
                  <a:lnTo>
                    <a:pt x="5723335" y="1122823"/>
                  </a:lnTo>
                  <a:lnTo>
                    <a:pt x="5745909" y="1172212"/>
                  </a:lnTo>
                  <a:lnTo>
                    <a:pt x="6507164" y="2920948"/>
                  </a:lnTo>
                  <a:close/>
                </a:path>
                <a:path w="7067550" h="7858125">
                  <a:moveTo>
                    <a:pt x="1026501" y="6463042"/>
                  </a:moveTo>
                  <a:lnTo>
                    <a:pt x="415036" y="6463042"/>
                  </a:lnTo>
                  <a:lnTo>
                    <a:pt x="386206" y="6457929"/>
                  </a:lnTo>
                  <a:lnTo>
                    <a:pt x="337556" y="6420042"/>
                  </a:lnTo>
                  <a:lnTo>
                    <a:pt x="14875" y="5685471"/>
                  </a:lnTo>
                  <a:lnTo>
                    <a:pt x="0" y="5613503"/>
                  </a:lnTo>
                  <a:lnTo>
                    <a:pt x="3718" y="5576357"/>
                  </a:lnTo>
                  <a:lnTo>
                    <a:pt x="319930" y="4837723"/>
                  </a:lnTo>
                  <a:lnTo>
                    <a:pt x="360110" y="4783710"/>
                  </a:lnTo>
                  <a:lnTo>
                    <a:pt x="415036" y="4763964"/>
                  </a:lnTo>
                  <a:lnTo>
                    <a:pt x="1026501" y="4763964"/>
                  </a:lnTo>
                  <a:lnTo>
                    <a:pt x="1080815" y="4783710"/>
                  </a:lnTo>
                  <a:lnTo>
                    <a:pt x="1120253" y="4837723"/>
                  </a:lnTo>
                  <a:lnTo>
                    <a:pt x="1426663" y="5541534"/>
                  </a:lnTo>
                  <a:lnTo>
                    <a:pt x="1441538" y="5613503"/>
                  </a:lnTo>
                  <a:lnTo>
                    <a:pt x="1437819" y="5650649"/>
                  </a:lnTo>
                  <a:lnTo>
                    <a:pt x="1120253" y="6389283"/>
                  </a:lnTo>
                  <a:lnTo>
                    <a:pt x="1080815" y="6443260"/>
                  </a:lnTo>
                  <a:lnTo>
                    <a:pt x="1026501" y="6463042"/>
                  </a:lnTo>
                  <a:close/>
                </a:path>
              </a:pathLst>
            </a:custGeom>
            <a:solidFill>
              <a:srgbClr val="808080">
                <a:alpha val="14999"/>
              </a:srgbClr>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12649200" y="3189201"/>
              <a:ext cx="4657725" cy="4981574"/>
            </a:xfrm>
            <a:prstGeom prst="rect">
              <a:avLst/>
            </a:prstGeom>
          </p:spPr>
        </p:pic>
      </p:grpSp>
      <p:sp>
        <p:nvSpPr>
          <p:cNvPr id="5" name="object 5"/>
          <p:cNvSpPr/>
          <p:nvPr/>
        </p:nvSpPr>
        <p:spPr>
          <a:xfrm>
            <a:off x="4812559" y="301623"/>
            <a:ext cx="8453120" cy="1066800"/>
          </a:xfrm>
          <a:custGeom>
            <a:avLst/>
            <a:gdLst/>
            <a:ahLst/>
            <a:cxnLst/>
            <a:rect l="l" t="t" r="r" b="b"/>
            <a:pathLst>
              <a:path w="8453119" h="1066800">
                <a:moveTo>
                  <a:pt x="8292524" y="1066800"/>
                </a:moveTo>
                <a:lnTo>
                  <a:pt x="160020" y="1066800"/>
                </a:lnTo>
                <a:lnTo>
                  <a:pt x="128655" y="1063696"/>
                </a:lnTo>
                <a:lnTo>
                  <a:pt x="71240" y="1039914"/>
                </a:lnTo>
                <a:lnTo>
                  <a:pt x="26885" y="995559"/>
                </a:lnTo>
                <a:lnTo>
                  <a:pt x="3103" y="938144"/>
                </a:lnTo>
                <a:lnTo>
                  <a:pt x="0" y="906780"/>
                </a:lnTo>
                <a:lnTo>
                  <a:pt x="0" y="160020"/>
                </a:lnTo>
                <a:lnTo>
                  <a:pt x="12180" y="98783"/>
                </a:lnTo>
                <a:lnTo>
                  <a:pt x="46868" y="46868"/>
                </a:lnTo>
                <a:lnTo>
                  <a:pt x="98783" y="12180"/>
                </a:lnTo>
                <a:lnTo>
                  <a:pt x="160020" y="0"/>
                </a:lnTo>
                <a:lnTo>
                  <a:pt x="8292524" y="0"/>
                </a:lnTo>
                <a:lnTo>
                  <a:pt x="8353761" y="12180"/>
                </a:lnTo>
                <a:lnTo>
                  <a:pt x="8405676" y="46868"/>
                </a:lnTo>
                <a:lnTo>
                  <a:pt x="8440363" y="98783"/>
                </a:lnTo>
                <a:lnTo>
                  <a:pt x="8452544" y="160020"/>
                </a:lnTo>
                <a:lnTo>
                  <a:pt x="8452544" y="906780"/>
                </a:lnTo>
                <a:lnTo>
                  <a:pt x="8440363" y="968017"/>
                </a:lnTo>
                <a:lnTo>
                  <a:pt x="8405676" y="1019931"/>
                </a:lnTo>
                <a:lnTo>
                  <a:pt x="8353761" y="1054619"/>
                </a:lnTo>
                <a:lnTo>
                  <a:pt x="8292524" y="1066800"/>
                </a:lnTo>
                <a:close/>
              </a:path>
            </a:pathLst>
          </a:custGeom>
          <a:solidFill>
            <a:srgbClr val="006FBF"/>
          </a:solidFill>
        </p:spPr>
        <p:txBody>
          <a:bodyPr wrap="square" lIns="0" tIns="0" rIns="0" bIns="0" rtlCol="0"/>
          <a:lstStyle/>
          <a:p>
            <a:endParaRPr/>
          </a:p>
        </p:txBody>
      </p:sp>
      <p:sp>
        <p:nvSpPr>
          <p:cNvPr id="6" name="object 6" descr="$PPTXTitle"/>
          <p:cNvSpPr txBox="1">
            <a:spLocks noGrp="1"/>
          </p:cNvSpPr>
          <p:nvPr>
            <p:ph type="title"/>
          </p:nvPr>
        </p:nvSpPr>
        <p:spPr>
          <a:xfrm>
            <a:off x="5104659" y="-23597"/>
            <a:ext cx="7868919" cy="1294509"/>
          </a:xfrm>
          <a:prstGeom prst="rect">
            <a:avLst/>
          </a:prstGeom>
        </p:spPr>
        <p:txBody>
          <a:bodyPr vert="horz" wrap="square" lIns="0" tIns="519809" rIns="0" bIns="0" rtlCol="0">
            <a:spAutoFit/>
          </a:bodyPr>
          <a:lstStyle/>
          <a:p>
            <a:pPr marL="12700">
              <a:lnSpc>
                <a:spcPct val="100000"/>
              </a:lnSpc>
              <a:spcBef>
                <a:spcPts val="100"/>
              </a:spcBef>
            </a:pPr>
            <a:r>
              <a:rPr sz="5000" spc="-425" dirty="0">
                <a:solidFill>
                  <a:srgbClr val="F1FFF2"/>
                </a:solidFill>
              </a:rPr>
              <a:t>SMART</a:t>
            </a:r>
            <a:r>
              <a:rPr sz="5000" spc="-300" dirty="0">
                <a:solidFill>
                  <a:srgbClr val="F1FFF2"/>
                </a:solidFill>
              </a:rPr>
              <a:t> </a:t>
            </a:r>
            <a:r>
              <a:rPr sz="5000" spc="-630" dirty="0">
                <a:solidFill>
                  <a:srgbClr val="F1FFF2"/>
                </a:solidFill>
              </a:rPr>
              <a:t>INDIA</a:t>
            </a:r>
            <a:r>
              <a:rPr sz="5000" spc="-300" dirty="0">
                <a:solidFill>
                  <a:srgbClr val="F1FFF2"/>
                </a:solidFill>
              </a:rPr>
              <a:t> </a:t>
            </a:r>
            <a:r>
              <a:rPr sz="5000" spc="-580" dirty="0">
                <a:solidFill>
                  <a:srgbClr val="F1FFF2"/>
                </a:solidFill>
              </a:rPr>
              <a:t>HACKATHON</a:t>
            </a:r>
            <a:r>
              <a:rPr sz="5000" spc="-295" dirty="0">
                <a:solidFill>
                  <a:srgbClr val="F1FFF2"/>
                </a:solidFill>
              </a:rPr>
              <a:t> </a:t>
            </a:r>
            <a:r>
              <a:rPr sz="5000" spc="-20" dirty="0">
                <a:solidFill>
                  <a:srgbClr val="F1FFF2"/>
                </a:solidFill>
              </a:rPr>
              <a:t>202</a:t>
            </a:r>
            <a:r>
              <a:rPr lang="en-IN" sz="5000" spc="-20" dirty="0">
                <a:solidFill>
                  <a:srgbClr val="F1FFF2"/>
                </a:solidFill>
              </a:rPr>
              <a:t>6</a:t>
            </a:r>
            <a:endParaRPr sz="5000" dirty="0"/>
          </a:p>
        </p:txBody>
      </p:sp>
      <p:sp>
        <p:nvSpPr>
          <p:cNvPr id="7" name="object 7"/>
          <p:cNvSpPr txBox="1"/>
          <p:nvPr/>
        </p:nvSpPr>
        <p:spPr>
          <a:xfrm>
            <a:off x="624565" y="1810435"/>
            <a:ext cx="11034035" cy="7739106"/>
          </a:xfrm>
          <a:prstGeom prst="rect">
            <a:avLst/>
          </a:prstGeom>
          <a:ln w="28575">
            <a:solidFill>
              <a:srgbClr val="FF0000"/>
            </a:solidFill>
            <a:prstDash val="dash"/>
          </a:ln>
        </p:spPr>
        <p:txBody>
          <a:bodyPr vert="horz" wrap="square" lIns="0" tIns="12700" rIns="0" bIns="0" rtlCol="0">
            <a:spAutoFit/>
          </a:bodyPr>
          <a:lstStyle/>
          <a:p>
            <a:pPr marL="285750" indent="-285750" algn="just">
              <a:lnSpc>
                <a:spcPct val="200000"/>
              </a:lnSpc>
              <a:buFont typeface="Arial" panose="020B0604020202020204" pitchFamily="34" charset="0"/>
              <a:buChar char="•"/>
            </a:pPr>
            <a:r>
              <a:rPr lang="en-US" sz="3200" b="1" dirty="0">
                <a:latin typeface="Arial" panose="020B0604020202020204" pitchFamily="34" charset="0"/>
                <a:cs typeface="Arial" panose="020B0604020202020204" pitchFamily="34" charset="0"/>
              </a:rPr>
              <a:t>Problem Statement ID – </a:t>
            </a:r>
            <a:r>
              <a:rPr lang="en-US" sz="3200" b="1" dirty="0">
                <a:solidFill>
                  <a:srgbClr val="FF0000"/>
                </a:solidFill>
                <a:latin typeface="Arial" panose="020B0604020202020204" pitchFamily="34" charset="0"/>
                <a:cs typeface="Arial" panose="020B0604020202020204" pitchFamily="34" charset="0"/>
              </a:rPr>
              <a:t>SIH26067</a:t>
            </a:r>
          </a:p>
          <a:p>
            <a:pPr marL="285750" indent="-285750" algn="just">
              <a:lnSpc>
                <a:spcPct val="200000"/>
              </a:lnSpc>
              <a:buFont typeface="Arial" panose="020B0604020202020204" pitchFamily="34" charset="0"/>
              <a:buChar char="•"/>
            </a:pPr>
            <a:r>
              <a:rPr lang="en-US" sz="3200" b="1" dirty="0">
                <a:latin typeface="Arial" panose="020B0604020202020204" pitchFamily="34" charset="0"/>
                <a:cs typeface="Arial" panose="020B0604020202020204" pitchFamily="34" charset="0"/>
              </a:rPr>
              <a:t>Problem Statement Title- </a:t>
            </a:r>
            <a:r>
              <a:rPr lang="en-US" sz="3200" b="1" dirty="0">
                <a:solidFill>
                  <a:srgbClr val="FF0000"/>
                </a:solidFill>
                <a:latin typeface="Arial" panose="020B0604020202020204" pitchFamily="34" charset="0"/>
                <a:cs typeface="Arial" panose="020B0604020202020204" pitchFamily="34" charset="0"/>
              </a:rPr>
              <a:t>Develop a web-based interactive 3D visualization platform that integrates numerical ocean model outputs and in-situ observation</a:t>
            </a:r>
          </a:p>
          <a:p>
            <a:pPr marL="285750" indent="-285750" algn="just">
              <a:lnSpc>
                <a:spcPct val="200000"/>
              </a:lnSpc>
              <a:buFont typeface="Arial" panose="020B0604020202020204" pitchFamily="34" charset="0"/>
              <a:buChar char="•"/>
            </a:pPr>
            <a:r>
              <a:rPr lang="en-US" sz="3200" b="1" dirty="0">
                <a:latin typeface="Arial" panose="020B0604020202020204" pitchFamily="34" charset="0"/>
                <a:cs typeface="Arial" panose="020B0604020202020204" pitchFamily="34" charset="0"/>
              </a:rPr>
              <a:t>Theme- </a:t>
            </a:r>
            <a:r>
              <a:rPr lang="en-US" sz="3200" b="1" dirty="0">
                <a:solidFill>
                  <a:srgbClr val="FF0000"/>
                </a:solidFill>
                <a:latin typeface="Arial" panose="020B0604020202020204" pitchFamily="34" charset="0"/>
                <a:cs typeface="Arial" panose="020B0604020202020204" pitchFamily="34" charset="0"/>
              </a:rPr>
              <a:t>Disaster Management</a:t>
            </a:r>
          </a:p>
          <a:p>
            <a:pPr marL="285750" indent="-285750" algn="just">
              <a:lnSpc>
                <a:spcPct val="200000"/>
              </a:lnSpc>
              <a:buFont typeface="Arial" panose="020B0604020202020204" pitchFamily="34" charset="0"/>
              <a:buChar char="•"/>
            </a:pPr>
            <a:r>
              <a:rPr lang="en-US" sz="3200" b="1" dirty="0">
                <a:latin typeface="Arial" panose="020B0604020202020204" pitchFamily="34" charset="0"/>
                <a:cs typeface="Arial" panose="020B0604020202020204" pitchFamily="34" charset="0"/>
              </a:rPr>
              <a:t>PS Category- </a:t>
            </a:r>
            <a:r>
              <a:rPr lang="en-US" sz="3200" b="1" dirty="0">
                <a:solidFill>
                  <a:srgbClr val="FF0000"/>
                </a:solidFill>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3200" b="1" dirty="0">
                <a:solidFill>
                  <a:schemeClr val="tx1"/>
                </a:solidFill>
                <a:latin typeface="Arial" panose="020B0604020202020204" pitchFamily="34" charset="0"/>
                <a:cs typeface="Arial" panose="020B0604020202020204" pitchFamily="34" charset="0"/>
              </a:rPr>
              <a:t>Team ID- </a:t>
            </a:r>
            <a:r>
              <a:rPr lang="en-US" sz="3200" b="1" dirty="0">
                <a:solidFill>
                  <a:srgbClr val="FF0000"/>
                </a:solidFill>
                <a:latin typeface="Arial" panose="020B0604020202020204" pitchFamily="34" charset="0"/>
                <a:cs typeface="Arial" panose="020B0604020202020204" pitchFamily="34" charset="0"/>
              </a:rPr>
              <a:t>3B0D5B</a:t>
            </a:r>
          </a:p>
          <a:p>
            <a:pPr marL="285750" indent="-285750" algn="just">
              <a:lnSpc>
                <a:spcPct val="200000"/>
              </a:lnSpc>
              <a:buFont typeface="Arial" panose="020B0604020202020204" pitchFamily="34" charset="0"/>
              <a:buChar char="•"/>
            </a:pPr>
            <a:r>
              <a:rPr lang="en-US" sz="3200" b="1" dirty="0">
                <a:latin typeface="Arial" panose="020B0604020202020204" pitchFamily="34" charset="0"/>
                <a:cs typeface="Arial" panose="020B0604020202020204" pitchFamily="34" charset="0"/>
              </a:rPr>
              <a:t>Team Name – </a:t>
            </a:r>
            <a:r>
              <a:rPr lang="en-US" sz="3200" b="1" dirty="0" err="1">
                <a:solidFill>
                  <a:srgbClr val="FF0000"/>
                </a:solidFill>
                <a:latin typeface="Arial" panose="020B0604020202020204" pitchFamily="34" charset="0"/>
                <a:cs typeface="Arial" panose="020B0604020202020204" pitchFamily="34" charset="0"/>
              </a:rPr>
              <a:t>Ukdiche</a:t>
            </a:r>
            <a:r>
              <a:rPr lang="en-US" sz="3200" b="1" dirty="0">
                <a:solidFill>
                  <a:srgbClr val="FF0000"/>
                </a:solidFill>
                <a:latin typeface="Arial" panose="020B0604020202020204" pitchFamily="34" charset="0"/>
                <a:cs typeface="Arial" panose="020B0604020202020204" pitchFamily="34" charset="0"/>
              </a:rPr>
              <a:t> Modak</a:t>
            </a:r>
            <a:endParaRPr lang="en-IN" sz="3200" b="1" dirty="0">
              <a:solidFill>
                <a:srgbClr val="FF0000"/>
              </a:solidFill>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1C3A1230-F413-13A3-6361-161B1BDA13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634312" y="324814"/>
            <a:ext cx="2249850" cy="1062337"/>
          </a:xfrm>
          <a:prstGeom prst="rect">
            <a:avLst/>
          </a:prstGeom>
        </p:spPr>
      </p:pic>
      <p:pic>
        <p:nvPicPr>
          <p:cNvPr id="20" name="Picture 19">
            <a:extLst>
              <a:ext uri="{FF2B5EF4-FFF2-40B4-BE49-F238E27FC236}">
                <a16:creationId xmlns:a16="http://schemas.microsoft.com/office/drawing/2014/main" id="{B32A0857-CD46-0AB6-2FAD-1FAC3216D1CE}"/>
              </a:ext>
            </a:extLst>
          </p:cNvPr>
          <p:cNvPicPr>
            <a:picLocks noChangeAspect="1"/>
          </p:cNvPicPr>
          <p:nvPr/>
        </p:nvPicPr>
        <p:blipFill>
          <a:blip r:embed="rId4"/>
          <a:srcRect l="22059" t="17489" r="23886" b="19227"/>
          <a:stretch>
            <a:fillRect/>
          </a:stretch>
        </p:blipFill>
        <p:spPr>
          <a:xfrm>
            <a:off x="228600" y="533128"/>
            <a:ext cx="1216152" cy="777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 y="10052239"/>
            <a:ext cx="18288000" cy="234950"/>
          </a:xfrm>
          <a:custGeom>
            <a:avLst/>
            <a:gdLst/>
            <a:ahLst/>
            <a:cxnLst/>
            <a:rect l="l" t="t" r="r" b="b"/>
            <a:pathLst>
              <a:path w="18288000" h="234950">
                <a:moveTo>
                  <a:pt x="18287588" y="0"/>
                </a:moveTo>
                <a:lnTo>
                  <a:pt x="18287588" y="234760"/>
                </a:lnTo>
                <a:lnTo>
                  <a:pt x="0" y="234760"/>
                </a:lnTo>
                <a:lnTo>
                  <a:pt x="0" y="0"/>
                </a:lnTo>
                <a:lnTo>
                  <a:pt x="18287588" y="0"/>
                </a:lnTo>
                <a:close/>
              </a:path>
            </a:pathLst>
          </a:custGeom>
          <a:solidFill>
            <a:srgbClr val="004EAB"/>
          </a:solidFill>
        </p:spPr>
        <p:txBody>
          <a:bodyPr wrap="square" lIns="0" tIns="0" rIns="0" bIns="0" rtlCol="0"/>
          <a:lstStyle/>
          <a:p>
            <a:endParaRPr/>
          </a:p>
        </p:txBody>
      </p:sp>
      <p:pic>
        <p:nvPicPr>
          <p:cNvPr id="3" name="object 3"/>
          <p:cNvPicPr/>
          <p:nvPr/>
        </p:nvPicPr>
        <p:blipFill>
          <a:blip r:embed="rId2" cstate="print"/>
          <a:stretch>
            <a:fillRect/>
          </a:stretch>
        </p:blipFill>
        <p:spPr>
          <a:xfrm>
            <a:off x="4618776" y="8480846"/>
            <a:ext cx="732711" cy="733424"/>
          </a:xfrm>
          <a:prstGeom prst="rect">
            <a:avLst/>
          </a:prstGeom>
        </p:spPr>
      </p:pic>
      <p:sp>
        <p:nvSpPr>
          <p:cNvPr id="4" name="object 4"/>
          <p:cNvSpPr txBox="1"/>
          <p:nvPr/>
        </p:nvSpPr>
        <p:spPr>
          <a:xfrm>
            <a:off x="5445304" y="8427625"/>
            <a:ext cx="3531451" cy="1316258"/>
          </a:xfrm>
          <a:prstGeom prst="rect">
            <a:avLst/>
          </a:prstGeom>
          <a:ln w="28575">
            <a:solidFill>
              <a:schemeClr val="tx1"/>
            </a:solidFill>
            <a:prstDash val="dash"/>
          </a:ln>
        </p:spPr>
        <p:txBody>
          <a:bodyPr vert="horz" wrap="square" lIns="0" tIns="12700" rIns="0" bIns="0" rtlCol="0">
            <a:spAutoFit/>
          </a:bodyPr>
          <a:lstStyle/>
          <a:p>
            <a:pPr marL="12700" marR="5080" algn="ctr">
              <a:lnSpc>
                <a:spcPct val="114599"/>
              </a:lnSpc>
              <a:spcBef>
                <a:spcPts val="100"/>
              </a:spcBef>
            </a:pPr>
            <a:r>
              <a:rPr lang="en-IN" dirty="0">
                <a:latin typeface="Arial Black"/>
                <a:cs typeface="Arial Black"/>
              </a:rPr>
              <a:t>Depth aware 3-D rendering</a:t>
            </a:r>
            <a:endParaRPr sz="1800" dirty="0">
              <a:latin typeface="Arial Black"/>
              <a:cs typeface="Arial Black"/>
            </a:endParaRPr>
          </a:p>
          <a:p>
            <a:pPr marL="12700" marR="5080" algn="just">
              <a:lnSpc>
                <a:spcPct val="100000"/>
              </a:lnSpc>
              <a:spcBef>
                <a:spcPts val="45"/>
              </a:spcBef>
            </a:pPr>
            <a:r>
              <a:rPr lang="en-IN" sz="1600" dirty="0">
                <a:latin typeface="Lucida Sans Unicode" panose="020B0602030504020204" pitchFamily="34" charset="0"/>
                <a:cs typeface="Lucida Sans Unicode" panose="020B0602030504020204" pitchFamily="34" charset="0"/>
              </a:rPr>
              <a:t>Our platform renders true volumetric ocean structure, not flat maps, revealing layers invisible in 2D tools</a:t>
            </a:r>
            <a:r>
              <a:rPr lang="en-IN" sz="1600" dirty="0"/>
              <a:t>.</a:t>
            </a:r>
            <a:endParaRPr sz="1650" dirty="0">
              <a:latin typeface="Lucida Sans Unicode"/>
              <a:cs typeface="Lucida Sans Unicode"/>
            </a:endParaRPr>
          </a:p>
        </p:txBody>
      </p:sp>
      <p:pic>
        <p:nvPicPr>
          <p:cNvPr id="5" name="object 5"/>
          <p:cNvPicPr/>
          <p:nvPr/>
        </p:nvPicPr>
        <p:blipFill>
          <a:blip r:embed="rId3" cstate="print"/>
          <a:stretch>
            <a:fillRect/>
          </a:stretch>
        </p:blipFill>
        <p:spPr>
          <a:xfrm>
            <a:off x="218956" y="8473779"/>
            <a:ext cx="698213" cy="698006"/>
          </a:xfrm>
          <a:prstGeom prst="rect">
            <a:avLst/>
          </a:prstGeom>
        </p:spPr>
      </p:pic>
      <p:sp>
        <p:nvSpPr>
          <p:cNvPr id="6" name="object 6"/>
          <p:cNvSpPr txBox="1"/>
          <p:nvPr/>
        </p:nvSpPr>
        <p:spPr>
          <a:xfrm>
            <a:off x="993509" y="8426310"/>
            <a:ext cx="3531450" cy="1496564"/>
          </a:xfrm>
          <a:prstGeom prst="rect">
            <a:avLst/>
          </a:prstGeom>
          <a:ln w="28575">
            <a:solidFill>
              <a:schemeClr val="tx1"/>
            </a:solidFill>
            <a:prstDash val="dash"/>
          </a:ln>
        </p:spPr>
        <p:txBody>
          <a:bodyPr vert="horz" wrap="square" lIns="0" tIns="6350" rIns="0" bIns="0" rtlCol="0">
            <a:spAutoFit/>
          </a:bodyPr>
          <a:lstStyle/>
          <a:p>
            <a:pPr marL="12700" marR="5080" algn="ctr">
              <a:lnSpc>
                <a:spcPct val="100000"/>
              </a:lnSpc>
              <a:spcBef>
                <a:spcPts val="50"/>
              </a:spcBef>
              <a:tabLst>
                <a:tab pos="1391920" algn="l"/>
                <a:tab pos="2871470" algn="l"/>
              </a:tabLst>
            </a:pPr>
            <a:r>
              <a:rPr lang="en-IN" sz="1600" dirty="0">
                <a:latin typeface="Arial Black" panose="020B0A04020102020204" pitchFamily="34" charset="0"/>
              </a:rPr>
              <a:t>Real-Time Model-Observation Engine</a:t>
            </a:r>
          </a:p>
          <a:p>
            <a:pPr marL="12700" marR="5080" algn="just">
              <a:lnSpc>
                <a:spcPct val="100000"/>
              </a:lnSpc>
              <a:spcBef>
                <a:spcPts val="50"/>
              </a:spcBef>
              <a:tabLst>
                <a:tab pos="1391920" algn="l"/>
                <a:tab pos="2871470" algn="l"/>
              </a:tabLst>
            </a:pPr>
            <a:r>
              <a:rPr lang="en-IN" sz="1600" dirty="0">
                <a:latin typeface="Lucida Sans Unicode" panose="020B0602030504020204" pitchFamily="34" charset="0"/>
                <a:cs typeface="Lucida Sans Unicode" panose="020B0602030504020204" pitchFamily="34" charset="0"/>
              </a:rPr>
              <a:t>Forecasters can instantly compare live model predictions against real sensor readings for faster decisions</a:t>
            </a:r>
            <a:r>
              <a:rPr lang="en-IN" sz="1600" dirty="0"/>
              <a:t>.</a:t>
            </a:r>
            <a:endParaRPr sz="1650" dirty="0">
              <a:latin typeface="Lucida Sans Unicode"/>
              <a:cs typeface="Lucida Sans Unicode"/>
            </a:endParaRPr>
          </a:p>
        </p:txBody>
      </p:sp>
      <p:grpSp>
        <p:nvGrpSpPr>
          <p:cNvPr id="24" name="object 24"/>
          <p:cNvGrpSpPr/>
          <p:nvPr/>
        </p:nvGrpSpPr>
        <p:grpSpPr>
          <a:xfrm>
            <a:off x="13722685" y="8537132"/>
            <a:ext cx="739775" cy="450215"/>
            <a:chOff x="13995027" y="8525782"/>
            <a:chExt cx="739775" cy="450215"/>
          </a:xfrm>
        </p:grpSpPr>
        <p:pic>
          <p:nvPicPr>
            <p:cNvPr id="25" name="object 25"/>
            <p:cNvPicPr/>
            <p:nvPr/>
          </p:nvPicPr>
          <p:blipFill>
            <a:blip r:embed="rId4" cstate="print"/>
            <a:stretch>
              <a:fillRect/>
            </a:stretch>
          </p:blipFill>
          <p:spPr>
            <a:xfrm>
              <a:off x="14182470" y="8660092"/>
              <a:ext cx="197934" cy="193845"/>
            </a:xfrm>
            <a:prstGeom prst="rect">
              <a:avLst/>
            </a:prstGeom>
          </p:spPr>
        </p:pic>
        <p:sp>
          <p:nvSpPr>
            <p:cNvPr id="26" name="object 26"/>
            <p:cNvSpPr/>
            <p:nvPr/>
          </p:nvSpPr>
          <p:spPr>
            <a:xfrm>
              <a:off x="14004350" y="8556515"/>
              <a:ext cx="720725" cy="407670"/>
            </a:xfrm>
            <a:custGeom>
              <a:avLst/>
              <a:gdLst/>
              <a:ahLst/>
              <a:cxnLst/>
              <a:rect l="l" t="t" r="r" b="b"/>
              <a:pathLst>
                <a:path w="720725" h="407670">
                  <a:moveTo>
                    <a:pt x="46484" y="406207"/>
                  </a:moveTo>
                  <a:lnTo>
                    <a:pt x="28398" y="402709"/>
                  </a:lnTo>
                  <a:lnTo>
                    <a:pt x="13622" y="393172"/>
                  </a:lnTo>
                  <a:lnTo>
                    <a:pt x="3655" y="379029"/>
                  </a:lnTo>
                  <a:lnTo>
                    <a:pt x="0" y="361716"/>
                  </a:lnTo>
                  <a:lnTo>
                    <a:pt x="0" y="44555"/>
                  </a:lnTo>
                  <a:lnTo>
                    <a:pt x="3655" y="27242"/>
                  </a:lnTo>
                  <a:lnTo>
                    <a:pt x="13622" y="13099"/>
                  </a:lnTo>
                  <a:lnTo>
                    <a:pt x="28398" y="3562"/>
                  </a:lnTo>
                  <a:lnTo>
                    <a:pt x="46484" y="64"/>
                  </a:lnTo>
                  <a:lnTo>
                    <a:pt x="64570" y="3562"/>
                  </a:lnTo>
                  <a:lnTo>
                    <a:pt x="79346" y="13099"/>
                  </a:lnTo>
                  <a:lnTo>
                    <a:pt x="89313" y="27242"/>
                  </a:lnTo>
                  <a:lnTo>
                    <a:pt x="92968" y="44555"/>
                  </a:lnTo>
                  <a:lnTo>
                    <a:pt x="92968" y="361716"/>
                  </a:lnTo>
                  <a:lnTo>
                    <a:pt x="89313" y="379029"/>
                  </a:lnTo>
                  <a:lnTo>
                    <a:pt x="79346" y="393172"/>
                  </a:lnTo>
                  <a:lnTo>
                    <a:pt x="64570" y="402709"/>
                  </a:lnTo>
                  <a:lnTo>
                    <a:pt x="46484" y="406207"/>
                  </a:lnTo>
                  <a:close/>
                </a:path>
                <a:path w="720725" h="407670">
                  <a:moveTo>
                    <a:pt x="682992" y="76445"/>
                  </a:moveTo>
                  <a:lnTo>
                    <a:pt x="469730" y="76445"/>
                  </a:lnTo>
                  <a:lnTo>
                    <a:pt x="454652" y="73343"/>
                  </a:lnTo>
                  <a:lnTo>
                    <a:pt x="454960" y="73343"/>
                  </a:lnTo>
                  <a:lnTo>
                    <a:pt x="443136" y="65226"/>
                  </a:lnTo>
                  <a:lnTo>
                    <a:pt x="435074" y="53064"/>
                  </a:lnTo>
                  <a:lnTo>
                    <a:pt x="432118" y="38190"/>
                  </a:lnTo>
                  <a:lnTo>
                    <a:pt x="434957" y="23624"/>
                  </a:lnTo>
                  <a:lnTo>
                    <a:pt x="442871" y="11452"/>
                  </a:lnTo>
                  <a:lnTo>
                    <a:pt x="454954" y="3001"/>
                  </a:lnTo>
                  <a:lnTo>
                    <a:pt x="455290" y="3001"/>
                  </a:lnTo>
                  <a:lnTo>
                    <a:pt x="469730" y="0"/>
                  </a:lnTo>
                  <a:lnTo>
                    <a:pt x="682992" y="0"/>
                  </a:lnTo>
                  <a:lnTo>
                    <a:pt x="697630" y="3001"/>
                  </a:lnTo>
                  <a:lnTo>
                    <a:pt x="709585" y="11187"/>
                  </a:lnTo>
                  <a:lnTo>
                    <a:pt x="717647" y="23326"/>
                  </a:lnTo>
                  <a:lnTo>
                    <a:pt x="720604" y="38190"/>
                  </a:lnTo>
                  <a:lnTo>
                    <a:pt x="717765" y="52793"/>
                  </a:lnTo>
                  <a:lnTo>
                    <a:pt x="709851" y="64984"/>
                  </a:lnTo>
                  <a:lnTo>
                    <a:pt x="697910" y="73343"/>
                  </a:lnTo>
                  <a:lnTo>
                    <a:pt x="682992" y="76445"/>
                  </a:lnTo>
                  <a:close/>
                </a:path>
                <a:path w="720725" h="407670">
                  <a:moveTo>
                    <a:pt x="576393" y="407043"/>
                  </a:moveTo>
                  <a:lnTo>
                    <a:pt x="559221" y="403512"/>
                  </a:lnTo>
                  <a:lnTo>
                    <a:pt x="545202" y="393887"/>
                  </a:lnTo>
                  <a:lnTo>
                    <a:pt x="535752" y="379621"/>
                  </a:lnTo>
                  <a:lnTo>
                    <a:pt x="532287" y="362166"/>
                  </a:lnTo>
                  <a:lnTo>
                    <a:pt x="532287" y="76445"/>
                  </a:lnTo>
                  <a:lnTo>
                    <a:pt x="620498" y="76445"/>
                  </a:lnTo>
                  <a:lnTo>
                    <a:pt x="620498" y="362166"/>
                  </a:lnTo>
                  <a:lnTo>
                    <a:pt x="617034" y="379621"/>
                  </a:lnTo>
                  <a:lnTo>
                    <a:pt x="607583" y="393887"/>
                  </a:lnTo>
                  <a:lnTo>
                    <a:pt x="593564" y="403512"/>
                  </a:lnTo>
                  <a:lnTo>
                    <a:pt x="576393" y="407043"/>
                  </a:lnTo>
                  <a:close/>
                </a:path>
              </a:pathLst>
            </a:custGeom>
            <a:solidFill>
              <a:srgbClr val="01A8F6"/>
            </a:solidFill>
          </p:spPr>
          <p:txBody>
            <a:bodyPr wrap="square" lIns="0" tIns="0" rIns="0" bIns="0" rtlCol="0"/>
            <a:lstStyle/>
            <a:p>
              <a:endParaRPr/>
            </a:p>
          </p:txBody>
        </p:sp>
        <p:sp>
          <p:nvSpPr>
            <p:cNvPr id="27" name="object 27"/>
            <p:cNvSpPr/>
            <p:nvPr/>
          </p:nvSpPr>
          <p:spPr>
            <a:xfrm>
              <a:off x="13995027" y="8525782"/>
              <a:ext cx="739775" cy="450215"/>
            </a:xfrm>
            <a:custGeom>
              <a:avLst/>
              <a:gdLst/>
              <a:ahLst/>
              <a:cxnLst/>
              <a:rect l="l" t="t" r="r" b="b"/>
              <a:pathLst>
                <a:path w="739775" h="450215">
                  <a:moveTo>
                    <a:pt x="286235" y="340306"/>
                  </a:moveTo>
                  <a:lnTo>
                    <a:pt x="242922" y="331722"/>
                  </a:lnTo>
                  <a:lnTo>
                    <a:pt x="207500" y="308328"/>
                  </a:lnTo>
                  <a:lnTo>
                    <a:pt x="183589" y="273663"/>
                  </a:lnTo>
                  <a:lnTo>
                    <a:pt x="174827" y="231200"/>
                  </a:lnTo>
                  <a:lnTo>
                    <a:pt x="182365" y="192190"/>
                  </a:lnTo>
                  <a:lnTo>
                    <a:pt x="199745" y="161802"/>
                  </a:lnTo>
                  <a:lnTo>
                    <a:pt x="224496" y="140099"/>
                  </a:lnTo>
                  <a:lnTo>
                    <a:pt x="254175" y="127080"/>
                  </a:lnTo>
                  <a:lnTo>
                    <a:pt x="286211" y="122744"/>
                  </a:lnTo>
                  <a:lnTo>
                    <a:pt x="318318" y="127080"/>
                  </a:lnTo>
                  <a:lnTo>
                    <a:pt x="347971" y="140099"/>
                  </a:lnTo>
                  <a:lnTo>
                    <a:pt x="355224" y="146461"/>
                  </a:lnTo>
                  <a:lnTo>
                    <a:pt x="286300" y="146461"/>
                  </a:lnTo>
                  <a:lnTo>
                    <a:pt x="252615" y="153128"/>
                  </a:lnTo>
                  <a:lnTo>
                    <a:pt x="225084" y="171302"/>
                  </a:lnTo>
                  <a:lnTo>
                    <a:pt x="206510" y="198240"/>
                  </a:lnTo>
                  <a:lnTo>
                    <a:pt x="199696" y="231200"/>
                  </a:lnTo>
                  <a:lnTo>
                    <a:pt x="208288" y="268079"/>
                  </a:lnTo>
                  <a:lnTo>
                    <a:pt x="228060" y="294426"/>
                  </a:lnTo>
                  <a:lnTo>
                    <a:pt x="255288" y="310238"/>
                  </a:lnTo>
                  <a:lnTo>
                    <a:pt x="286243" y="315513"/>
                  </a:lnTo>
                  <a:lnTo>
                    <a:pt x="354117" y="315513"/>
                  </a:lnTo>
                  <a:lnTo>
                    <a:pt x="329575" y="331722"/>
                  </a:lnTo>
                  <a:lnTo>
                    <a:pt x="286235" y="340306"/>
                  </a:lnTo>
                  <a:close/>
                </a:path>
                <a:path w="739775" h="450215">
                  <a:moveTo>
                    <a:pt x="354117" y="315513"/>
                  </a:moveTo>
                  <a:lnTo>
                    <a:pt x="286243" y="315513"/>
                  </a:lnTo>
                  <a:lnTo>
                    <a:pt x="317222" y="310238"/>
                  </a:lnTo>
                  <a:lnTo>
                    <a:pt x="344452" y="294426"/>
                  </a:lnTo>
                  <a:lnTo>
                    <a:pt x="364229" y="268079"/>
                  </a:lnTo>
                  <a:lnTo>
                    <a:pt x="372839" y="231200"/>
                  </a:lnTo>
                  <a:lnTo>
                    <a:pt x="366016" y="198240"/>
                  </a:lnTo>
                  <a:lnTo>
                    <a:pt x="347427" y="171302"/>
                  </a:lnTo>
                  <a:lnTo>
                    <a:pt x="319893" y="153128"/>
                  </a:lnTo>
                  <a:lnTo>
                    <a:pt x="286235" y="146461"/>
                  </a:lnTo>
                  <a:lnTo>
                    <a:pt x="355224" y="146461"/>
                  </a:lnTo>
                  <a:lnTo>
                    <a:pt x="372716" y="161802"/>
                  </a:lnTo>
                  <a:lnTo>
                    <a:pt x="390096" y="192190"/>
                  </a:lnTo>
                  <a:lnTo>
                    <a:pt x="397644" y="231200"/>
                  </a:lnTo>
                  <a:lnTo>
                    <a:pt x="388890" y="273663"/>
                  </a:lnTo>
                  <a:lnTo>
                    <a:pt x="364995" y="308328"/>
                  </a:lnTo>
                  <a:lnTo>
                    <a:pt x="354117" y="315513"/>
                  </a:lnTo>
                  <a:close/>
                </a:path>
                <a:path w="739775" h="450215">
                  <a:moveTo>
                    <a:pt x="358204" y="380554"/>
                  </a:moveTo>
                  <a:lnTo>
                    <a:pt x="284435" y="380554"/>
                  </a:lnTo>
                  <a:lnTo>
                    <a:pt x="306296" y="378369"/>
                  </a:lnTo>
                  <a:lnTo>
                    <a:pt x="324884" y="372091"/>
                  </a:lnTo>
                  <a:lnTo>
                    <a:pt x="339144" y="364307"/>
                  </a:lnTo>
                  <a:lnTo>
                    <a:pt x="348022" y="357601"/>
                  </a:lnTo>
                  <a:lnTo>
                    <a:pt x="353165" y="353165"/>
                  </a:lnTo>
                  <a:lnTo>
                    <a:pt x="361009" y="353679"/>
                  </a:lnTo>
                  <a:lnTo>
                    <a:pt x="365574" y="358759"/>
                  </a:lnTo>
                  <a:lnTo>
                    <a:pt x="370074" y="363838"/>
                  </a:lnTo>
                  <a:lnTo>
                    <a:pt x="369568" y="371368"/>
                  </a:lnTo>
                  <a:lnTo>
                    <a:pt x="369701" y="371368"/>
                  </a:lnTo>
                  <a:lnTo>
                    <a:pt x="364352" y="375925"/>
                  </a:lnTo>
                  <a:lnTo>
                    <a:pt x="358204" y="380554"/>
                  </a:lnTo>
                  <a:close/>
                </a:path>
                <a:path w="739775" h="450215">
                  <a:moveTo>
                    <a:pt x="286235" y="404857"/>
                  </a:moveTo>
                  <a:lnTo>
                    <a:pt x="237894" y="394514"/>
                  </a:lnTo>
                  <a:lnTo>
                    <a:pt x="203790" y="367004"/>
                  </a:lnTo>
                  <a:lnTo>
                    <a:pt x="205067" y="363838"/>
                  </a:lnTo>
                  <a:lnTo>
                    <a:pt x="207188" y="358759"/>
                  </a:lnTo>
                  <a:lnTo>
                    <a:pt x="214999" y="354588"/>
                  </a:lnTo>
                  <a:lnTo>
                    <a:pt x="224449" y="357601"/>
                  </a:lnTo>
                  <a:lnTo>
                    <a:pt x="232709" y="363838"/>
                  </a:lnTo>
                  <a:lnTo>
                    <a:pt x="233495" y="364307"/>
                  </a:lnTo>
                  <a:lnTo>
                    <a:pt x="245907" y="371368"/>
                  </a:lnTo>
                  <a:lnTo>
                    <a:pt x="263254" y="377664"/>
                  </a:lnTo>
                  <a:lnTo>
                    <a:pt x="284435" y="380554"/>
                  </a:lnTo>
                  <a:lnTo>
                    <a:pt x="358204" y="380554"/>
                  </a:lnTo>
                  <a:lnTo>
                    <a:pt x="353412" y="384162"/>
                  </a:lnTo>
                  <a:lnTo>
                    <a:pt x="336384" y="393694"/>
                  </a:lnTo>
                  <a:lnTo>
                    <a:pt x="313811" y="401575"/>
                  </a:lnTo>
                  <a:lnTo>
                    <a:pt x="286235" y="404857"/>
                  </a:lnTo>
                  <a:close/>
                </a:path>
                <a:path w="739775" h="450215">
                  <a:moveTo>
                    <a:pt x="308978" y="448094"/>
                  </a:moveTo>
                  <a:lnTo>
                    <a:pt x="259566" y="447409"/>
                  </a:lnTo>
                  <a:lnTo>
                    <a:pt x="212394" y="434290"/>
                  </a:lnTo>
                  <a:lnTo>
                    <a:pt x="170571" y="409422"/>
                  </a:lnTo>
                  <a:lnTo>
                    <a:pt x="165858" y="400690"/>
                  </a:lnTo>
                  <a:lnTo>
                    <a:pt x="168311" y="393694"/>
                  </a:lnTo>
                  <a:lnTo>
                    <a:pt x="168798" y="392368"/>
                  </a:lnTo>
                  <a:lnTo>
                    <a:pt x="176466" y="387813"/>
                  </a:lnTo>
                  <a:lnTo>
                    <a:pt x="185805" y="390321"/>
                  </a:lnTo>
                  <a:lnTo>
                    <a:pt x="201686" y="401196"/>
                  </a:lnTo>
                  <a:lnTo>
                    <a:pt x="225888" y="413360"/>
                  </a:lnTo>
                  <a:lnTo>
                    <a:pt x="257599" y="422751"/>
                  </a:lnTo>
                  <a:lnTo>
                    <a:pt x="295815" y="425174"/>
                  </a:lnTo>
                  <a:lnTo>
                    <a:pt x="375335" y="425174"/>
                  </a:lnTo>
                  <a:lnTo>
                    <a:pt x="357523" y="435660"/>
                  </a:lnTo>
                  <a:lnTo>
                    <a:pt x="308978" y="448094"/>
                  </a:lnTo>
                  <a:close/>
                </a:path>
                <a:path w="739775" h="450215">
                  <a:moveTo>
                    <a:pt x="375335" y="425174"/>
                  </a:moveTo>
                  <a:lnTo>
                    <a:pt x="295815" y="425174"/>
                  </a:lnTo>
                  <a:lnTo>
                    <a:pt x="326309" y="420337"/>
                  </a:lnTo>
                  <a:lnTo>
                    <a:pt x="351903" y="411311"/>
                  </a:lnTo>
                  <a:lnTo>
                    <a:pt x="372133" y="400536"/>
                  </a:lnTo>
                  <a:lnTo>
                    <a:pt x="386725" y="390321"/>
                  </a:lnTo>
                  <a:lnTo>
                    <a:pt x="387021" y="390321"/>
                  </a:lnTo>
                  <a:lnTo>
                    <a:pt x="396128" y="387813"/>
                  </a:lnTo>
                  <a:lnTo>
                    <a:pt x="400302" y="390321"/>
                  </a:lnTo>
                  <a:lnTo>
                    <a:pt x="403788" y="392368"/>
                  </a:lnTo>
                  <a:lnTo>
                    <a:pt x="406722" y="400536"/>
                  </a:lnTo>
                  <a:lnTo>
                    <a:pt x="406777" y="400690"/>
                  </a:lnTo>
                  <a:lnTo>
                    <a:pt x="402093" y="409422"/>
                  </a:lnTo>
                  <a:lnTo>
                    <a:pt x="375335" y="425174"/>
                  </a:lnTo>
                  <a:close/>
                </a:path>
                <a:path w="739775" h="450215">
                  <a:moveTo>
                    <a:pt x="180665" y="63200"/>
                  </a:moveTo>
                  <a:lnTo>
                    <a:pt x="172821" y="62364"/>
                  </a:lnTo>
                  <a:lnTo>
                    <a:pt x="164206" y="51820"/>
                  </a:lnTo>
                  <a:lnTo>
                    <a:pt x="165053" y="44619"/>
                  </a:lnTo>
                  <a:lnTo>
                    <a:pt x="165106" y="44169"/>
                  </a:lnTo>
                  <a:lnTo>
                    <a:pt x="216469" y="13654"/>
                  </a:lnTo>
                  <a:lnTo>
                    <a:pt x="253099" y="2839"/>
                  </a:lnTo>
                  <a:lnTo>
                    <a:pt x="297294" y="0"/>
                  </a:lnTo>
                  <a:lnTo>
                    <a:pt x="332555" y="5579"/>
                  </a:lnTo>
                  <a:lnTo>
                    <a:pt x="362102" y="15993"/>
                  </a:lnTo>
                  <a:lnTo>
                    <a:pt x="377716" y="24303"/>
                  </a:lnTo>
                  <a:lnTo>
                    <a:pt x="295815" y="24303"/>
                  </a:lnTo>
                  <a:lnTo>
                    <a:pt x="257599" y="26753"/>
                  </a:lnTo>
                  <a:lnTo>
                    <a:pt x="225888" y="36141"/>
                  </a:lnTo>
                  <a:lnTo>
                    <a:pt x="201686" y="48289"/>
                  </a:lnTo>
                  <a:lnTo>
                    <a:pt x="186001" y="59021"/>
                  </a:lnTo>
                  <a:lnTo>
                    <a:pt x="180665" y="63200"/>
                  </a:lnTo>
                  <a:close/>
                </a:path>
                <a:path w="739775" h="450215">
                  <a:moveTo>
                    <a:pt x="392533" y="63200"/>
                  </a:moveTo>
                  <a:lnTo>
                    <a:pt x="391852" y="63200"/>
                  </a:lnTo>
                  <a:lnTo>
                    <a:pt x="386534" y="59021"/>
                  </a:lnTo>
                  <a:lnTo>
                    <a:pt x="372133" y="48967"/>
                  </a:lnTo>
                  <a:lnTo>
                    <a:pt x="351903" y="38190"/>
                  </a:lnTo>
                  <a:lnTo>
                    <a:pt x="326309" y="29149"/>
                  </a:lnTo>
                  <a:lnTo>
                    <a:pt x="295815" y="24303"/>
                  </a:lnTo>
                  <a:lnTo>
                    <a:pt x="377716" y="24303"/>
                  </a:lnTo>
                  <a:lnTo>
                    <a:pt x="385428" y="28407"/>
                  </a:lnTo>
                  <a:lnTo>
                    <a:pt x="402028" y="39990"/>
                  </a:lnTo>
                  <a:lnTo>
                    <a:pt x="407365" y="44169"/>
                  </a:lnTo>
                  <a:lnTo>
                    <a:pt x="408265" y="51820"/>
                  </a:lnTo>
                  <a:lnTo>
                    <a:pt x="403957" y="57092"/>
                  </a:lnTo>
                  <a:lnTo>
                    <a:pt x="402498" y="59021"/>
                  </a:lnTo>
                  <a:lnTo>
                    <a:pt x="399766" y="62364"/>
                  </a:lnTo>
                  <a:lnTo>
                    <a:pt x="400312" y="62364"/>
                  </a:lnTo>
                  <a:lnTo>
                    <a:pt x="392533" y="63200"/>
                  </a:lnTo>
                  <a:close/>
                </a:path>
                <a:path w="739775" h="450215">
                  <a:moveTo>
                    <a:pt x="219289" y="94880"/>
                  </a:moveTo>
                  <a:lnTo>
                    <a:pt x="216292" y="94880"/>
                  </a:lnTo>
                  <a:lnTo>
                    <a:pt x="209250" y="92737"/>
                  </a:lnTo>
                  <a:lnTo>
                    <a:pt x="204888" y="87021"/>
                  </a:lnTo>
                  <a:lnTo>
                    <a:pt x="204215" y="79907"/>
                  </a:lnTo>
                  <a:lnTo>
                    <a:pt x="208183" y="73552"/>
                  </a:lnTo>
                  <a:lnTo>
                    <a:pt x="219954" y="64709"/>
                  </a:lnTo>
                  <a:lnTo>
                    <a:pt x="236681" y="55421"/>
                  </a:lnTo>
                  <a:lnTo>
                    <a:pt x="258109" y="47965"/>
                  </a:lnTo>
                  <a:lnTo>
                    <a:pt x="283985" y="44619"/>
                  </a:lnTo>
                  <a:lnTo>
                    <a:pt x="312330" y="47639"/>
                  </a:lnTo>
                  <a:lnTo>
                    <a:pt x="335320" y="55421"/>
                  </a:lnTo>
                  <a:lnTo>
                    <a:pt x="338470" y="57092"/>
                  </a:lnTo>
                  <a:lnTo>
                    <a:pt x="353178" y="65179"/>
                  </a:lnTo>
                  <a:lnTo>
                    <a:pt x="358203" y="68922"/>
                  </a:lnTo>
                  <a:lnTo>
                    <a:pt x="284499" y="68922"/>
                  </a:lnTo>
                  <a:lnTo>
                    <a:pt x="263319" y="71813"/>
                  </a:lnTo>
                  <a:lnTo>
                    <a:pt x="245971" y="78108"/>
                  </a:lnTo>
                  <a:lnTo>
                    <a:pt x="232892" y="85549"/>
                  </a:lnTo>
                  <a:lnTo>
                    <a:pt x="224513" y="91875"/>
                  </a:lnTo>
                  <a:lnTo>
                    <a:pt x="222134" y="93868"/>
                  </a:lnTo>
                  <a:lnTo>
                    <a:pt x="219289" y="94880"/>
                  </a:lnTo>
                  <a:close/>
                </a:path>
                <a:path w="739775" h="450215">
                  <a:moveTo>
                    <a:pt x="357536" y="94880"/>
                  </a:moveTo>
                  <a:lnTo>
                    <a:pt x="348086" y="91875"/>
                  </a:lnTo>
                  <a:lnTo>
                    <a:pt x="339199" y="85233"/>
                  </a:lnTo>
                  <a:lnTo>
                    <a:pt x="325310" y="77554"/>
                  </a:lnTo>
                  <a:lnTo>
                    <a:pt x="306912" y="71297"/>
                  </a:lnTo>
                  <a:lnTo>
                    <a:pt x="284499" y="68922"/>
                  </a:lnTo>
                  <a:lnTo>
                    <a:pt x="358203" y="68922"/>
                  </a:lnTo>
                  <a:lnTo>
                    <a:pt x="364416" y="73552"/>
                  </a:lnTo>
                  <a:lnTo>
                    <a:pt x="368745" y="82445"/>
                  </a:lnTo>
                  <a:lnTo>
                    <a:pt x="365437" y="90646"/>
                  </a:lnTo>
                  <a:lnTo>
                    <a:pt x="357536" y="94880"/>
                  </a:lnTo>
                  <a:close/>
                </a:path>
                <a:path w="739775" h="450215">
                  <a:moveTo>
                    <a:pt x="58507" y="449091"/>
                  </a:moveTo>
                  <a:lnTo>
                    <a:pt x="35749" y="444580"/>
                  </a:lnTo>
                  <a:lnTo>
                    <a:pt x="17150" y="432287"/>
                  </a:lnTo>
                  <a:lnTo>
                    <a:pt x="4603" y="414074"/>
                  </a:lnTo>
                  <a:lnTo>
                    <a:pt x="0" y="391806"/>
                  </a:lnTo>
                  <a:lnTo>
                    <a:pt x="0" y="75866"/>
                  </a:lnTo>
                  <a:lnTo>
                    <a:pt x="4603" y="53597"/>
                  </a:lnTo>
                  <a:lnTo>
                    <a:pt x="17150" y="35385"/>
                  </a:lnTo>
                  <a:lnTo>
                    <a:pt x="35749" y="23092"/>
                  </a:lnTo>
                  <a:lnTo>
                    <a:pt x="58507" y="18580"/>
                  </a:lnTo>
                  <a:lnTo>
                    <a:pt x="81265" y="23092"/>
                  </a:lnTo>
                  <a:lnTo>
                    <a:pt x="99864" y="35385"/>
                  </a:lnTo>
                  <a:lnTo>
                    <a:pt x="105229" y="43173"/>
                  </a:lnTo>
                  <a:lnTo>
                    <a:pt x="58451" y="43173"/>
                  </a:lnTo>
                  <a:lnTo>
                    <a:pt x="35860" y="51328"/>
                  </a:lnTo>
                  <a:lnTo>
                    <a:pt x="34762" y="53597"/>
                  </a:lnTo>
                  <a:lnTo>
                    <a:pt x="24817" y="75866"/>
                  </a:lnTo>
                  <a:lnTo>
                    <a:pt x="24817" y="391806"/>
                  </a:lnTo>
                  <a:lnTo>
                    <a:pt x="35780" y="416307"/>
                  </a:lnTo>
                  <a:lnTo>
                    <a:pt x="58499" y="424499"/>
                  </a:lnTo>
                  <a:lnTo>
                    <a:pt x="105229" y="424499"/>
                  </a:lnTo>
                  <a:lnTo>
                    <a:pt x="99864" y="432287"/>
                  </a:lnTo>
                  <a:lnTo>
                    <a:pt x="81265" y="444580"/>
                  </a:lnTo>
                  <a:lnTo>
                    <a:pt x="58507" y="449091"/>
                  </a:lnTo>
                  <a:close/>
                </a:path>
                <a:path w="739775" h="450215">
                  <a:moveTo>
                    <a:pt x="105229" y="424499"/>
                  </a:moveTo>
                  <a:lnTo>
                    <a:pt x="58499" y="424499"/>
                  </a:lnTo>
                  <a:lnTo>
                    <a:pt x="81189" y="416307"/>
                  </a:lnTo>
                  <a:lnTo>
                    <a:pt x="92132" y="391806"/>
                  </a:lnTo>
                  <a:lnTo>
                    <a:pt x="92132" y="75866"/>
                  </a:lnTo>
                  <a:lnTo>
                    <a:pt x="81153" y="51328"/>
                  </a:lnTo>
                  <a:lnTo>
                    <a:pt x="58451" y="43173"/>
                  </a:lnTo>
                  <a:lnTo>
                    <a:pt x="105229" y="43173"/>
                  </a:lnTo>
                  <a:lnTo>
                    <a:pt x="112411" y="53597"/>
                  </a:lnTo>
                  <a:lnTo>
                    <a:pt x="117014" y="75866"/>
                  </a:lnTo>
                  <a:lnTo>
                    <a:pt x="117014" y="391806"/>
                  </a:lnTo>
                  <a:lnTo>
                    <a:pt x="112411" y="414074"/>
                  </a:lnTo>
                  <a:lnTo>
                    <a:pt x="105229" y="424499"/>
                  </a:lnTo>
                  <a:close/>
                </a:path>
                <a:path w="739775" h="450215">
                  <a:moveTo>
                    <a:pt x="583980" y="449927"/>
                  </a:moveTo>
                  <a:lnTo>
                    <a:pt x="562126" y="445438"/>
                  </a:lnTo>
                  <a:lnTo>
                    <a:pt x="544262" y="433203"/>
                  </a:lnTo>
                  <a:lnTo>
                    <a:pt x="532209" y="415073"/>
                  </a:lnTo>
                  <a:lnTo>
                    <a:pt x="527787" y="392834"/>
                  </a:lnTo>
                  <a:lnTo>
                    <a:pt x="527787" y="119393"/>
                  </a:lnTo>
                  <a:lnTo>
                    <a:pt x="478216" y="119393"/>
                  </a:lnTo>
                  <a:lnTo>
                    <a:pt x="449853" y="110457"/>
                  </a:lnTo>
                  <a:lnTo>
                    <a:pt x="432520" y="88219"/>
                  </a:lnTo>
                  <a:lnTo>
                    <a:pt x="429194" y="60109"/>
                  </a:lnTo>
                  <a:lnTo>
                    <a:pt x="442855" y="33561"/>
                  </a:lnTo>
                  <a:lnTo>
                    <a:pt x="450451" y="27162"/>
                  </a:lnTo>
                  <a:lnTo>
                    <a:pt x="459017" y="22486"/>
                  </a:lnTo>
                  <a:lnTo>
                    <a:pt x="468342" y="19619"/>
                  </a:lnTo>
                  <a:lnTo>
                    <a:pt x="478217" y="18645"/>
                  </a:lnTo>
                  <a:lnTo>
                    <a:pt x="689743" y="18645"/>
                  </a:lnTo>
                  <a:lnTo>
                    <a:pt x="726812" y="35119"/>
                  </a:lnTo>
                  <a:lnTo>
                    <a:pt x="729664" y="42948"/>
                  </a:lnTo>
                  <a:lnTo>
                    <a:pt x="478216" y="42948"/>
                  </a:lnTo>
                  <a:lnTo>
                    <a:pt x="459646" y="51447"/>
                  </a:lnTo>
                  <a:lnTo>
                    <a:pt x="453590" y="69043"/>
                  </a:lnTo>
                  <a:lnTo>
                    <a:pt x="455370" y="74131"/>
                  </a:lnTo>
                  <a:lnTo>
                    <a:pt x="459826" y="86671"/>
                  </a:lnTo>
                  <a:lnTo>
                    <a:pt x="478216" y="95026"/>
                  </a:lnTo>
                  <a:lnTo>
                    <a:pt x="547011" y="95026"/>
                  </a:lnTo>
                  <a:lnTo>
                    <a:pt x="552604" y="100491"/>
                  </a:lnTo>
                  <a:lnTo>
                    <a:pt x="552604" y="392834"/>
                  </a:lnTo>
                  <a:lnTo>
                    <a:pt x="555073" y="405532"/>
                  </a:lnTo>
                  <a:lnTo>
                    <a:pt x="561798" y="415916"/>
                  </a:lnTo>
                  <a:lnTo>
                    <a:pt x="571754" y="422924"/>
                  </a:lnTo>
                  <a:lnTo>
                    <a:pt x="583915" y="425496"/>
                  </a:lnTo>
                  <a:lnTo>
                    <a:pt x="628821" y="425496"/>
                  </a:lnTo>
                  <a:lnTo>
                    <a:pt x="623697" y="433203"/>
                  </a:lnTo>
                  <a:lnTo>
                    <a:pt x="605833" y="445438"/>
                  </a:lnTo>
                  <a:lnTo>
                    <a:pt x="583980" y="449927"/>
                  </a:lnTo>
                  <a:close/>
                </a:path>
                <a:path w="739775" h="450215">
                  <a:moveTo>
                    <a:pt x="628821" y="425496"/>
                  </a:moveTo>
                  <a:lnTo>
                    <a:pt x="583915" y="425496"/>
                  </a:lnTo>
                  <a:lnTo>
                    <a:pt x="596077" y="422924"/>
                  </a:lnTo>
                  <a:lnTo>
                    <a:pt x="606032" y="415916"/>
                  </a:lnTo>
                  <a:lnTo>
                    <a:pt x="612757" y="405532"/>
                  </a:lnTo>
                  <a:lnTo>
                    <a:pt x="615226" y="392834"/>
                  </a:lnTo>
                  <a:lnTo>
                    <a:pt x="615226" y="100491"/>
                  </a:lnTo>
                  <a:lnTo>
                    <a:pt x="620756" y="95026"/>
                  </a:lnTo>
                  <a:lnTo>
                    <a:pt x="696172" y="95026"/>
                  </a:lnTo>
                  <a:lnTo>
                    <a:pt x="702344" y="92390"/>
                  </a:lnTo>
                  <a:lnTo>
                    <a:pt x="706973" y="87632"/>
                  </a:lnTo>
                  <a:lnTo>
                    <a:pt x="714062" y="74131"/>
                  </a:lnTo>
                  <a:lnTo>
                    <a:pt x="712595" y="60109"/>
                  </a:lnTo>
                  <a:lnTo>
                    <a:pt x="712519" y="59383"/>
                  </a:lnTo>
                  <a:lnTo>
                    <a:pt x="703863" y="47588"/>
                  </a:lnTo>
                  <a:lnTo>
                    <a:pt x="689614" y="42948"/>
                  </a:lnTo>
                  <a:lnTo>
                    <a:pt x="729664" y="42948"/>
                  </a:lnTo>
                  <a:lnTo>
                    <a:pt x="739169" y="69043"/>
                  </a:lnTo>
                  <a:lnTo>
                    <a:pt x="726812" y="102955"/>
                  </a:lnTo>
                  <a:lnTo>
                    <a:pt x="689743" y="119393"/>
                  </a:lnTo>
                  <a:lnTo>
                    <a:pt x="640172" y="119393"/>
                  </a:lnTo>
                  <a:lnTo>
                    <a:pt x="640172" y="392834"/>
                  </a:lnTo>
                  <a:lnTo>
                    <a:pt x="635750" y="415073"/>
                  </a:lnTo>
                  <a:lnTo>
                    <a:pt x="628821" y="425496"/>
                  </a:lnTo>
                  <a:close/>
                </a:path>
              </a:pathLst>
            </a:custGeom>
            <a:solidFill>
              <a:srgbClr val="000000"/>
            </a:solidFill>
          </p:spPr>
          <p:txBody>
            <a:bodyPr wrap="square" lIns="0" tIns="0" rIns="0" bIns="0" rtlCol="0"/>
            <a:lstStyle/>
            <a:p>
              <a:endParaRPr/>
            </a:p>
          </p:txBody>
        </p:sp>
      </p:grpSp>
      <p:sp>
        <p:nvSpPr>
          <p:cNvPr id="28" name="object 28"/>
          <p:cNvSpPr txBox="1"/>
          <p:nvPr/>
        </p:nvSpPr>
        <p:spPr>
          <a:xfrm>
            <a:off x="14615180" y="8418367"/>
            <a:ext cx="3531450" cy="1483740"/>
          </a:xfrm>
          <a:prstGeom prst="rect">
            <a:avLst/>
          </a:prstGeom>
          <a:ln w="28575">
            <a:solidFill>
              <a:schemeClr val="tx1"/>
            </a:solidFill>
            <a:prstDash val="dash"/>
          </a:ln>
        </p:spPr>
        <p:txBody>
          <a:bodyPr vert="horz" wrap="square" lIns="0" tIns="6350" rIns="0" bIns="0" rtlCol="0">
            <a:spAutoFit/>
          </a:bodyPr>
          <a:lstStyle/>
          <a:p>
            <a:pPr marL="12700" marR="5080" algn="ctr">
              <a:lnSpc>
                <a:spcPct val="100000"/>
              </a:lnSpc>
              <a:spcBef>
                <a:spcPts val="50"/>
              </a:spcBef>
            </a:pPr>
            <a:r>
              <a:rPr lang="en-IN" sz="1600" dirty="0">
                <a:latin typeface="Arial Black" panose="020B0A04020102020204" pitchFamily="34" charset="0"/>
              </a:rPr>
              <a:t>Modular Sensor Integration for Scale and Extensibility</a:t>
            </a:r>
          </a:p>
          <a:p>
            <a:pPr marL="12700" marR="5080" algn="just">
              <a:lnSpc>
                <a:spcPct val="100000"/>
              </a:lnSpc>
              <a:spcBef>
                <a:spcPts val="50"/>
              </a:spcBef>
            </a:pPr>
            <a:r>
              <a:rPr lang="en-IN" sz="1600" dirty="0">
                <a:latin typeface="Lucida Sans Unicode" panose="020B0602030504020204" pitchFamily="34" charset="0"/>
                <a:cs typeface="Lucida Sans Unicode" panose="020B0602030504020204" pitchFamily="34" charset="0"/>
              </a:rPr>
              <a:t>Our architecture supports new instruments and variables, ensuring growth from prototype to operational system.</a:t>
            </a:r>
            <a:endParaRPr sz="1650" dirty="0">
              <a:latin typeface="Lucida Sans Unicode" panose="020B0602030504020204" pitchFamily="34" charset="0"/>
              <a:cs typeface="Lucida Sans Unicode" panose="020B0602030504020204" pitchFamily="34" charset="0"/>
            </a:endParaRPr>
          </a:p>
        </p:txBody>
      </p:sp>
      <p:pic>
        <p:nvPicPr>
          <p:cNvPr id="29" name="object 29"/>
          <p:cNvPicPr/>
          <p:nvPr/>
        </p:nvPicPr>
        <p:blipFill>
          <a:blip r:embed="rId5" cstate="print"/>
          <a:stretch>
            <a:fillRect/>
          </a:stretch>
        </p:blipFill>
        <p:spPr>
          <a:xfrm>
            <a:off x="9154875" y="8464881"/>
            <a:ext cx="695324" cy="695324"/>
          </a:xfrm>
          <a:prstGeom prst="rect">
            <a:avLst/>
          </a:prstGeom>
        </p:spPr>
      </p:pic>
      <p:sp>
        <p:nvSpPr>
          <p:cNvPr id="30" name="object 30"/>
          <p:cNvSpPr txBox="1"/>
          <p:nvPr/>
        </p:nvSpPr>
        <p:spPr>
          <a:xfrm>
            <a:off x="10010664" y="8427346"/>
            <a:ext cx="3531451" cy="1502976"/>
          </a:xfrm>
          <a:prstGeom prst="rect">
            <a:avLst/>
          </a:prstGeom>
          <a:ln w="28575">
            <a:solidFill>
              <a:schemeClr val="tx1"/>
            </a:solidFill>
            <a:prstDash val="dash"/>
          </a:ln>
        </p:spPr>
        <p:txBody>
          <a:bodyPr vert="horz" wrap="square" lIns="0" tIns="12700" rIns="0" bIns="0" rtlCol="0">
            <a:spAutoFit/>
          </a:bodyPr>
          <a:lstStyle/>
          <a:p>
            <a:pPr marL="12700" marR="5080" algn="ctr">
              <a:lnSpc>
                <a:spcPct val="114599"/>
              </a:lnSpc>
              <a:spcBef>
                <a:spcPts val="100"/>
              </a:spcBef>
              <a:tabLst>
                <a:tab pos="2334260" algn="l"/>
              </a:tabLst>
            </a:pPr>
            <a:r>
              <a:rPr lang="en-IN" sz="1800" dirty="0">
                <a:latin typeface="Arial Black"/>
                <a:cs typeface="Arial Black"/>
              </a:rPr>
              <a:t>Browser Native Solution with Zero Installation</a:t>
            </a:r>
          </a:p>
          <a:p>
            <a:pPr marL="12700" marR="5080" algn="just">
              <a:lnSpc>
                <a:spcPct val="114599"/>
              </a:lnSpc>
              <a:spcBef>
                <a:spcPts val="100"/>
              </a:spcBef>
              <a:tabLst>
                <a:tab pos="2334260" algn="l"/>
              </a:tabLst>
            </a:pPr>
            <a:r>
              <a:rPr lang="en-US" sz="1600" dirty="0">
                <a:latin typeface="Lucida Sans Unicode" panose="020B0602030504020204" pitchFamily="34" charset="0"/>
                <a:cs typeface="Lucida Sans Unicode" panose="020B0602030504020204" pitchFamily="34" charset="0"/>
              </a:rPr>
              <a:t>Our platform ensures consistent access and performance across any device, with no setup required.</a:t>
            </a:r>
            <a:endParaRPr lang="en-IN" sz="1600" dirty="0">
              <a:latin typeface="Lucida Sans Unicode" panose="020B0602030504020204" pitchFamily="34" charset="0"/>
              <a:cs typeface="Lucida Sans Unicode" panose="020B0602030504020204" pitchFamily="34" charset="0"/>
            </a:endParaRPr>
          </a:p>
        </p:txBody>
      </p:sp>
      <p:sp>
        <p:nvSpPr>
          <p:cNvPr id="35" name="object 35" descr="$PPTXTitle"/>
          <p:cNvSpPr txBox="1">
            <a:spLocks noGrp="1"/>
          </p:cNvSpPr>
          <p:nvPr>
            <p:ph type="title"/>
          </p:nvPr>
        </p:nvSpPr>
        <p:spPr>
          <a:xfrm>
            <a:off x="6966687" y="59383"/>
            <a:ext cx="4311079" cy="705321"/>
          </a:xfrm>
          <a:prstGeom prst="rect">
            <a:avLst/>
          </a:prstGeom>
        </p:spPr>
        <p:txBody>
          <a:bodyPr vert="horz" wrap="square" lIns="0" tIns="12700" rIns="0" bIns="0" rtlCol="0">
            <a:spAutoFit/>
          </a:bodyPr>
          <a:lstStyle/>
          <a:p>
            <a:pPr marL="12700">
              <a:lnSpc>
                <a:spcPct val="100000"/>
              </a:lnSpc>
              <a:spcBef>
                <a:spcPts val="100"/>
              </a:spcBef>
            </a:pPr>
            <a:r>
              <a:rPr lang="en-IN" b="1" spc="-475" dirty="0"/>
              <a:t>SAGAR-DRISHTI</a:t>
            </a:r>
            <a:endParaRPr b="1" spc="-475" dirty="0"/>
          </a:p>
        </p:txBody>
      </p:sp>
      <p:grpSp>
        <p:nvGrpSpPr>
          <p:cNvPr id="67" name="Group 66">
            <a:extLst>
              <a:ext uri="{FF2B5EF4-FFF2-40B4-BE49-F238E27FC236}">
                <a16:creationId xmlns:a16="http://schemas.microsoft.com/office/drawing/2014/main" id="{F3C1625E-6051-DDA1-53B7-AC4BAEAD7251}"/>
              </a:ext>
            </a:extLst>
          </p:cNvPr>
          <p:cNvGrpSpPr/>
          <p:nvPr/>
        </p:nvGrpSpPr>
        <p:grpSpPr>
          <a:xfrm>
            <a:off x="4846303" y="7447074"/>
            <a:ext cx="5633514" cy="770920"/>
            <a:chOff x="4755852" y="7448061"/>
            <a:chExt cx="5633514" cy="770920"/>
          </a:xfrm>
        </p:grpSpPr>
        <p:sp>
          <p:nvSpPr>
            <p:cNvPr id="23" name="object 23"/>
            <p:cNvSpPr/>
            <p:nvPr/>
          </p:nvSpPr>
          <p:spPr>
            <a:xfrm>
              <a:off x="4755852" y="7454083"/>
              <a:ext cx="5633514" cy="764898"/>
            </a:xfrm>
            <a:custGeom>
              <a:avLst/>
              <a:gdLst/>
              <a:ahLst/>
              <a:cxnLst/>
              <a:rect l="l" t="t" r="r" b="b"/>
              <a:pathLst>
                <a:path w="5469255" h="499745">
                  <a:moveTo>
                    <a:pt x="5421519" y="499529"/>
                  </a:moveTo>
                  <a:lnTo>
                    <a:pt x="47624" y="499529"/>
                  </a:lnTo>
                  <a:lnTo>
                    <a:pt x="38290" y="498605"/>
                  </a:lnTo>
                  <a:lnTo>
                    <a:pt x="3625" y="470129"/>
                  </a:lnTo>
                  <a:lnTo>
                    <a:pt x="0" y="451904"/>
                  </a:lnTo>
                  <a:lnTo>
                    <a:pt x="0" y="47624"/>
                  </a:lnTo>
                  <a:lnTo>
                    <a:pt x="21202" y="8001"/>
                  </a:lnTo>
                  <a:lnTo>
                    <a:pt x="47624" y="0"/>
                  </a:lnTo>
                  <a:lnTo>
                    <a:pt x="5421519" y="0"/>
                  </a:lnTo>
                  <a:lnTo>
                    <a:pt x="5461142" y="21202"/>
                  </a:lnTo>
                  <a:lnTo>
                    <a:pt x="5469144" y="47624"/>
                  </a:lnTo>
                  <a:lnTo>
                    <a:pt x="5469144" y="451904"/>
                  </a:lnTo>
                  <a:lnTo>
                    <a:pt x="5447941" y="491527"/>
                  </a:lnTo>
                  <a:lnTo>
                    <a:pt x="5421519" y="499529"/>
                  </a:lnTo>
                  <a:close/>
                </a:path>
              </a:pathLst>
            </a:custGeom>
            <a:solidFill>
              <a:srgbClr val="ECECFF"/>
            </a:solidFill>
          </p:spPr>
          <p:txBody>
            <a:bodyPr wrap="square" lIns="0" tIns="0" rIns="0" bIns="0" rtlCol="0"/>
            <a:lstStyle/>
            <a:p>
              <a:endParaRPr dirty="0"/>
            </a:p>
          </p:txBody>
        </p:sp>
        <p:sp>
          <p:nvSpPr>
            <p:cNvPr id="39" name="object 39"/>
            <p:cNvSpPr txBox="1"/>
            <p:nvPr/>
          </p:nvSpPr>
          <p:spPr>
            <a:xfrm>
              <a:off x="4802682" y="7448061"/>
              <a:ext cx="5435600" cy="662361"/>
            </a:xfrm>
            <a:prstGeom prst="rect">
              <a:avLst/>
            </a:prstGeom>
          </p:spPr>
          <p:txBody>
            <a:bodyPr vert="horz" wrap="square" lIns="0" tIns="15875" rIns="0" bIns="0" rtlCol="0">
              <a:spAutoFit/>
            </a:bodyPr>
            <a:lstStyle/>
            <a:p>
              <a:pPr marL="12700">
                <a:lnSpc>
                  <a:spcPct val="100000"/>
                </a:lnSpc>
                <a:spcBef>
                  <a:spcPts val="125"/>
                </a:spcBef>
              </a:pPr>
              <a:r>
                <a:rPr lang="en-IN" sz="1400" dirty="0">
                  <a:latin typeface="Arial Black" panose="020B0A04020102020204" pitchFamily="34" charset="0"/>
                </a:rPr>
                <a:t>We </a:t>
              </a:r>
              <a:r>
                <a:rPr lang="en-IN" sz="1400" b="1" dirty="0">
                  <a:solidFill>
                    <a:schemeClr val="accent1"/>
                  </a:solidFill>
                  <a:latin typeface="Arial Black" panose="020B0A04020102020204" pitchFamily="34" charset="0"/>
                </a:rPr>
                <a:t>visualize 4 real datasets </a:t>
              </a:r>
              <a:r>
                <a:rPr lang="en-IN" sz="1400" dirty="0">
                  <a:latin typeface="Arial Black" panose="020B0A04020102020204" pitchFamily="34" charset="0"/>
                </a:rPr>
                <a:t>with a fully </a:t>
              </a:r>
              <a:r>
                <a:rPr lang="en-IN" sz="1400" b="1" dirty="0">
                  <a:solidFill>
                    <a:schemeClr val="accent1"/>
                  </a:solidFill>
                  <a:latin typeface="Arial Black" panose="020B0A04020102020204" pitchFamily="34" charset="0"/>
                </a:rPr>
                <a:t>browser-native 3D engine</a:t>
              </a:r>
              <a:r>
                <a:rPr lang="en-IN" sz="1400" dirty="0">
                  <a:latin typeface="Arial Black" panose="020B0A04020102020204" pitchFamily="34" charset="0"/>
                </a:rPr>
                <a:t>, giving forecasters zero-install access to live ocean model and instrument comparisons.</a:t>
              </a:r>
              <a:r>
                <a:rPr sz="1350" spc="-10" dirty="0">
                  <a:solidFill>
                    <a:srgbClr val="004EAB"/>
                  </a:solidFill>
                  <a:latin typeface="Arial Black" panose="020B0A04020102020204" pitchFamily="34" charset="0"/>
                  <a:cs typeface="Arial Black"/>
                </a:rPr>
                <a:t>.</a:t>
              </a:r>
              <a:endParaRPr sz="1350" dirty="0">
                <a:latin typeface="Arial Black" panose="020B0A04020102020204" pitchFamily="34" charset="0"/>
                <a:cs typeface="Arial Black"/>
              </a:endParaRPr>
            </a:p>
          </p:txBody>
        </p:sp>
      </p:grpSp>
      <p:grpSp>
        <p:nvGrpSpPr>
          <p:cNvPr id="40" name="object 40"/>
          <p:cNvGrpSpPr/>
          <p:nvPr/>
        </p:nvGrpSpPr>
        <p:grpSpPr>
          <a:xfrm>
            <a:off x="5574241" y="2418913"/>
            <a:ext cx="199514" cy="2262328"/>
            <a:chOff x="5643040" y="2418913"/>
            <a:chExt cx="114300" cy="1477958"/>
          </a:xfrm>
        </p:grpSpPr>
        <p:pic>
          <p:nvPicPr>
            <p:cNvPr id="42" name="object 42"/>
            <p:cNvPicPr/>
            <p:nvPr/>
          </p:nvPicPr>
          <p:blipFill>
            <a:blip r:embed="rId6" cstate="print"/>
            <a:stretch>
              <a:fillRect/>
            </a:stretch>
          </p:blipFill>
          <p:spPr>
            <a:xfrm>
              <a:off x="5662090" y="2418913"/>
              <a:ext cx="95250" cy="95249"/>
            </a:xfrm>
            <a:prstGeom prst="rect">
              <a:avLst/>
            </a:prstGeom>
          </p:spPr>
        </p:pic>
        <p:pic>
          <p:nvPicPr>
            <p:cNvPr id="43" name="object 43"/>
            <p:cNvPicPr/>
            <p:nvPr/>
          </p:nvPicPr>
          <p:blipFill>
            <a:blip r:embed="rId6" cstate="print"/>
            <a:stretch>
              <a:fillRect/>
            </a:stretch>
          </p:blipFill>
          <p:spPr>
            <a:xfrm>
              <a:off x="5643040" y="3801622"/>
              <a:ext cx="95250" cy="95249"/>
            </a:xfrm>
            <a:prstGeom prst="rect">
              <a:avLst/>
            </a:prstGeom>
          </p:spPr>
        </p:pic>
      </p:grpSp>
      <p:sp>
        <p:nvSpPr>
          <p:cNvPr id="46" name="object 46"/>
          <p:cNvSpPr/>
          <p:nvPr/>
        </p:nvSpPr>
        <p:spPr>
          <a:xfrm>
            <a:off x="268638" y="7779761"/>
            <a:ext cx="3846161" cy="391414"/>
          </a:xfrm>
          <a:custGeom>
            <a:avLst/>
            <a:gdLst/>
            <a:ahLst/>
            <a:cxnLst/>
            <a:rect l="l" t="t" r="r" b="b"/>
            <a:pathLst>
              <a:path w="3445510" h="454659">
                <a:moveTo>
                  <a:pt x="3331685" y="454659"/>
                </a:moveTo>
                <a:lnTo>
                  <a:pt x="113664" y="454659"/>
                </a:lnTo>
                <a:lnTo>
                  <a:pt x="69421" y="445727"/>
                </a:lnTo>
                <a:lnTo>
                  <a:pt x="33291" y="421367"/>
                </a:lnTo>
                <a:lnTo>
                  <a:pt x="8932" y="385238"/>
                </a:lnTo>
                <a:lnTo>
                  <a:pt x="0" y="340994"/>
                </a:lnTo>
                <a:lnTo>
                  <a:pt x="0" y="113664"/>
                </a:lnTo>
                <a:lnTo>
                  <a:pt x="8932" y="69421"/>
                </a:lnTo>
                <a:lnTo>
                  <a:pt x="33291" y="33291"/>
                </a:lnTo>
                <a:lnTo>
                  <a:pt x="69421" y="8932"/>
                </a:lnTo>
                <a:lnTo>
                  <a:pt x="113664" y="0"/>
                </a:lnTo>
                <a:lnTo>
                  <a:pt x="3331685" y="0"/>
                </a:lnTo>
                <a:lnTo>
                  <a:pt x="3375928" y="8932"/>
                </a:lnTo>
                <a:lnTo>
                  <a:pt x="3412058" y="33291"/>
                </a:lnTo>
                <a:lnTo>
                  <a:pt x="3436417" y="69421"/>
                </a:lnTo>
                <a:lnTo>
                  <a:pt x="3445349" y="113664"/>
                </a:lnTo>
                <a:lnTo>
                  <a:pt x="3445349" y="340994"/>
                </a:lnTo>
                <a:lnTo>
                  <a:pt x="3436417" y="385238"/>
                </a:lnTo>
                <a:lnTo>
                  <a:pt x="3412058" y="421367"/>
                </a:lnTo>
                <a:lnTo>
                  <a:pt x="3375928" y="445727"/>
                </a:lnTo>
                <a:lnTo>
                  <a:pt x="3331685" y="454659"/>
                </a:lnTo>
                <a:close/>
              </a:path>
            </a:pathLst>
          </a:custGeom>
          <a:solidFill>
            <a:srgbClr val="000000"/>
          </a:solidFill>
        </p:spPr>
        <p:txBody>
          <a:bodyPr wrap="square" lIns="0" tIns="0" rIns="0" bIns="0" rtlCol="0"/>
          <a:lstStyle/>
          <a:p>
            <a:endParaRPr/>
          </a:p>
        </p:txBody>
      </p:sp>
      <p:sp>
        <p:nvSpPr>
          <p:cNvPr id="47" name="object 47"/>
          <p:cNvSpPr txBox="1"/>
          <p:nvPr/>
        </p:nvSpPr>
        <p:spPr>
          <a:xfrm>
            <a:off x="504124" y="7794979"/>
            <a:ext cx="3614029" cy="351378"/>
          </a:xfrm>
          <a:prstGeom prst="rect">
            <a:avLst/>
          </a:prstGeom>
        </p:spPr>
        <p:txBody>
          <a:bodyPr vert="horz" wrap="square" lIns="0" tIns="12700" rIns="0" bIns="0" rtlCol="0">
            <a:spAutoFit/>
          </a:bodyPr>
          <a:lstStyle/>
          <a:p>
            <a:pPr marL="12700">
              <a:lnSpc>
                <a:spcPct val="100000"/>
              </a:lnSpc>
              <a:spcBef>
                <a:spcPts val="100"/>
              </a:spcBef>
            </a:pPr>
            <a:r>
              <a:rPr sz="2200" b="1" spc="155" dirty="0">
                <a:solidFill>
                  <a:srgbClr val="FFFFFF"/>
                </a:solidFill>
                <a:latin typeface="Tahoma"/>
                <a:cs typeface="Tahoma"/>
              </a:rPr>
              <a:t>WHY</a:t>
            </a:r>
            <a:r>
              <a:rPr sz="2200" b="1" spc="-125" dirty="0">
                <a:solidFill>
                  <a:srgbClr val="FFFFFF"/>
                </a:solidFill>
                <a:latin typeface="Tahoma"/>
                <a:cs typeface="Tahoma"/>
              </a:rPr>
              <a:t> </a:t>
            </a:r>
            <a:r>
              <a:rPr sz="2200" b="1" spc="175" dirty="0">
                <a:solidFill>
                  <a:srgbClr val="FFFFFF"/>
                </a:solidFill>
                <a:latin typeface="Tahoma"/>
                <a:cs typeface="Tahoma"/>
              </a:rPr>
              <a:t>WE</a:t>
            </a:r>
            <a:r>
              <a:rPr sz="2200" b="1" spc="-125" dirty="0">
                <a:solidFill>
                  <a:srgbClr val="FFFFFF"/>
                </a:solidFill>
                <a:latin typeface="Tahoma"/>
                <a:cs typeface="Tahoma"/>
              </a:rPr>
              <a:t> </a:t>
            </a:r>
            <a:r>
              <a:rPr sz="2200" b="1" spc="170" dirty="0">
                <a:solidFill>
                  <a:srgbClr val="FFFFFF"/>
                </a:solidFill>
                <a:latin typeface="Tahoma"/>
                <a:cs typeface="Tahoma"/>
              </a:rPr>
              <a:t>STAND</a:t>
            </a:r>
            <a:r>
              <a:rPr sz="2200" b="1" spc="-120" dirty="0">
                <a:solidFill>
                  <a:srgbClr val="FFFFFF"/>
                </a:solidFill>
                <a:latin typeface="Tahoma"/>
                <a:cs typeface="Tahoma"/>
              </a:rPr>
              <a:t> </a:t>
            </a:r>
            <a:r>
              <a:rPr sz="2200" b="1" spc="195" dirty="0">
                <a:solidFill>
                  <a:srgbClr val="FFFFFF"/>
                </a:solidFill>
                <a:latin typeface="Tahoma"/>
                <a:cs typeface="Tahoma"/>
              </a:rPr>
              <a:t>OUT</a:t>
            </a:r>
            <a:r>
              <a:rPr sz="2200" b="1" spc="-125" dirty="0">
                <a:solidFill>
                  <a:srgbClr val="FFFFFF"/>
                </a:solidFill>
                <a:latin typeface="Tahoma"/>
                <a:cs typeface="Tahoma"/>
              </a:rPr>
              <a:t> </a:t>
            </a:r>
            <a:r>
              <a:rPr sz="2200" b="1" spc="30" dirty="0">
                <a:solidFill>
                  <a:srgbClr val="FFFFFF"/>
                </a:solidFill>
                <a:latin typeface="Tahoma"/>
                <a:cs typeface="Tahoma"/>
              </a:rPr>
              <a:t>?</a:t>
            </a:r>
            <a:endParaRPr sz="2200" b="1" dirty="0">
              <a:latin typeface="Tahoma"/>
              <a:cs typeface="Tahoma"/>
            </a:endParaRPr>
          </a:p>
        </p:txBody>
      </p:sp>
      <p:sp>
        <p:nvSpPr>
          <p:cNvPr id="48" name="object 48"/>
          <p:cNvSpPr txBox="1"/>
          <p:nvPr/>
        </p:nvSpPr>
        <p:spPr>
          <a:xfrm>
            <a:off x="5896096" y="2306349"/>
            <a:ext cx="4520565" cy="1859483"/>
          </a:xfrm>
          <a:prstGeom prst="rect">
            <a:avLst/>
          </a:prstGeom>
        </p:spPr>
        <p:txBody>
          <a:bodyPr vert="horz" wrap="square" lIns="0" tIns="12700" rIns="0" bIns="0" rtlCol="0">
            <a:spAutoFit/>
          </a:bodyPr>
          <a:lstStyle/>
          <a:p>
            <a:pPr marL="12700" marR="5080" algn="just">
              <a:lnSpc>
                <a:spcPct val="100000"/>
              </a:lnSpc>
              <a:spcBef>
                <a:spcPts val="100"/>
              </a:spcBef>
            </a:pPr>
            <a:r>
              <a:rPr lang="en-IN" sz="2400" b="1" dirty="0">
                <a:latin typeface="Lucida Sans Unicode" panose="020B0602030504020204" pitchFamily="34" charset="0"/>
                <a:cs typeface="Lucida Sans Unicode" panose="020B0602030504020204" pitchFamily="34" charset="0"/>
              </a:rPr>
              <a:t>Browser client for scientists</a:t>
            </a:r>
            <a:r>
              <a:rPr lang="en-IN" sz="2400" dirty="0">
                <a:latin typeface="Lucida Sans Unicode" panose="020B0602030504020204" pitchFamily="34" charset="0"/>
                <a:cs typeface="Lucida Sans Unicode" panose="020B0602030504020204" pitchFamily="34" charset="0"/>
              </a:rPr>
              <a:t> to explore variables, animate time, and export depth-vs-parameter profile charts instantly</a:t>
            </a:r>
            <a:endParaRPr sz="2100" dirty="0">
              <a:latin typeface="Lucida Sans Unicode" panose="020B0602030504020204" pitchFamily="34" charset="0"/>
              <a:cs typeface="Lucida Sans Unicode" panose="020B0602030504020204" pitchFamily="34" charset="0"/>
            </a:endParaRPr>
          </a:p>
        </p:txBody>
      </p:sp>
      <p:sp>
        <p:nvSpPr>
          <p:cNvPr id="49" name="object 49"/>
          <p:cNvSpPr/>
          <p:nvPr/>
        </p:nvSpPr>
        <p:spPr>
          <a:xfrm>
            <a:off x="13798225" y="708967"/>
            <a:ext cx="1964689" cy="454659"/>
          </a:xfrm>
          <a:custGeom>
            <a:avLst/>
            <a:gdLst/>
            <a:ahLst/>
            <a:cxnLst/>
            <a:rect l="l" t="t" r="r" b="b"/>
            <a:pathLst>
              <a:path w="1964690" h="454659">
                <a:moveTo>
                  <a:pt x="1850547" y="454659"/>
                </a:moveTo>
                <a:lnTo>
                  <a:pt x="113664" y="454659"/>
                </a:lnTo>
                <a:lnTo>
                  <a:pt x="69421" y="445727"/>
                </a:lnTo>
                <a:lnTo>
                  <a:pt x="33291" y="421367"/>
                </a:lnTo>
                <a:lnTo>
                  <a:pt x="8932" y="385238"/>
                </a:lnTo>
                <a:lnTo>
                  <a:pt x="0" y="340994"/>
                </a:lnTo>
                <a:lnTo>
                  <a:pt x="0" y="113664"/>
                </a:lnTo>
                <a:lnTo>
                  <a:pt x="8932" y="69421"/>
                </a:lnTo>
                <a:lnTo>
                  <a:pt x="33291" y="33291"/>
                </a:lnTo>
                <a:lnTo>
                  <a:pt x="69421" y="8932"/>
                </a:lnTo>
                <a:lnTo>
                  <a:pt x="113664" y="0"/>
                </a:lnTo>
                <a:lnTo>
                  <a:pt x="1850547" y="0"/>
                </a:lnTo>
                <a:lnTo>
                  <a:pt x="1894045" y="8652"/>
                </a:lnTo>
                <a:lnTo>
                  <a:pt x="1930920" y="33291"/>
                </a:lnTo>
                <a:lnTo>
                  <a:pt x="1955560" y="70167"/>
                </a:lnTo>
                <a:lnTo>
                  <a:pt x="1964212" y="113664"/>
                </a:lnTo>
                <a:lnTo>
                  <a:pt x="1964212" y="340994"/>
                </a:lnTo>
                <a:lnTo>
                  <a:pt x="1955560" y="384492"/>
                </a:lnTo>
                <a:lnTo>
                  <a:pt x="1930920" y="421367"/>
                </a:lnTo>
                <a:lnTo>
                  <a:pt x="1894045" y="446007"/>
                </a:lnTo>
                <a:lnTo>
                  <a:pt x="1850547" y="454659"/>
                </a:lnTo>
                <a:close/>
              </a:path>
            </a:pathLst>
          </a:custGeom>
          <a:solidFill>
            <a:srgbClr val="000000"/>
          </a:solidFill>
        </p:spPr>
        <p:txBody>
          <a:bodyPr wrap="square" lIns="0" tIns="0" rIns="0" bIns="0" rtlCol="0"/>
          <a:lstStyle/>
          <a:p>
            <a:endParaRPr/>
          </a:p>
        </p:txBody>
      </p:sp>
      <p:sp>
        <p:nvSpPr>
          <p:cNvPr id="50" name="object 50"/>
          <p:cNvSpPr txBox="1"/>
          <p:nvPr/>
        </p:nvSpPr>
        <p:spPr>
          <a:xfrm>
            <a:off x="13831472" y="743202"/>
            <a:ext cx="2325410" cy="351378"/>
          </a:xfrm>
          <a:prstGeom prst="rect">
            <a:avLst/>
          </a:prstGeom>
        </p:spPr>
        <p:txBody>
          <a:bodyPr vert="horz" wrap="square" lIns="0" tIns="12700" rIns="0" bIns="0" rtlCol="0">
            <a:spAutoFit/>
          </a:bodyPr>
          <a:lstStyle/>
          <a:p>
            <a:pPr marL="12700">
              <a:lnSpc>
                <a:spcPct val="100000"/>
              </a:lnSpc>
              <a:spcBef>
                <a:spcPts val="100"/>
              </a:spcBef>
            </a:pPr>
            <a:r>
              <a:rPr sz="2200" b="1" spc="165" dirty="0">
                <a:solidFill>
                  <a:srgbClr val="FFFFFF"/>
                </a:solidFill>
                <a:latin typeface="Tahoma"/>
                <a:cs typeface="Tahoma"/>
              </a:rPr>
              <a:t>PROTOTYPE</a:t>
            </a:r>
            <a:endParaRPr sz="2200" b="1" dirty="0">
              <a:latin typeface="Tahoma"/>
              <a:cs typeface="Tahoma"/>
            </a:endParaRPr>
          </a:p>
        </p:txBody>
      </p:sp>
      <p:sp>
        <p:nvSpPr>
          <p:cNvPr id="52" name="object 52"/>
          <p:cNvSpPr txBox="1"/>
          <p:nvPr/>
        </p:nvSpPr>
        <p:spPr>
          <a:xfrm>
            <a:off x="668839" y="2330209"/>
            <a:ext cx="4723765" cy="1859483"/>
          </a:xfrm>
          <a:prstGeom prst="rect">
            <a:avLst/>
          </a:prstGeom>
        </p:spPr>
        <p:txBody>
          <a:bodyPr vert="horz" wrap="square" lIns="0" tIns="12700" rIns="0" bIns="0" rtlCol="0">
            <a:spAutoFit/>
          </a:bodyPr>
          <a:lstStyle/>
          <a:p>
            <a:pPr marL="12700" marR="5080" algn="just">
              <a:lnSpc>
                <a:spcPct val="100000"/>
              </a:lnSpc>
              <a:spcBef>
                <a:spcPts val="100"/>
              </a:spcBef>
            </a:pPr>
            <a:r>
              <a:rPr lang="en-IN" sz="2400" b="1" dirty="0">
                <a:latin typeface="Lucida Sans Unicode" panose="020B0602030504020204" pitchFamily="34" charset="0"/>
                <a:cs typeface="Lucida Sans Unicode" panose="020B0602030504020204" pitchFamily="34" charset="0"/>
              </a:rPr>
              <a:t>3D ocean scene for forecasters</a:t>
            </a:r>
            <a:r>
              <a:rPr lang="en-IN" sz="2400" dirty="0">
                <a:latin typeface="Lucida Sans Unicode" panose="020B0602030504020204" pitchFamily="34" charset="0"/>
                <a:cs typeface="Lucida Sans Unicode" panose="020B0602030504020204" pitchFamily="34" charset="0"/>
              </a:rPr>
              <a:t> to rotate the field, navigate depth layers, and compare instrument readings against model predictions</a:t>
            </a:r>
            <a:endParaRPr sz="2100" dirty="0">
              <a:latin typeface="Lucida Sans Unicode" panose="020B0602030504020204" pitchFamily="34" charset="0"/>
              <a:cs typeface="Lucida Sans Unicode" panose="020B0602030504020204" pitchFamily="34" charset="0"/>
            </a:endParaRPr>
          </a:p>
        </p:txBody>
      </p:sp>
      <p:sp>
        <p:nvSpPr>
          <p:cNvPr id="54" name="object 54"/>
          <p:cNvSpPr txBox="1"/>
          <p:nvPr/>
        </p:nvSpPr>
        <p:spPr>
          <a:xfrm>
            <a:off x="660295" y="4343764"/>
            <a:ext cx="4686300" cy="1859483"/>
          </a:xfrm>
          <a:prstGeom prst="rect">
            <a:avLst/>
          </a:prstGeom>
        </p:spPr>
        <p:txBody>
          <a:bodyPr vert="horz" wrap="square" lIns="0" tIns="12700" rIns="0" bIns="0" rtlCol="0">
            <a:spAutoFit/>
          </a:bodyPr>
          <a:lstStyle/>
          <a:p>
            <a:pPr marL="12700" marR="5080" algn="just">
              <a:lnSpc>
                <a:spcPct val="100000"/>
              </a:lnSpc>
              <a:spcBef>
                <a:spcPts val="100"/>
              </a:spcBef>
            </a:pPr>
            <a:r>
              <a:rPr lang="en-IN" sz="2400" b="1" dirty="0">
                <a:latin typeface="Lucida Sans Unicode" panose="020B0602030504020204" pitchFamily="34" charset="0"/>
                <a:cs typeface="Lucida Sans Unicode" panose="020B0602030504020204" pitchFamily="34" charset="0"/>
              </a:rPr>
              <a:t>Co-location engine automatically matches</a:t>
            </a:r>
            <a:r>
              <a:rPr lang="en-IN" sz="2400" dirty="0">
                <a:latin typeface="Lucida Sans Unicode" panose="020B0602030504020204" pitchFamily="34" charset="0"/>
                <a:cs typeface="Lucida Sans Unicode" panose="020B0602030504020204" pitchFamily="34" charset="0"/>
              </a:rPr>
              <a:t> real Argo/Glider readings to the nearest model grid point and timestamp</a:t>
            </a:r>
            <a:endParaRPr sz="2100" dirty="0">
              <a:latin typeface="Lucida Sans Unicode" panose="020B0602030504020204" pitchFamily="34" charset="0"/>
              <a:cs typeface="Lucida Sans Unicode" panose="020B0602030504020204" pitchFamily="34" charset="0"/>
            </a:endParaRPr>
          </a:p>
        </p:txBody>
      </p:sp>
      <p:sp>
        <p:nvSpPr>
          <p:cNvPr id="57" name="object 57"/>
          <p:cNvSpPr txBox="1"/>
          <p:nvPr/>
        </p:nvSpPr>
        <p:spPr>
          <a:xfrm>
            <a:off x="5814917" y="4386258"/>
            <a:ext cx="4540885" cy="1859483"/>
          </a:xfrm>
          <a:prstGeom prst="rect">
            <a:avLst/>
          </a:prstGeom>
        </p:spPr>
        <p:txBody>
          <a:bodyPr vert="horz" wrap="square" lIns="0" tIns="12700" rIns="0" bIns="0" rtlCol="0">
            <a:spAutoFit/>
          </a:bodyPr>
          <a:lstStyle/>
          <a:p>
            <a:pPr marL="12700" marR="5080" algn="just">
              <a:lnSpc>
                <a:spcPct val="100000"/>
              </a:lnSpc>
              <a:spcBef>
                <a:spcPts val="100"/>
              </a:spcBef>
            </a:pPr>
            <a:r>
              <a:rPr lang="en-IN" sz="2400" b="1" dirty="0">
                <a:latin typeface="Lucida Sans Unicode" panose="020B0602030504020204" pitchFamily="34" charset="0"/>
                <a:cs typeface="Lucida Sans Unicode" panose="020B0602030504020204" pitchFamily="34" charset="0"/>
              </a:rPr>
              <a:t>Outreach mode for public and students</a:t>
            </a:r>
            <a:r>
              <a:rPr lang="en-IN" sz="2400" dirty="0">
                <a:latin typeface="Lucida Sans Unicode" panose="020B0602030504020204" pitchFamily="34" charset="0"/>
                <a:cs typeface="Lucida Sans Unicode" panose="020B0602030504020204" pitchFamily="34" charset="0"/>
              </a:rPr>
              <a:t> to explore a simplified, curated 3D ocean with plain-language explanations</a:t>
            </a:r>
            <a:endParaRPr sz="2100" dirty="0">
              <a:latin typeface="Lucida Sans Unicode" panose="020B0602030504020204" pitchFamily="34" charset="0"/>
              <a:cs typeface="Lucida Sans Unicode" panose="020B0602030504020204" pitchFamily="34" charset="0"/>
            </a:endParaRPr>
          </a:p>
        </p:txBody>
      </p:sp>
      <p:sp>
        <p:nvSpPr>
          <p:cNvPr id="58" name="object 58"/>
          <p:cNvSpPr/>
          <p:nvPr/>
        </p:nvSpPr>
        <p:spPr>
          <a:xfrm>
            <a:off x="4679069" y="605390"/>
            <a:ext cx="1663700" cy="454659"/>
          </a:xfrm>
          <a:custGeom>
            <a:avLst/>
            <a:gdLst/>
            <a:ahLst/>
            <a:cxnLst/>
            <a:rect l="l" t="t" r="r" b="b"/>
            <a:pathLst>
              <a:path w="1663700" h="454659">
                <a:moveTo>
                  <a:pt x="1549766" y="454659"/>
                </a:moveTo>
                <a:lnTo>
                  <a:pt x="113664" y="454659"/>
                </a:lnTo>
                <a:lnTo>
                  <a:pt x="69421" y="445727"/>
                </a:lnTo>
                <a:lnTo>
                  <a:pt x="33291" y="421367"/>
                </a:lnTo>
                <a:lnTo>
                  <a:pt x="8932" y="385238"/>
                </a:lnTo>
                <a:lnTo>
                  <a:pt x="0" y="340994"/>
                </a:lnTo>
                <a:lnTo>
                  <a:pt x="0" y="113664"/>
                </a:lnTo>
                <a:lnTo>
                  <a:pt x="8932" y="69421"/>
                </a:lnTo>
                <a:lnTo>
                  <a:pt x="33291" y="33291"/>
                </a:lnTo>
                <a:lnTo>
                  <a:pt x="69421" y="8932"/>
                </a:lnTo>
                <a:lnTo>
                  <a:pt x="113664" y="0"/>
                </a:lnTo>
                <a:lnTo>
                  <a:pt x="1549766" y="0"/>
                </a:lnTo>
                <a:lnTo>
                  <a:pt x="1593263" y="8652"/>
                </a:lnTo>
                <a:lnTo>
                  <a:pt x="1630139" y="33291"/>
                </a:lnTo>
                <a:lnTo>
                  <a:pt x="1654778" y="70167"/>
                </a:lnTo>
                <a:lnTo>
                  <a:pt x="1663430" y="113664"/>
                </a:lnTo>
                <a:lnTo>
                  <a:pt x="1663430" y="340994"/>
                </a:lnTo>
                <a:lnTo>
                  <a:pt x="1654778" y="384492"/>
                </a:lnTo>
                <a:lnTo>
                  <a:pt x="1630139" y="421367"/>
                </a:lnTo>
                <a:lnTo>
                  <a:pt x="1593263" y="446007"/>
                </a:lnTo>
                <a:lnTo>
                  <a:pt x="1549766" y="454659"/>
                </a:lnTo>
                <a:close/>
              </a:path>
            </a:pathLst>
          </a:custGeom>
          <a:solidFill>
            <a:srgbClr val="000000"/>
          </a:solidFill>
        </p:spPr>
        <p:txBody>
          <a:bodyPr wrap="square" lIns="0" tIns="0" rIns="0" bIns="0" rtlCol="0"/>
          <a:lstStyle/>
          <a:p>
            <a:endParaRPr/>
          </a:p>
        </p:txBody>
      </p:sp>
      <p:sp>
        <p:nvSpPr>
          <p:cNvPr id="59" name="object 59"/>
          <p:cNvSpPr txBox="1"/>
          <p:nvPr/>
        </p:nvSpPr>
        <p:spPr>
          <a:xfrm>
            <a:off x="339220" y="627382"/>
            <a:ext cx="10050145" cy="1562607"/>
          </a:xfrm>
          <a:prstGeom prst="rect">
            <a:avLst/>
          </a:prstGeom>
        </p:spPr>
        <p:txBody>
          <a:bodyPr vert="horz" wrap="square" lIns="0" tIns="165735" rIns="0" bIns="0" rtlCol="0">
            <a:spAutoFit/>
          </a:bodyPr>
          <a:lstStyle/>
          <a:p>
            <a:pPr marL="316230" algn="ctr">
              <a:lnSpc>
                <a:spcPct val="100000"/>
              </a:lnSpc>
              <a:spcBef>
                <a:spcPts val="1305"/>
              </a:spcBef>
            </a:pPr>
            <a:endParaRPr sz="2100" dirty="0">
              <a:latin typeface="Arial Black" panose="020B0A04020102020204" pitchFamily="34" charset="0"/>
              <a:cs typeface="Tahoma"/>
            </a:endParaRPr>
          </a:p>
          <a:p>
            <a:pPr marL="319405" marR="5080" indent="-307340" algn="ctr">
              <a:lnSpc>
                <a:spcPct val="100000"/>
              </a:lnSpc>
              <a:spcBef>
                <a:spcPts val="775"/>
              </a:spcBef>
            </a:pPr>
            <a:r>
              <a:rPr lang="en-IN" sz="2100" dirty="0">
                <a:latin typeface="Arial Black" panose="020B0A04020102020204" pitchFamily="34" charset="0"/>
              </a:rPr>
              <a:t>SAGAR-DRISHTI is a browser-based platform that combines 3D visualization, live data, and AI for a faster, clearer, and more accurate ocean forecasting process.</a:t>
            </a:r>
            <a:endParaRPr lang="en-US" sz="2100" dirty="0">
              <a:latin typeface="Arial Black" panose="020B0A04020102020204" pitchFamily="34" charset="0"/>
              <a:cs typeface="Arial Black"/>
            </a:endParaRPr>
          </a:p>
        </p:txBody>
      </p:sp>
      <p:sp>
        <p:nvSpPr>
          <p:cNvPr id="61" name="object 61"/>
          <p:cNvSpPr txBox="1"/>
          <p:nvPr/>
        </p:nvSpPr>
        <p:spPr>
          <a:xfrm>
            <a:off x="17778693" y="10025166"/>
            <a:ext cx="127000" cy="274320"/>
          </a:xfrm>
          <a:prstGeom prst="rect">
            <a:avLst/>
          </a:prstGeom>
        </p:spPr>
        <p:txBody>
          <a:bodyPr vert="horz" wrap="square" lIns="0" tIns="21590" rIns="0" bIns="0" rtlCol="0">
            <a:spAutoFit/>
          </a:bodyPr>
          <a:lstStyle/>
          <a:p>
            <a:pPr marL="12700">
              <a:lnSpc>
                <a:spcPct val="100000"/>
              </a:lnSpc>
              <a:spcBef>
                <a:spcPts val="170"/>
              </a:spcBef>
            </a:pPr>
            <a:r>
              <a:rPr sz="1400" spc="-95" dirty="0">
                <a:solidFill>
                  <a:srgbClr val="FFFFFF"/>
                </a:solidFill>
                <a:latin typeface="Arial Black"/>
                <a:cs typeface="Arial Black"/>
              </a:rPr>
              <a:t>2</a:t>
            </a:r>
            <a:endParaRPr sz="1400">
              <a:latin typeface="Arial Black"/>
              <a:cs typeface="Arial Black"/>
            </a:endParaRPr>
          </a:p>
        </p:txBody>
      </p:sp>
      <p:sp>
        <p:nvSpPr>
          <p:cNvPr id="62" name="object 62"/>
          <p:cNvSpPr txBox="1">
            <a:spLocks noGrp="1"/>
          </p:cNvSpPr>
          <p:nvPr>
            <p:ph type="ftr" sz="quarter" idx="5"/>
          </p:nvPr>
        </p:nvSpPr>
        <p:spPr>
          <a:xfrm>
            <a:off x="7577812" y="10018293"/>
            <a:ext cx="4004587" cy="237244"/>
          </a:xfrm>
          <a:prstGeom prst="rect">
            <a:avLst/>
          </a:prstGeom>
        </p:spPr>
        <p:txBody>
          <a:bodyPr vert="horz" wrap="square" lIns="0" tIns="21590" rIns="0" bIns="0" rtlCol="0">
            <a:spAutoFit/>
          </a:bodyPr>
          <a:lstStyle/>
          <a:p>
            <a:pPr marL="12700">
              <a:lnSpc>
                <a:spcPct val="100000"/>
              </a:lnSpc>
              <a:spcBef>
                <a:spcPts val="170"/>
              </a:spcBef>
            </a:pPr>
            <a:r>
              <a:rPr lang="en-IN" spc="100" dirty="0"/>
              <a:t>SAGAR-DRISHTI</a:t>
            </a:r>
            <a:r>
              <a:rPr spc="254" dirty="0"/>
              <a:t>-</a:t>
            </a:r>
            <a:r>
              <a:rPr spc="-60" dirty="0"/>
              <a:t> </a:t>
            </a:r>
            <a:r>
              <a:rPr dirty="0"/>
              <a:t>@SIH</a:t>
            </a:r>
            <a:r>
              <a:rPr spc="-55" dirty="0"/>
              <a:t> </a:t>
            </a:r>
            <a:r>
              <a:rPr spc="75" dirty="0"/>
              <a:t>Idea</a:t>
            </a:r>
            <a:r>
              <a:rPr spc="-60" dirty="0"/>
              <a:t> </a:t>
            </a:r>
            <a:r>
              <a:rPr spc="90" dirty="0"/>
              <a:t>Submission</a:t>
            </a:r>
          </a:p>
        </p:txBody>
      </p:sp>
      <p:sp>
        <p:nvSpPr>
          <p:cNvPr id="60" name="object 60"/>
          <p:cNvSpPr txBox="1"/>
          <p:nvPr/>
        </p:nvSpPr>
        <p:spPr>
          <a:xfrm>
            <a:off x="645699" y="6374927"/>
            <a:ext cx="9783983" cy="936154"/>
          </a:xfrm>
          <a:prstGeom prst="rect">
            <a:avLst/>
          </a:prstGeom>
          <a:ln w="28575">
            <a:solidFill>
              <a:schemeClr val="tx1"/>
            </a:solidFill>
            <a:prstDash val="dash"/>
          </a:ln>
        </p:spPr>
        <p:txBody>
          <a:bodyPr vert="horz" wrap="square" lIns="0" tIns="12700" rIns="0" bIns="0" rtlCol="0">
            <a:spAutoFit/>
          </a:bodyPr>
          <a:lstStyle/>
          <a:p>
            <a:pPr marL="12700" marR="910590" algn="just">
              <a:lnSpc>
                <a:spcPct val="100000"/>
              </a:lnSpc>
              <a:spcBef>
                <a:spcPts val="100"/>
              </a:spcBef>
            </a:pPr>
            <a:r>
              <a:rPr lang="en-IN" sz="2000" dirty="0">
                <a:latin typeface="Arial Black" panose="020B0A04020102020204" pitchFamily="34" charset="0"/>
              </a:rPr>
              <a:t>We solve the problem with a unified visualization platform tailored for India's coastline, offering real-time 3D rendering, model-observation validation, and modular sensor integration.</a:t>
            </a:r>
            <a:endParaRPr sz="1350" dirty="0">
              <a:latin typeface="Arial Black" panose="020B0A04020102020204" pitchFamily="34" charset="0"/>
              <a:cs typeface="Lucida Sans Unicode"/>
            </a:endParaRPr>
          </a:p>
        </p:txBody>
      </p:sp>
      <p:grpSp>
        <p:nvGrpSpPr>
          <p:cNvPr id="63" name="object 40">
            <a:extLst>
              <a:ext uri="{FF2B5EF4-FFF2-40B4-BE49-F238E27FC236}">
                <a16:creationId xmlns:a16="http://schemas.microsoft.com/office/drawing/2014/main" id="{5DF4A9ED-ECB3-4302-ED21-1618921BCC37}"/>
              </a:ext>
            </a:extLst>
          </p:cNvPr>
          <p:cNvGrpSpPr/>
          <p:nvPr/>
        </p:nvGrpSpPr>
        <p:grpSpPr>
          <a:xfrm>
            <a:off x="254437" y="2400440"/>
            <a:ext cx="199514" cy="2262328"/>
            <a:chOff x="5643040" y="2418913"/>
            <a:chExt cx="114300" cy="1477958"/>
          </a:xfrm>
        </p:grpSpPr>
        <p:pic>
          <p:nvPicPr>
            <p:cNvPr id="64" name="object 42">
              <a:extLst>
                <a:ext uri="{FF2B5EF4-FFF2-40B4-BE49-F238E27FC236}">
                  <a16:creationId xmlns:a16="http://schemas.microsoft.com/office/drawing/2014/main" id="{C330D3B3-0657-913F-DB86-4ABF8A3A951E}"/>
                </a:ext>
              </a:extLst>
            </p:cNvPr>
            <p:cNvPicPr/>
            <p:nvPr/>
          </p:nvPicPr>
          <p:blipFill>
            <a:blip r:embed="rId6" cstate="print"/>
            <a:stretch>
              <a:fillRect/>
            </a:stretch>
          </p:blipFill>
          <p:spPr>
            <a:xfrm>
              <a:off x="5662090" y="2418913"/>
              <a:ext cx="95250" cy="95249"/>
            </a:xfrm>
            <a:prstGeom prst="rect">
              <a:avLst/>
            </a:prstGeom>
          </p:spPr>
        </p:pic>
        <p:pic>
          <p:nvPicPr>
            <p:cNvPr id="65" name="object 43">
              <a:extLst>
                <a:ext uri="{FF2B5EF4-FFF2-40B4-BE49-F238E27FC236}">
                  <a16:creationId xmlns:a16="http://schemas.microsoft.com/office/drawing/2014/main" id="{E31672FF-01CB-BB49-224F-1E0D8BBB8F0F}"/>
                </a:ext>
              </a:extLst>
            </p:cNvPr>
            <p:cNvPicPr/>
            <p:nvPr/>
          </p:nvPicPr>
          <p:blipFill>
            <a:blip r:embed="rId6" cstate="print"/>
            <a:stretch>
              <a:fillRect/>
            </a:stretch>
          </p:blipFill>
          <p:spPr>
            <a:xfrm>
              <a:off x="5643040" y="3801622"/>
              <a:ext cx="95250" cy="95249"/>
            </a:xfrm>
            <a:prstGeom prst="rect">
              <a:avLst/>
            </a:prstGeom>
          </p:spPr>
        </p:pic>
      </p:grpSp>
      <p:sp>
        <p:nvSpPr>
          <p:cNvPr id="66" name="TextBox 65">
            <a:extLst>
              <a:ext uri="{FF2B5EF4-FFF2-40B4-BE49-F238E27FC236}">
                <a16:creationId xmlns:a16="http://schemas.microsoft.com/office/drawing/2014/main" id="{21359887-8705-A3A7-41B7-2626D4DA758A}"/>
              </a:ext>
            </a:extLst>
          </p:cNvPr>
          <p:cNvSpPr txBox="1"/>
          <p:nvPr/>
        </p:nvSpPr>
        <p:spPr>
          <a:xfrm>
            <a:off x="4667302" y="654288"/>
            <a:ext cx="1980139" cy="415498"/>
          </a:xfrm>
          <a:prstGeom prst="rect">
            <a:avLst/>
          </a:prstGeom>
          <a:noFill/>
        </p:spPr>
        <p:txBody>
          <a:bodyPr wrap="square" rtlCol="0">
            <a:spAutoFit/>
          </a:bodyPr>
          <a:lstStyle/>
          <a:p>
            <a:r>
              <a:rPr lang="en-IN" sz="2100" b="1" dirty="0">
                <a:solidFill>
                  <a:schemeClr val="bg1"/>
                </a:solidFill>
                <a:latin typeface="Tahoma" panose="020B0604030504040204" pitchFamily="34" charset="0"/>
                <a:ea typeface="Tahoma" panose="020B0604030504040204" pitchFamily="34" charset="0"/>
                <a:cs typeface="Tahoma" panose="020B0604030504040204" pitchFamily="34" charset="0"/>
              </a:rPr>
              <a:t>SOLUTION</a:t>
            </a:r>
          </a:p>
        </p:txBody>
      </p:sp>
      <p:pic>
        <p:nvPicPr>
          <p:cNvPr id="70" name="Picture 69">
            <a:extLst>
              <a:ext uri="{FF2B5EF4-FFF2-40B4-BE49-F238E27FC236}">
                <a16:creationId xmlns:a16="http://schemas.microsoft.com/office/drawing/2014/main" id="{CFFB6632-10E3-10EB-33C0-AF8FBBA52BE9}"/>
              </a:ext>
            </a:extLst>
          </p:cNvPr>
          <p:cNvPicPr>
            <a:picLocks noChangeAspect="1"/>
          </p:cNvPicPr>
          <p:nvPr/>
        </p:nvPicPr>
        <p:blipFill>
          <a:blip r:embed="rId7"/>
          <a:srcRect l="22059" t="17489" r="23886" b="19227"/>
          <a:stretch>
            <a:fillRect/>
          </a:stretch>
        </p:blipFill>
        <p:spPr>
          <a:xfrm>
            <a:off x="222668" y="106713"/>
            <a:ext cx="1216152" cy="777240"/>
          </a:xfrm>
          <a:prstGeom prst="rect">
            <a:avLst/>
          </a:prstGeom>
        </p:spPr>
      </p:pic>
      <p:pic>
        <p:nvPicPr>
          <p:cNvPr id="72" name="Picture 71" descr="3D Ocean Platform infographic">
            <a:extLst>
              <a:ext uri="{FF2B5EF4-FFF2-40B4-BE49-F238E27FC236}">
                <a16:creationId xmlns:a16="http://schemas.microsoft.com/office/drawing/2014/main" id="{330412A3-8B7A-4AAD-8B01-10378AC59380}"/>
              </a:ext>
            </a:extLst>
          </p:cNvPr>
          <p:cNvPicPr>
            <a:picLocks noChangeAspect="1"/>
          </p:cNvPicPr>
          <p:nvPr/>
        </p:nvPicPr>
        <p:blipFill>
          <a:blip r:embed="rId8"/>
          <a:srcRect l="5795" t="7305" r="2876" b="5079"/>
          <a:stretch>
            <a:fillRect/>
          </a:stretch>
        </p:blipFill>
        <p:spPr>
          <a:xfrm>
            <a:off x="10654727" y="1427856"/>
            <a:ext cx="5011317" cy="3319342"/>
          </a:xfrm>
          <a:prstGeom prst="rect">
            <a:avLst/>
          </a:prstGeom>
          <a:ln w="28575">
            <a:solidFill>
              <a:schemeClr val="tx1"/>
            </a:solidFill>
          </a:ln>
        </p:spPr>
      </p:pic>
      <p:pic>
        <p:nvPicPr>
          <p:cNvPr id="73" name="Picture 72" descr="Forecaster Console infographic panel">
            <a:extLst>
              <a:ext uri="{FF2B5EF4-FFF2-40B4-BE49-F238E27FC236}">
                <a16:creationId xmlns:a16="http://schemas.microsoft.com/office/drawing/2014/main" id="{33C34395-C5F4-8F17-21C9-FE384454962F}"/>
              </a:ext>
            </a:extLst>
          </p:cNvPr>
          <p:cNvPicPr>
            <a:picLocks noChangeAspect="1"/>
          </p:cNvPicPr>
          <p:nvPr/>
        </p:nvPicPr>
        <p:blipFill>
          <a:blip r:embed="rId9"/>
          <a:srcRect l="4116" t="6643" r="4556" b="7251"/>
          <a:stretch>
            <a:fillRect/>
          </a:stretch>
        </p:blipFill>
        <p:spPr>
          <a:xfrm>
            <a:off x="13195385" y="4928624"/>
            <a:ext cx="4929505" cy="3300152"/>
          </a:xfrm>
          <a:prstGeom prst="rect">
            <a:avLst/>
          </a:prstGeom>
          <a:ln w="28575">
            <a:solidFill>
              <a:schemeClr val="tx1"/>
            </a:solidFill>
          </a:ln>
        </p:spPr>
      </p:pic>
      <p:pic>
        <p:nvPicPr>
          <p:cNvPr id="74" name="Picture 73" descr="Professional Outreach Mode infographic panel">
            <a:extLst>
              <a:ext uri="{FF2B5EF4-FFF2-40B4-BE49-F238E27FC236}">
                <a16:creationId xmlns:a16="http://schemas.microsoft.com/office/drawing/2014/main" id="{962980F9-03EE-6F3C-BF17-CCA32CD954ED}"/>
              </a:ext>
            </a:extLst>
          </p:cNvPr>
          <p:cNvPicPr>
            <a:picLocks noChangeAspect="1"/>
          </p:cNvPicPr>
          <p:nvPr/>
        </p:nvPicPr>
        <p:blipFill>
          <a:blip r:embed="rId10"/>
          <a:srcRect l="3623" t="5864" r="4242" b="11627"/>
          <a:stretch>
            <a:fillRect/>
          </a:stretch>
        </p:blipFill>
        <p:spPr>
          <a:xfrm>
            <a:off x="10586785" y="4889224"/>
            <a:ext cx="2451497" cy="3391587"/>
          </a:xfrm>
          <a:prstGeom prst="rect">
            <a:avLst/>
          </a:prstGeom>
          <a:ln w="28575">
            <a:solidFill>
              <a:schemeClr val="tx1"/>
            </a:solidFill>
          </a:ln>
        </p:spPr>
      </p:pic>
      <p:pic>
        <p:nvPicPr>
          <p:cNvPr id="75" name="Picture 74" descr="3D Depth Visualization infographic panel">
            <a:extLst>
              <a:ext uri="{FF2B5EF4-FFF2-40B4-BE49-F238E27FC236}">
                <a16:creationId xmlns:a16="http://schemas.microsoft.com/office/drawing/2014/main" id="{B2751A84-ADB9-1EC7-01B3-204564612DBC}"/>
              </a:ext>
            </a:extLst>
          </p:cNvPr>
          <p:cNvPicPr>
            <a:picLocks noChangeAspect="1"/>
          </p:cNvPicPr>
          <p:nvPr/>
        </p:nvPicPr>
        <p:blipFill>
          <a:blip r:embed="rId11"/>
          <a:srcRect l="4807" t="4854" r="4923" b="6907"/>
          <a:stretch>
            <a:fillRect/>
          </a:stretch>
        </p:blipFill>
        <p:spPr>
          <a:xfrm>
            <a:off x="15799481" y="1402384"/>
            <a:ext cx="2325410" cy="3409686"/>
          </a:xfrm>
          <a:prstGeom prst="rect">
            <a:avLst/>
          </a:prstGeom>
          <a:ln w="28575">
            <a:solidFill>
              <a:schemeClr val="tx1"/>
            </a:solidFill>
          </a:ln>
        </p:spPr>
      </p:pic>
      <p:pic>
        <p:nvPicPr>
          <p:cNvPr id="8" name="Picture 7">
            <a:extLst>
              <a:ext uri="{FF2B5EF4-FFF2-40B4-BE49-F238E27FC236}">
                <a16:creationId xmlns:a16="http://schemas.microsoft.com/office/drawing/2014/main" id="{2FDD77D7-0DA3-98F6-2289-4AA8A58D610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5896780" y="52551"/>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24AADA-D453-1265-8733-90FFAA5E9224}"/>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12CD46F2-47C4-923D-D54B-9D8A7C0DC958}"/>
              </a:ext>
            </a:extLst>
          </p:cNvPr>
          <p:cNvPicPr>
            <a:picLocks noChangeAspect="1"/>
          </p:cNvPicPr>
          <p:nvPr/>
        </p:nvPicPr>
        <p:blipFill>
          <a:blip r:embed="rId2"/>
          <a:srcRect b="1865"/>
          <a:stretch>
            <a:fillRect/>
          </a:stretch>
        </p:blipFill>
        <p:spPr>
          <a:xfrm>
            <a:off x="0" y="647700"/>
            <a:ext cx="18288000" cy="9353550"/>
          </a:xfrm>
          <a:prstGeom prst="rect">
            <a:avLst/>
          </a:prstGeom>
        </p:spPr>
      </p:pic>
      <p:pic>
        <p:nvPicPr>
          <p:cNvPr id="16" name="Picture 15">
            <a:extLst>
              <a:ext uri="{FF2B5EF4-FFF2-40B4-BE49-F238E27FC236}">
                <a16:creationId xmlns:a16="http://schemas.microsoft.com/office/drawing/2014/main" id="{A885CA93-B2BA-1067-7614-E16E388F9F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78200" y="0"/>
            <a:ext cx="2057400" cy="971466"/>
          </a:xfrm>
          <a:prstGeom prst="rect">
            <a:avLst/>
          </a:prstGeom>
        </p:spPr>
      </p:pic>
      <p:pic>
        <p:nvPicPr>
          <p:cNvPr id="19" name="Picture 18">
            <a:extLst>
              <a:ext uri="{FF2B5EF4-FFF2-40B4-BE49-F238E27FC236}">
                <a16:creationId xmlns:a16="http://schemas.microsoft.com/office/drawing/2014/main" id="{80AC3A8C-CDC8-ADF3-CEF0-7819EAD7A113}"/>
              </a:ext>
            </a:extLst>
          </p:cNvPr>
          <p:cNvPicPr>
            <a:picLocks noChangeAspect="1"/>
          </p:cNvPicPr>
          <p:nvPr/>
        </p:nvPicPr>
        <p:blipFill>
          <a:blip r:embed="rId4"/>
          <a:srcRect l="22059" t="17489" r="23886" b="19227"/>
          <a:stretch>
            <a:fillRect/>
          </a:stretch>
        </p:blipFill>
        <p:spPr>
          <a:xfrm>
            <a:off x="222668" y="106713"/>
            <a:ext cx="1216152" cy="777240"/>
          </a:xfrm>
          <a:prstGeom prst="rect">
            <a:avLst/>
          </a:prstGeom>
        </p:spPr>
      </p:pic>
      <p:sp>
        <p:nvSpPr>
          <p:cNvPr id="21" name="object 2">
            <a:extLst>
              <a:ext uri="{FF2B5EF4-FFF2-40B4-BE49-F238E27FC236}">
                <a16:creationId xmlns:a16="http://schemas.microsoft.com/office/drawing/2014/main" id="{C19F042F-7F94-5FF3-E8B3-FC612638AFD2}"/>
              </a:ext>
            </a:extLst>
          </p:cNvPr>
          <p:cNvSpPr/>
          <p:nvPr/>
        </p:nvSpPr>
        <p:spPr>
          <a:xfrm>
            <a:off x="0" y="10001250"/>
            <a:ext cx="26938704" cy="436077"/>
          </a:xfrm>
          <a:custGeom>
            <a:avLst/>
            <a:gdLst/>
            <a:ahLst/>
            <a:cxnLst/>
            <a:rect l="l" t="t" r="r" b="b"/>
            <a:pathLst>
              <a:path w="18288000" h="234950">
                <a:moveTo>
                  <a:pt x="18287588" y="0"/>
                </a:moveTo>
                <a:lnTo>
                  <a:pt x="18287588" y="234760"/>
                </a:lnTo>
                <a:lnTo>
                  <a:pt x="0" y="234760"/>
                </a:lnTo>
                <a:lnTo>
                  <a:pt x="0" y="0"/>
                </a:lnTo>
                <a:lnTo>
                  <a:pt x="18287588" y="0"/>
                </a:lnTo>
                <a:close/>
              </a:path>
            </a:pathLst>
          </a:custGeom>
          <a:solidFill>
            <a:srgbClr val="004EAB"/>
          </a:solidFill>
        </p:spPr>
        <p:txBody>
          <a:bodyPr wrap="square" lIns="0" tIns="0" rIns="0" bIns="0" rtlCol="0"/>
          <a:lstStyle/>
          <a:p>
            <a:endParaRPr/>
          </a:p>
        </p:txBody>
      </p:sp>
      <p:sp>
        <p:nvSpPr>
          <p:cNvPr id="22" name="object 61">
            <a:extLst>
              <a:ext uri="{FF2B5EF4-FFF2-40B4-BE49-F238E27FC236}">
                <a16:creationId xmlns:a16="http://schemas.microsoft.com/office/drawing/2014/main" id="{C4CB3B04-A8B0-B633-E99E-C35F6031439F}"/>
              </a:ext>
            </a:extLst>
          </p:cNvPr>
          <p:cNvSpPr txBox="1"/>
          <p:nvPr/>
        </p:nvSpPr>
        <p:spPr>
          <a:xfrm>
            <a:off x="17778693" y="10025165"/>
            <a:ext cx="187074" cy="237244"/>
          </a:xfrm>
          <a:prstGeom prst="rect">
            <a:avLst/>
          </a:prstGeom>
        </p:spPr>
        <p:txBody>
          <a:bodyPr vert="horz" wrap="square" lIns="0" tIns="21590" rIns="0" bIns="0" rtlCol="0">
            <a:spAutoFit/>
          </a:bodyPr>
          <a:lstStyle/>
          <a:p>
            <a:pPr marL="12700">
              <a:lnSpc>
                <a:spcPct val="100000"/>
              </a:lnSpc>
              <a:spcBef>
                <a:spcPts val="170"/>
              </a:spcBef>
            </a:pPr>
            <a:r>
              <a:rPr lang="en-IN" sz="1400" spc="-95" dirty="0">
                <a:solidFill>
                  <a:srgbClr val="FFFFFF"/>
                </a:solidFill>
                <a:latin typeface="Arial Black"/>
                <a:cs typeface="Arial Black"/>
              </a:rPr>
              <a:t>3</a:t>
            </a:r>
            <a:endParaRPr sz="1400" dirty="0">
              <a:latin typeface="Arial Black"/>
              <a:cs typeface="Arial Black"/>
            </a:endParaRPr>
          </a:p>
        </p:txBody>
      </p:sp>
      <p:sp>
        <p:nvSpPr>
          <p:cNvPr id="23" name="object 62">
            <a:extLst>
              <a:ext uri="{FF2B5EF4-FFF2-40B4-BE49-F238E27FC236}">
                <a16:creationId xmlns:a16="http://schemas.microsoft.com/office/drawing/2014/main" id="{58300D31-3FCC-7927-6A57-D0723780A147}"/>
              </a:ext>
            </a:extLst>
          </p:cNvPr>
          <p:cNvSpPr txBox="1">
            <a:spLocks noGrp="1"/>
          </p:cNvSpPr>
          <p:nvPr>
            <p:ph type="ftr" sz="quarter" idx="5"/>
          </p:nvPr>
        </p:nvSpPr>
        <p:spPr>
          <a:xfrm>
            <a:off x="7577812" y="10018292"/>
            <a:ext cx="4614187" cy="237244"/>
          </a:xfrm>
          <a:prstGeom prst="rect">
            <a:avLst/>
          </a:prstGeom>
        </p:spPr>
        <p:txBody>
          <a:bodyPr vert="horz" wrap="square" lIns="0" tIns="21590" rIns="0" bIns="0" rtlCol="0">
            <a:spAutoFit/>
          </a:bodyPr>
          <a:lstStyle/>
          <a:p>
            <a:pPr marL="12700">
              <a:lnSpc>
                <a:spcPct val="100000"/>
              </a:lnSpc>
              <a:spcBef>
                <a:spcPts val="170"/>
              </a:spcBef>
            </a:pPr>
            <a:r>
              <a:rPr lang="en-IN" spc="100" dirty="0"/>
              <a:t>SAGAR-DRISHTI</a:t>
            </a:r>
            <a:r>
              <a:rPr spc="254" dirty="0"/>
              <a:t>-</a:t>
            </a:r>
            <a:r>
              <a:rPr spc="-60" dirty="0"/>
              <a:t> </a:t>
            </a:r>
            <a:r>
              <a:rPr dirty="0"/>
              <a:t>@SIH</a:t>
            </a:r>
            <a:r>
              <a:rPr spc="-55" dirty="0"/>
              <a:t> </a:t>
            </a:r>
            <a:r>
              <a:rPr spc="75" dirty="0"/>
              <a:t>Idea</a:t>
            </a:r>
            <a:r>
              <a:rPr spc="-60" dirty="0"/>
              <a:t> </a:t>
            </a:r>
            <a:r>
              <a:rPr spc="90" dirty="0"/>
              <a:t>Submission</a:t>
            </a:r>
          </a:p>
        </p:txBody>
      </p:sp>
    </p:spTree>
    <p:extLst>
      <p:ext uri="{BB962C8B-B14F-4D97-AF65-F5344CB8AC3E}">
        <p14:creationId xmlns:p14="http://schemas.microsoft.com/office/powerpoint/2010/main" val="137533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927698" y="126610"/>
            <a:ext cx="7445418" cy="705321"/>
          </a:xfrm>
          <a:prstGeom prst="rect">
            <a:avLst/>
          </a:prstGeom>
        </p:spPr>
        <p:txBody>
          <a:bodyPr vert="horz" wrap="square" lIns="0" tIns="12700" rIns="0" bIns="0" rtlCol="0">
            <a:spAutoFit/>
          </a:bodyPr>
          <a:lstStyle/>
          <a:p>
            <a:pPr marL="12700">
              <a:lnSpc>
                <a:spcPct val="100000"/>
              </a:lnSpc>
              <a:spcBef>
                <a:spcPts val="100"/>
              </a:spcBef>
            </a:pPr>
            <a:r>
              <a:rPr spc="-335" dirty="0">
                <a:latin typeface="Tahoma" panose="020B0604030504040204" pitchFamily="34" charset="0"/>
                <a:ea typeface="Tahoma" panose="020B0604030504040204" pitchFamily="34" charset="0"/>
                <a:cs typeface="Tahoma" panose="020B0604030504040204" pitchFamily="34" charset="0"/>
              </a:rPr>
              <a:t>FEA</a:t>
            </a:r>
            <a:r>
              <a:rPr lang="en-IN" spc="-335" dirty="0">
                <a:latin typeface="Tahoma" panose="020B0604030504040204" pitchFamily="34" charset="0"/>
                <a:ea typeface="Tahoma" panose="020B0604030504040204" pitchFamily="34" charset="0"/>
                <a:cs typeface="Tahoma" panose="020B0604030504040204" pitchFamily="34" charset="0"/>
              </a:rPr>
              <a:t>S</a:t>
            </a:r>
            <a:r>
              <a:rPr spc="-335" dirty="0">
                <a:latin typeface="Tahoma" panose="020B0604030504040204" pitchFamily="34" charset="0"/>
                <a:ea typeface="Tahoma" panose="020B0604030504040204" pitchFamily="34" charset="0"/>
                <a:cs typeface="Tahoma" panose="020B0604030504040204" pitchFamily="34" charset="0"/>
              </a:rPr>
              <a:t>IBILITY</a:t>
            </a:r>
            <a:r>
              <a:rPr spc="-270" dirty="0">
                <a:latin typeface="Tahoma" panose="020B0604030504040204" pitchFamily="34" charset="0"/>
                <a:ea typeface="Tahoma" panose="020B0604030504040204" pitchFamily="34" charset="0"/>
                <a:cs typeface="Tahoma" panose="020B0604030504040204" pitchFamily="34" charset="0"/>
              </a:rPr>
              <a:t> </a:t>
            </a:r>
            <a:r>
              <a:rPr spc="-540" dirty="0">
                <a:latin typeface="Tahoma" panose="020B0604030504040204" pitchFamily="34" charset="0"/>
                <a:ea typeface="Tahoma" panose="020B0604030504040204" pitchFamily="34" charset="0"/>
                <a:cs typeface="Tahoma" panose="020B0604030504040204" pitchFamily="34" charset="0"/>
              </a:rPr>
              <a:t>AND</a:t>
            </a:r>
            <a:r>
              <a:rPr spc="-265" dirty="0">
                <a:latin typeface="Tahoma" panose="020B0604030504040204" pitchFamily="34" charset="0"/>
                <a:ea typeface="Tahoma" panose="020B0604030504040204" pitchFamily="34" charset="0"/>
                <a:cs typeface="Tahoma" panose="020B0604030504040204" pitchFamily="34" charset="0"/>
              </a:rPr>
              <a:t> </a:t>
            </a:r>
            <a:r>
              <a:rPr spc="-425" dirty="0">
                <a:latin typeface="Tahoma" panose="020B0604030504040204" pitchFamily="34" charset="0"/>
                <a:ea typeface="Tahoma" panose="020B0604030504040204" pitchFamily="34" charset="0"/>
                <a:cs typeface="Tahoma" panose="020B0604030504040204" pitchFamily="34" charset="0"/>
              </a:rPr>
              <a:t>VIABILITY</a:t>
            </a:r>
          </a:p>
        </p:txBody>
      </p:sp>
      <p:grpSp>
        <p:nvGrpSpPr>
          <p:cNvPr id="5" name="object 5"/>
          <p:cNvGrpSpPr/>
          <p:nvPr/>
        </p:nvGrpSpPr>
        <p:grpSpPr>
          <a:xfrm>
            <a:off x="414889" y="1316260"/>
            <a:ext cx="8655685" cy="1190625"/>
            <a:chOff x="414889" y="1316260"/>
            <a:chExt cx="8655685" cy="1190625"/>
          </a:xfrm>
        </p:grpSpPr>
        <p:sp>
          <p:nvSpPr>
            <p:cNvPr id="6" name="object 6"/>
            <p:cNvSpPr/>
            <p:nvPr/>
          </p:nvSpPr>
          <p:spPr>
            <a:xfrm>
              <a:off x="414889" y="1316260"/>
              <a:ext cx="8655685" cy="1190625"/>
            </a:xfrm>
            <a:custGeom>
              <a:avLst/>
              <a:gdLst/>
              <a:ahLst/>
              <a:cxnLst/>
              <a:rect l="l" t="t" r="r" b="b"/>
              <a:pathLst>
                <a:path w="8655685" h="1190625">
                  <a:moveTo>
                    <a:pt x="8561335" y="1190624"/>
                  </a:moveTo>
                  <a:lnTo>
                    <a:pt x="95250" y="1190624"/>
                  </a:lnTo>
                  <a:lnTo>
                    <a:pt x="76580" y="1188777"/>
                  </a:lnTo>
                  <a:lnTo>
                    <a:pt x="27898" y="1162726"/>
                  </a:lnTo>
                  <a:lnTo>
                    <a:pt x="1847" y="1114044"/>
                  </a:lnTo>
                  <a:lnTo>
                    <a:pt x="0" y="1095374"/>
                  </a:lnTo>
                  <a:lnTo>
                    <a:pt x="0" y="95250"/>
                  </a:lnTo>
                  <a:lnTo>
                    <a:pt x="16003" y="42405"/>
                  </a:lnTo>
                  <a:lnTo>
                    <a:pt x="58799" y="7250"/>
                  </a:lnTo>
                  <a:lnTo>
                    <a:pt x="95250" y="0"/>
                  </a:lnTo>
                  <a:lnTo>
                    <a:pt x="8561335" y="0"/>
                  </a:lnTo>
                  <a:lnTo>
                    <a:pt x="8614179" y="16003"/>
                  </a:lnTo>
                  <a:lnTo>
                    <a:pt x="8649334" y="58799"/>
                  </a:lnTo>
                  <a:lnTo>
                    <a:pt x="8655285" y="82115"/>
                  </a:lnTo>
                  <a:lnTo>
                    <a:pt x="8655285" y="1108509"/>
                  </a:lnTo>
                  <a:lnTo>
                    <a:pt x="8640581" y="1148219"/>
                  </a:lnTo>
                  <a:lnTo>
                    <a:pt x="8597785" y="1183374"/>
                  </a:lnTo>
                  <a:lnTo>
                    <a:pt x="8561335" y="1190624"/>
                  </a:lnTo>
                  <a:close/>
                </a:path>
              </a:pathLst>
            </a:custGeom>
            <a:solidFill>
              <a:srgbClr val="FFFCDA"/>
            </a:solidFill>
          </p:spPr>
          <p:txBody>
            <a:bodyPr wrap="square" lIns="0" tIns="0" rIns="0" bIns="0" rtlCol="0"/>
            <a:lstStyle/>
            <a:p>
              <a:endParaRPr dirty="0"/>
            </a:p>
          </p:txBody>
        </p:sp>
        <p:sp>
          <p:nvSpPr>
            <p:cNvPr id="7" name="object 7"/>
            <p:cNvSpPr/>
            <p:nvPr/>
          </p:nvSpPr>
          <p:spPr>
            <a:xfrm>
              <a:off x="689306" y="1596711"/>
              <a:ext cx="283210" cy="231140"/>
            </a:xfrm>
            <a:custGeom>
              <a:avLst/>
              <a:gdLst/>
              <a:ahLst/>
              <a:cxnLst/>
              <a:rect l="l" t="t" r="r" b="b"/>
              <a:pathLst>
                <a:path w="283209" h="231139">
                  <a:moveTo>
                    <a:pt x="240807" y="56876"/>
                  </a:moveTo>
                  <a:lnTo>
                    <a:pt x="98138" y="56876"/>
                  </a:lnTo>
                  <a:lnTo>
                    <a:pt x="107988" y="51206"/>
                  </a:lnTo>
                  <a:lnTo>
                    <a:pt x="118346" y="46375"/>
                  </a:lnTo>
                  <a:lnTo>
                    <a:pt x="129167" y="42429"/>
                  </a:lnTo>
                  <a:lnTo>
                    <a:pt x="140406" y="39413"/>
                  </a:lnTo>
                  <a:lnTo>
                    <a:pt x="140406" y="0"/>
                  </a:lnTo>
                  <a:lnTo>
                    <a:pt x="198552" y="0"/>
                  </a:lnTo>
                  <a:lnTo>
                    <a:pt x="198552" y="39413"/>
                  </a:lnTo>
                  <a:lnTo>
                    <a:pt x="209783" y="42429"/>
                  </a:lnTo>
                  <a:lnTo>
                    <a:pt x="220600" y="46375"/>
                  </a:lnTo>
                  <a:lnTo>
                    <a:pt x="230957" y="51206"/>
                  </a:lnTo>
                  <a:lnTo>
                    <a:pt x="240807" y="56876"/>
                  </a:lnTo>
                  <a:close/>
                </a:path>
                <a:path w="283209" h="231139">
                  <a:moveTo>
                    <a:pt x="69476" y="230633"/>
                  </a:moveTo>
                  <a:lnTo>
                    <a:pt x="39500" y="198050"/>
                  </a:lnTo>
                  <a:lnTo>
                    <a:pt x="0" y="198050"/>
                  </a:lnTo>
                  <a:lnTo>
                    <a:pt x="0" y="140051"/>
                  </a:lnTo>
                  <a:lnTo>
                    <a:pt x="39500" y="140051"/>
                  </a:lnTo>
                  <a:lnTo>
                    <a:pt x="42531" y="128840"/>
                  </a:lnTo>
                  <a:lnTo>
                    <a:pt x="46491" y="118046"/>
                  </a:lnTo>
                  <a:lnTo>
                    <a:pt x="51336" y="107715"/>
                  </a:lnTo>
                  <a:lnTo>
                    <a:pt x="57021" y="97890"/>
                  </a:lnTo>
                  <a:lnTo>
                    <a:pt x="29079" y="70019"/>
                  </a:lnTo>
                  <a:lnTo>
                    <a:pt x="70196" y="29005"/>
                  </a:lnTo>
                  <a:lnTo>
                    <a:pt x="98138" y="56876"/>
                  </a:lnTo>
                  <a:lnTo>
                    <a:pt x="282436" y="56876"/>
                  </a:lnTo>
                  <a:lnTo>
                    <a:pt x="281942" y="83028"/>
                  </a:lnTo>
                  <a:lnTo>
                    <a:pt x="272434" y="111612"/>
                  </a:lnTo>
                  <a:lnTo>
                    <a:pt x="169472" y="111612"/>
                  </a:lnTo>
                  <a:lnTo>
                    <a:pt x="147055" y="116126"/>
                  </a:lnTo>
                  <a:lnTo>
                    <a:pt x="128749" y="128435"/>
                  </a:lnTo>
                  <a:lnTo>
                    <a:pt x="116408" y="146691"/>
                  </a:lnTo>
                  <a:lnTo>
                    <a:pt x="111882" y="169044"/>
                  </a:lnTo>
                  <a:lnTo>
                    <a:pt x="111882" y="171314"/>
                  </a:lnTo>
                  <a:lnTo>
                    <a:pt x="112024" y="173545"/>
                  </a:lnTo>
                  <a:lnTo>
                    <a:pt x="112270" y="175737"/>
                  </a:lnTo>
                  <a:lnTo>
                    <a:pt x="103102" y="210274"/>
                  </a:lnTo>
                  <a:lnTo>
                    <a:pt x="88214" y="227126"/>
                  </a:lnTo>
                  <a:lnTo>
                    <a:pt x="69476" y="230633"/>
                  </a:lnTo>
                  <a:close/>
                </a:path>
                <a:path w="283209" h="231139">
                  <a:moveTo>
                    <a:pt x="282436" y="56876"/>
                  </a:moveTo>
                  <a:lnTo>
                    <a:pt x="240807" y="56876"/>
                  </a:lnTo>
                  <a:lnTo>
                    <a:pt x="268748" y="29005"/>
                  </a:lnTo>
                  <a:lnTo>
                    <a:pt x="282700" y="42909"/>
                  </a:lnTo>
                  <a:lnTo>
                    <a:pt x="282634" y="46375"/>
                  </a:lnTo>
                  <a:lnTo>
                    <a:pt x="282543" y="51206"/>
                  </a:lnTo>
                  <a:lnTo>
                    <a:pt x="282436" y="56876"/>
                  </a:lnTo>
                  <a:close/>
                </a:path>
                <a:path w="283209" h="231139">
                  <a:moveTo>
                    <a:pt x="223855" y="150085"/>
                  </a:moveTo>
                  <a:lnTo>
                    <a:pt x="215578" y="134622"/>
                  </a:lnTo>
                  <a:lnTo>
                    <a:pt x="203147" y="122448"/>
                  </a:lnTo>
                  <a:lnTo>
                    <a:pt x="187474" y="114473"/>
                  </a:lnTo>
                  <a:lnTo>
                    <a:pt x="169472" y="111612"/>
                  </a:lnTo>
                  <a:lnTo>
                    <a:pt x="272434" y="111612"/>
                  </a:lnTo>
                  <a:lnTo>
                    <a:pt x="271632" y="114024"/>
                  </a:lnTo>
                  <a:lnTo>
                    <a:pt x="252144" y="136257"/>
                  </a:lnTo>
                  <a:lnTo>
                    <a:pt x="223855" y="150085"/>
                  </a:lnTo>
                  <a:close/>
                </a:path>
              </a:pathLst>
            </a:custGeom>
            <a:solidFill>
              <a:srgbClr val="F9B032"/>
            </a:solidFill>
          </p:spPr>
          <p:txBody>
            <a:bodyPr wrap="square" lIns="0" tIns="0" rIns="0" bIns="0" rtlCol="0"/>
            <a:lstStyle/>
            <a:p>
              <a:endParaRPr/>
            </a:p>
          </p:txBody>
        </p:sp>
        <p:sp>
          <p:nvSpPr>
            <p:cNvPr id="8" name="object 8"/>
            <p:cNvSpPr/>
            <p:nvPr/>
          </p:nvSpPr>
          <p:spPr>
            <a:xfrm>
              <a:off x="901719" y="1587722"/>
              <a:ext cx="314325" cy="340995"/>
            </a:xfrm>
            <a:custGeom>
              <a:avLst/>
              <a:gdLst/>
              <a:ahLst/>
              <a:cxnLst/>
              <a:rect l="l" t="t" r="r" b="b"/>
              <a:pathLst>
                <a:path w="314325" h="340994">
                  <a:moveTo>
                    <a:pt x="257512" y="340771"/>
                  </a:moveTo>
                  <a:lnTo>
                    <a:pt x="105469" y="340771"/>
                  </a:lnTo>
                  <a:lnTo>
                    <a:pt x="0" y="179916"/>
                  </a:lnTo>
                  <a:lnTo>
                    <a:pt x="82725" y="29225"/>
                  </a:lnTo>
                  <a:lnTo>
                    <a:pt x="117041" y="1992"/>
                  </a:lnTo>
                  <a:lnTo>
                    <a:pt x="132182" y="0"/>
                  </a:lnTo>
                  <a:lnTo>
                    <a:pt x="147323" y="1992"/>
                  </a:lnTo>
                  <a:lnTo>
                    <a:pt x="181639" y="29225"/>
                  </a:lnTo>
                  <a:lnTo>
                    <a:pt x="306969" y="257506"/>
                  </a:lnTo>
                  <a:lnTo>
                    <a:pt x="313969" y="285477"/>
                  </a:lnTo>
                  <a:lnTo>
                    <a:pt x="311858" y="299685"/>
                  </a:lnTo>
                  <a:lnTo>
                    <a:pt x="285468" y="333460"/>
                  </a:lnTo>
                  <a:lnTo>
                    <a:pt x="257512" y="340771"/>
                  </a:lnTo>
                  <a:close/>
                </a:path>
              </a:pathLst>
            </a:custGeom>
            <a:solidFill>
              <a:srgbClr val="D5E9E7"/>
            </a:solidFill>
          </p:spPr>
          <p:txBody>
            <a:bodyPr wrap="square" lIns="0" tIns="0" rIns="0" bIns="0" rtlCol="0"/>
            <a:lstStyle/>
            <a:p>
              <a:endParaRPr/>
            </a:p>
          </p:txBody>
        </p:sp>
        <p:sp>
          <p:nvSpPr>
            <p:cNvPr id="9" name="object 9"/>
            <p:cNvSpPr/>
            <p:nvPr/>
          </p:nvSpPr>
          <p:spPr>
            <a:xfrm>
              <a:off x="940328" y="1630115"/>
              <a:ext cx="233679" cy="256540"/>
            </a:xfrm>
            <a:custGeom>
              <a:avLst/>
              <a:gdLst/>
              <a:ahLst/>
              <a:cxnLst/>
              <a:rect l="l" t="t" r="r" b="b"/>
              <a:pathLst>
                <a:path w="233680" h="256539">
                  <a:moveTo>
                    <a:pt x="223933" y="255984"/>
                  </a:moveTo>
                  <a:lnTo>
                    <a:pt x="65890" y="255984"/>
                  </a:lnTo>
                  <a:lnTo>
                    <a:pt x="57475" y="225703"/>
                  </a:lnTo>
                  <a:lnTo>
                    <a:pt x="43208" y="198374"/>
                  </a:lnTo>
                  <a:lnTo>
                    <a:pt x="23806" y="174722"/>
                  </a:lnTo>
                  <a:lnTo>
                    <a:pt x="0" y="155476"/>
                  </a:lnTo>
                  <a:lnTo>
                    <a:pt x="83915" y="2631"/>
                  </a:lnTo>
                  <a:lnTo>
                    <a:pt x="88350" y="0"/>
                  </a:lnTo>
                  <a:lnTo>
                    <a:pt x="98810" y="0"/>
                  </a:lnTo>
                  <a:lnTo>
                    <a:pt x="103245" y="2631"/>
                  </a:lnTo>
                  <a:lnTo>
                    <a:pt x="231083" y="235478"/>
                  </a:lnTo>
                  <a:lnTo>
                    <a:pt x="233501" y="239875"/>
                  </a:lnTo>
                  <a:lnTo>
                    <a:pt x="233411" y="244880"/>
                  </a:lnTo>
                  <a:lnTo>
                    <a:pt x="228290" y="253508"/>
                  </a:lnTo>
                  <a:lnTo>
                    <a:pt x="223933" y="255984"/>
                  </a:lnTo>
                  <a:close/>
                </a:path>
              </a:pathLst>
            </a:custGeom>
            <a:solidFill>
              <a:srgbClr val="D04A61"/>
            </a:solidFill>
          </p:spPr>
          <p:txBody>
            <a:bodyPr wrap="square" lIns="0" tIns="0" rIns="0" bIns="0" rtlCol="0"/>
            <a:lstStyle/>
            <a:p>
              <a:endParaRPr/>
            </a:p>
          </p:txBody>
        </p:sp>
        <p:sp>
          <p:nvSpPr>
            <p:cNvPr id="10" name="object 10"/>
            <p:cNvSpPr/>
            <p:nvPr/>
          </p:nvSpPr>
          <p:spPr>
            <a:xfrm>
              <a:off x="1015187" y="1690026"/>
              <a:ext cx="37465" cy="155575"/>
            </a:xfrm>
            <a:custGeom>
              <a:avLst/>
              <a:gdLst/>
              <a:ahLst/>
              <a:cxnLst/>
              <a:rect l="l" t="t" r="r" b="b"/>
              <a:pathLst>
                <a:path w="37465" h="155575">
                  <a:moveTo>
                    <a:pt x="37414" y="133870"/>
                  </a:moveTo>
                  <a:lnTo>
                    <a:pt x="21183" y="117678"/>
                  </a:lnTo>
                  <a:lnTo>
                    <a:pt x="16230" y="117678"/>
                  </a:lnTo>
                  <a:lnTo>
                    <a:pt x="0" y="133870"/>
                  </a:lnTo>
                  <a:lnTo>
                    <a:pt x="0" y="138811"/>
                  </a:lnTo>
                  <a:lnTo>
                    <a:pt x="16230" y="155003"/>
                  </a:lnTo>
                  <a:lnTo>
                    <a:pt x="21183" y="155003"/>
                  </a:lnTo>
                  <a:lnTo>
                    <a:pt x="37414" y="138811"/>
                  </a:lnTo>
                  <a:lnTo>
                    <a:pt x="37414" y="136334"/>
                  </a:lnTo>
                  <a:lnTo>
                    <a:pt x="37414" y="133870"/>
                  </a:lnTo>
                  <a:close/>
                </a:path>
                <a:path w="37465" h="155575">
                  <a:moveTo>
                    <a:pt x="37414" y="13525"/>
                  </a:moveTo>
                  <a:lnTo>
                    <a:pt x="35318" y="8851"/>
                  </a:lnTo>
                  <a:lnTo>
                    <a:pt x="28549" y="2095"/>
                  </a:lnTo>
                  <a:lnTo>
                    <a:pt x="23863" y="0"/>
                  </a:lnTo>
                  <a:lnTo>
                    <a:pt x="18707" y="0"/>
                  </a:lnTo>
                  <a:lnTo>
                    <a:pt x="11430" y="1473"/>
                  </a:lnTo>
                  <a:lnTo>
                    <a:pt x="5473" y="5473"/>
                  </a:lnTo>
                  <a:lnTo>
                    <a:pt x="1473" y="11404"/>
                  </a:lnTo>
                  <a:lnTo>
                    <a:pt x="0" y="18669"/>
                  </a:lnTo>
                  <a:lnTo>
                    <a:pt x="0" y="72390"/>
                  </a:lnTo>
                  <a:lnTo>
                    <a:pt x="1473" y="79654"/>
                  </a:lnTo>
                  <a:lnTo>
                    <a:pt x="5473" y="85585"/>
                  </a:lnTo>
                  <a:lnTo>
                    <a:pt x="11430" y="89585"/>
                  </a:lnTo>
                  <a:lnTo>
                    <a:pt x="18707" y="91059"/>
                  </a:lnTo>
                  <a:lnTo>
                    <a:pt x="25984" y="89585"/>
                  </a:lnTo>
                  <a:lnTo>
                    <a:pt x="31940" y="85585"/>
                  </a:lnTo>
                  <a:lnTo>
                    <a:pt x="35953" y="79654"/>
                  </a:lnTo>
                  <a:lnTo>
                    <a:pt x="37414" y="72390"/>
                  </a:lnTo>
                  <a:lnTo>
                    <a:pt x="37414" y="18669"/>
                  </a:lnTo>
                  <a:lnTo>
                    <a:pt x="37414" y="13525"/>
                  </a:lnTo>
                  <a:close/>
                </a:path>
              </a:pathLst>
            </a:custGeom>
            <a:solidFill>
              <a:srgbClr val="E7F1F1"/>
            </a:solidFill>
          </p:spPr>
          <p:txBody>
            <a:bodyPr wrap="square" lIns="0" tIns="0" rIns="0" bIns="0" rtlCol="0"/>
            <a:lstStyle/>
            <a:p>
              <a:endParaRPr/>
            </a:p>
          </p:txBody>
        </p:sp>
        <p:sp>
          <p:nvSpPr>
            <p:cNvPr id="11" name="object 11"/>
            <p:cNvSpPr/>
            <p:nvPr/>
          </p:nvSpPr>
          <p:spPr>
            <a:xfrm>
              <a:off x="1005740" y="1949000"/>
              <a:ext cx="314325" cy="278130"/>
            </a:xfrm>
            <a:custGeom>
              <a:avLst/>
              <a:gdLst/>
              <a:ahLst/>
              <a:cxnLst/>
              <a:rect l="l" t="t" r="r" b="b"/>
              <a:pathLst>
                <a:path w="314325" h="278130">
                  <a:moveTo>
                    <a:pt x="142400" y="86256"/>
                  </a:moveTo>
                  <a:lnTo>
                    <a:pt x="73041" y="86256"/>
                  </a:lnTo>
                  <a:lnTo>
                    <a:pt x="78096" y="84051"/>
                  </a:lnTo>
                  <a:lnTo>
                    <a:pt x="81549" y="79782"/>
                  </a:lnTo>
                  <a:lnTo>
                    <a:pt x="84763" y="73640"/>
                  </a:lnTo>
                  <a:lnTo>
                    <a:pt x="85345" y="66980"/>
                  </a:lnTo>
                  <a:lnTo>
                    <a:pt x="83449" y="60815"/>
                  </a:lnTo>
                  <a:lnTo>
                    <a:pt x="83380" y="60588"/>
                  </a:lnTo>
                  <a:lnTo>
                    <a:pt x="78950" y="55251"/>
                  </a:lnTo>
                  <a:lnTo>
                    <a:pt x="54564" y="35570"/>
                  </a:lnTo>
                  <a:lnTo>
                    <a:pt x="47789" y="25384"/>
                  </a:lnTo>
                  <a:lnTo>
                    <a:pt x="47978" y="15644"/>
                  </a:lnTo>
                  <a:lnTo>
                    <a:pt x="48010" y="13983"/>
                  </a:lnTo>
                  <a:lnTo>
                    <a:pt x="54275" y="4484"/>
                  </a:lnTo>
                  <a:lnTo>
                    <a:pt x="65632" y="0"/>
                  </a:lnTo>
                  <a:lnTo>
                    <a:pt x="78658" y="284"/>
                  </a:lnTo>
                  <a:lnTo>
                    <a:pt x="115335" y="15644"/>
                  </a:lnTo>
                  <a:lnTo>
                    <a:pt x="137695" y="47200"/>
                  </a:lnTo>
                  <a:lnTo>
                    <a:pt x="141567" y="65730"/>
                  </a:lnTo>
                  <a:lnTo>
                    <a:pt x="140455" y="84051"/>
                  </a:lnTo>
                  <a:lnTo>
                    <a:pt x="140419" y="84657"/>
                  </a:lnTo>
                  <a:lnTo>
                    <a:pt x="142400" y="86256"/>
                  </a:lnTo>
                  <a:close/>
                </a:path>
                <a:path w="314325" h="278130">
                  <a:moveTo>
                    <a:pt x="80311" y="141270"/>
                  </a:moveTo>
                  <a:lnTo>
                    <a:pt x="60982" y="141270"/>
                  </a:lnTo>
                  <a:lnTo>
                    <a:pt x="42777" y="136359"/>
                  </a:lnTo>
                  <a:lnTo>
                    <a:pt x="8320" y="105559"/>
                  </a:lnTo>
                  <a:lnTo>
                    <a:pt x="0" y="80930"/>
                  </a:lnTo>
                  <a:lnTo>
                    <a:pt x="2021" y="68910"/>
                  </a:lnTo>
                  <a:lnTo>
                    <a:pt x="10025" y="60815"/>
                  </a:lnTo>
                  <a:lnTo>
                    <a:pt x="21159" y="58221"/>
                  </a:lnTo>
                  <a:lnTo>
                    <a:pt x="32570" y="62706"/>
                  </a:lnTo>
                  <a:lnTo>
                    <a:pt x="60175" y="84992"/>
                  </a:lnTo>
                  <a:lnTo>
                    <a:pt x="64067" y="86256"/>
                  </a:lnTo>
                  <a:lnTo>
                    <a:pt x="142400" y="86256"/>
                  </a:lnTo>
                  <a:lnTo>
                    <a:pt x="204283" y="136194"/>
                  </a:lnTo>
                  <a:lnTo>
                    <a:pt x="98629" y="136194"/>
                  </a:lnTo>
                  <a:lnTo>
                    <a:pt x="80311" y="141270"/>
                  </a:lnTo>
                  <a:close/>
                </a:path>
                <a:path w="314325" h="278130">
                  <a:moveTo>
                    <a:pt x="264973" y="277880"/>
                  </a:moveTo>
                  <a:lnTo>
                    <a:pt x="221205" y="265747"/>
                  </a:lnTo>
                  <a:lnTo>
                    <a:pt x="200880" y="231313"/>
                  </a:lnTo>
                  <a:lnTo>
                    <a:pt x="200163" y="218885"/>
                  </a:lnTo>
                  <a:lnTo>
                    <a:pt x="200116" y="218079"/>
                  </a:lnTo>
                  <a:lnTo>
                    <a:pt x="98629" y="136194"/>
                  </a:lnTo>
                  <a:lnTo>
                    <a:pt x="204283" y="136194"/>
                  </a:lnTo>
                  <a:lnTo>
                    <a:pt x="241906" y="166555"/>
                  </a:lnTo>
                  <a:lnTo>
                    <a:pt x="271659" y="166555"/>
                  </a:lnTo>
                  <a:lnTo>
                    <a:pt x="283480" y="170898"/>
                  </a:lnTo>
                  <a:lnTo>
                    <a:pt x="295759" y="179490"/>
                  </a:lnTo>
                  <a:lnTo>
                    <a:pt x="308177" y="195947"/>
                  </a:lnTo>
                  <a:lnTo>
                    <a:pt x="308536" y="197171"/>
                  </a:lnTo>
                  <a:lnTo>
                    <a:pt x="254554" y="197171"/>
                  </a:lnTo>
                  <a:lnTo>
                    <a:pt x="245582" y="199914"/>
                  </a:lnTo>
                  <a:lnTo>
                    <a:pt x="238091" y="206097"/>
                  </a:lnTo>
                  <a:lnTo>
                    <a:pt x="233599" y="214694"/>
                  </a:lnTo>
                  <a:lnTo>
                    <a:pt x="232785" y="224018"/>
                  </a:lnTo>
                  <a:lnTo>
                    <a:pt x="235533" y="232965"/>
                  </a:lnTo>
                  <a:lnTo>
                    <a:pt x="241725" y="240430"/>
                  </a:lnTo>
                  <a:lnTo>
                    <a:pt x="250343" y="244918"/>
                  </a:lnTo>
                  <a:lnTo>
                    <a:pt x="259692" y="245732"/>
                  </a:lnTo>
                  <a:lnTo>
                    <a:pt x="307759" y="245732"/>
                  </a:lnTo>
                  <a:lnTo>
                    <a:pt x="303969" y="254049"/>
                  </a:lnTo>
                  <a:lnTo>
                    <a:pt x="286532" y="270307"/>
                  </a:lnTo>
                  <a:lnTo>
                    <a:pt x="264973" y="277880"/>
                  </a:lnTo>
                  <a:close/>
                </a:path>
                <a:path w="314325" h="278130">
                  <a:moveTo>
                    <a:pt x="271659" y="166555"/>
                  </a:moveTo>
                  <a:lnTo>
                    <a:pt x="241906" y="166555"/>
                  </a:lnTo>
                  <a:lnTo>
                    <a:pt x="255864" y="164504"/>
                  </a:lnTo>
                  <a:lnTo>
                    <a:pt x="269952" y="165927"/>
                  </a:lnTo>
                  <a:lnTo>
                    <a:pt x="271659" y="166555"/>
                  </a:lnTo>
                  <a:close/>
                </a:path>
                <a:path w="314325" h="278130">
                  <a:moveTo>
                    <a:pt x="307759" y="245732"/>
                  </a:moveTo>
                  <a:lnTo>
                    <a:pt x="259692" y="245732"/>
                  </a:lnTo>
                  <a:lnTo>
                    <a:pt x="268666" y="242989"/>
                  </a:lnTo>
                  <a:lnTo>
                    <a:pt x="276157" y="236806"/>
                  </a:lnTo>
                  <a:lnTo>
                    <a:pt x="280649" y="228209"/>
                  </a:lnTo>
                  <a:lnTo>
                    <a:pt x="281462" y="218885"/>
                  </a:lnTo>
                  <a:lnTo>
                    <a:pt x="278710" y="209938"/>
                  </a:lnTo>
                  <a:lnTo>
                    <a:pt x="272511" y="202473"/>
                  </a:lnTo>
                  <a:lnTo>
                    <a:pt x="263900" y="197985"/>
                  </a:lnTo>
                  <a:lnTo>
                    <a:pt x="254554" y="197171"/>
                  </a:lnTo>
                  <a:lnTo>
                    <a:pt x="308536" y="197171"/>
                  </a:lnTo>
                  <a:lnTo>
                    <a:pt x="313838" y="215242"/>
                  </a:lnTo>
                  <a:lnTo>
                    <a:pt x="312512" y="235301"/>
                  </a:lnTo>
                  <a:lnTo>
                    <a:pt x="307759" y="245732"/>
                  </a:lnTo>
                  <a:close/>
                </a:path>
              </a:pathLst>
            </a:custGeom>
            <a:solidFill>
              <a:srgbClr val="CCC7B9"/>
            </a:solidFill>
          </p:spPr>
          <p:txBody>
            <a:bodyPr wrap="square" lIns="0" tIns="0" rIns="0" bIns="0" rtlCol="0"/>
            <a:lstStyle/>
            <a:p>
              <a:endParaRPr/>
            </a:p>
          </p:txBody>
        </p:sp>
        <p:pic>
          <p:nvPicPr>
            <p:cNvPr id="12" name="object 12"/>
            <p:cNvPicPr/>
            <p:nvPr/>
          </p:nvPicPr>
          <p:blipFill>
            <a:blip r:embed="rId2" cstate="print"/>
            <a:stretch>
              <a:fillRect/>
            </a:stretch>
          </p:blipFill>
          <p:spPr>
            <a:xfrm>
              <a:off x="678600" y="2017238"/>
              <a:ext cx="146728" cy="210095"/>
            </a:xfrm>
            <a:prstGeom prst="rect">
              <a:avLst/>
            </a:prstGeom>
          </p:spPr>
        </p:pic>
        <p:sp>
          <p:nvSpPr>
            <p:cNvPr id="13" name="object 13"/>
            <p:cNvSpPr/>
            <p:nvPr/>
          </p:nvSpPr>
          <p:spPr>
            <a:xfrm>
              <a:off x="708649" y="1761306"/>
              <a:ext cx="299720" cy="299085"/>
            </a:xfrm>
            <a:custGeom>
              <a:avLst/>
              <a:gdLst/>
              <a:ahLst/>
              <a:cxnLst/>
              <a:rect l="l" t="t" r="r" b="b"/>
              <a:pathLst>
                <a:path w="299719" h="299085">
                  <a:moveTo>
                    <a:pt x="149793" y="298842"/>
                  </a:moveTo>
                  <a:lnTo>
                    <a:pt x="98573" y="289874"/>
                  </a:lnTo>
                  <a:lnTo>
                    <a:pt x="51060" y="261788"/>
                  </a:lnTo>
                  <a:lnTo>
                    <a:pt x="13791" y="212137"/>
                  </a:lnTo>
                  <a:lnTo>
                    <a:pt x="0" y="149427"/>
                  </a:lnTo>
                  <a:lnTo>
                    <a:pt x="1995" y="124983"/>
                  </a:lnTo>
                  <a:lnTo>
                    <a:pt x="17013" y="80219"/>
                  </a:lnTo>
                  <a:lnTo>
                    <a:pt x="42557" y="45102"/>
                  </a:lnTo>
                  <a:lnTo>
                    <a:pt x="74541" y="20203"/>
                  </a:lnTo>
                  <a:lnTo>
                    <a:pt x="120392" y="2879"/>
                  </a:lnTo>
                  <a:lnTo>
                    <a:pt x="149793" y="0"/>
                  </a:lnTo>
                  <a:lnTo>
                    <a:pt x="160979" y="411"/>
                  </a:lnTo>
                  <a:lnTo>
                    <a:pt x="203271" y="9810"/>
                  </a:lnTo>
                  <a:lnTo>
                    <a:pt x="255485" y="43532"/>
                  </a:lnTo>
                  <a:lnTo>
                    <a:pt x="289154" y="94512"/>
                  </a:lnTo>
                  <a:lnTo>
                    <a:pt x="298901" y="132803"/>
                  </a:lnTo>
                  <a:lnTo>
                    <a:pt x="299599" y="141031"/>
                  </a:lnTo>
                  <a:lnTo>
                    <a:pt x="299599" y="149427"/>
                  </a:lnTo>
                  <a:lnTo>
                    <a:pt x="299599" y="155437"/>
                  </a:lnTo>
                  <a:lnTo>
                    <a:pt x="287057" y="209351"/>
                  </a:lnTo>
                  <a:lnTo>
                    <a:pt x="264475" y="245560"/>
                  </a:lnTo>
                  <a:lnTo>
                    <a:pt x="232759" y="273853"/>
                  </a:lnTo>
                  <a:lnTo>
                    <a:pt x="193876" y="292268"/>
                  </a:lnTo>
                  <a:lnTo>
                    <a:pt x="149793" y="298842"/>
                  </a:lnTo>
                  <a:close/>
                </a:path>
              </a:pathLst>
            </a:custGeom>
            <a:solidFill>
              <a:srgbClr val="655E67"/>
            </a:solidFill>
          </p:spPr>
          <p:txBody>
            <a:bodyPr wrap="square" lIns="0" tIns="0" rIns="0" bIns="0" rtlCol="0"/>
            <a:lstStyle/>
            <a:p>
              <a:endParaRPr/>
            </a:p>
          </p:txBody>
        </p:sp>
        <p:sp>
          <p:nvSpPr>
            <p:cNvPr id="14" name="object 14"/>
            <p:cNvSpPr/>
            <p:nvPr/>
          </p:nvSpPr>
          <p:spPr>
            <a:xfrm>
              <a:off x="747943" y="1800501"/>
              <a:ext cx="221615" cy="220979"/>
            </a:xfrm>
            <a:custGeom>
              <a:avLst/>
              <a:gdLst/>
              <a:ahLst/>
              <a:cxnLst/>
              <a:rect l="l" t="t" r="r" b="b"/>
              <a:pathLst>
                <a:path w="221615" h="220980">
                  <a:moveTo>
                    <a:pt x="110499" y="220452"/>
                  </a:moveTo>
                  <a:lnTo>
                    <a:pt x="67486" y="211791"/>
                  </a:lnTo>
                  <a:lnTo>
                    <a:pt x="32363" y="188170"/>
                  </a:lnTo>
                  <a:lnTo>
                    <a:pt x="8683" y="153136"/>
                  </a:lnTo>
                  <a:lnTo>
                    <a:pt x="0" y="110232"/>
                  </a:lnTo>
                  <a:lnTo>
                    <a:pt x="8683" y="67327"/>
                  </a:lnTo>
                  <a:lnTo>
                    <a:pt x="32363" y="32288"/>
                  </a:lnTo>
                  <a:lnTo>
                    <a:pt x="67486" y="8663"/>
                  </a:lnTo>
                  <a:lnTo>
                    <a:pt x="110499" y="0"/>
                  </a:lnTo>
                  <a:lnTo>
                    <a:pt x="153513" y="8663"/>
                  </a:lnTo>
                  <a:lnTo>
                    <a:pt x="188641" y="32288"/>
                  </a:lnTo>
                  <a:lnTo>
                    <a:pt x="212326" y="67327"/>
                  </a:lnTo>
                  <a:lnTo>
                    <a:pt x="221011" y="110232"/>
                  </a:lnTo>
                  <a:lnTo>
                    <a:pt x="212326" y="153136"/>
                  </a:lnTo>
                  <a:lnTo>
                    <a:pt x="188641" y="188170"/>
                  </a:lnTo>
                  <a:lnTo>
                    <a:pt x="153513" y="211791"/>
                  </a:lnTo>
                  <a:lnTo>
                    <a:pt x="110499" y="220452"/>
                  </a:lnTo>
                  <a:close/>
                </a:path>
              </a:pathLst>
            </a:custGeom>
            <a:solidFill>
              <a:srgbClr val="E7F1F1"/>
            </a:solidFill>
          </p:spPr>
          <p:txBody>
            <a:bodyPr wrap="square" lIns="0" tIns="0" rIns="0" bIns="0" rtlCol="0"/>
            <a:lstStyle/>
            <a:p>
              <a:endParaRPr/>
            </a:p>
          </p:txBody>
        </p:sp>
        <p:pic>
          <p:nvPicPr>
            <p:cNvPr id="15" name="object 15"/>
            <p:cNvPicPr/>
            <p:nvPr/>
          </p:nvPicPr>
          <p:blipFill>
            <a:blip r:embed="rId3" cstate="print"/>
            <a:stretch>
              <a:fillRect/>
            </a:stretch>
          </p:blipFill>
          <p:spPr>
            <a:xfrm>
              <a:off x="698719" y="2043923"/>
              <a:ext cx="126609" cy="183409"/>
            </a:xfrm>
            <a:prstGeom prst="rect">
              <a:avLst/>
            </a:prstGeom>
          </p:spPr>
        </p:pic>
        <p:sp>
          <p:nvSpPr>
            <p:cNvPr id="16" name="object 16"/>
            <p:cNvSpPr/>
            <p:nvPr/>
          </p:nvSpPr>
          <p:spPr>
            <a:xfrm>
              <a:off x="777333" y="1839220"/>
              <a:ext cx="49530" cy="140335"/>
            </a:xfrm>
            <a:custGeom>
              <a:avLst/>
              <a:gdLst/>
              <a:ahLst/>
              <a:cxnLst/>
              <a:rect l="l" t="t" r="r" b="b"/>
              <a:pathLst>
                <a:path w="49530" h="140335">
                  <a:moveTo>
                    <a:pt x="41021" y="139933"/>
                  </a:moveTo>
                  <a:lnTo>
                    <a:pt x="38363" y="139933"/>
                  </a:lnTo>
                  <a:lnTo>
                    <a:pt x="37375" y="139657"/>
                  </a:lnTo>
                  <a:lnTo>
                    <a:pt x="9678" y="109886"/>
                  </a:lnTo>
                  <a:lnTo>
                    <a:pt x="0" y="71513"/>
                  </a:lnTo>
                  <a:lnTo>
                    <a:pt x="2819" y="50446"/>
                  </a:lnTo>
                  <a:lnTo>
                    <a:pt x="10897" y="31087"/>
                  </a:lnTo>
                  <a:lnTo>
                    <a:pt x="23665" y="14420"/>
                  </a:lnTo>
                  <a:lnTo>
                    <a:pt x="40556" y="1427"/>
                  </a:lnTo>
                  <a:lnTo>
                    <a:pt x="43030" y="0"/>
                  </a:lnTo>
                  <a:lnTo>
                    <a:pt x="46193" y="842"/>
                  </a:lnTo>
                  <a:lnTo>
                    <a:pt x="47623" y="3309"/>
                  </a:lnTo>
                  <a:lnTo>
                    <a:pt x="49053" y="5775"/>
                  </a:lnTo>
                  <a:lnTo>
                    <a:pt x="48210" y="8931"/>
                  </a:lnTo>
                  <a:lnTo>
                    <a:pt x="45738" y="10357"/>
                  </a:lnTo>
                  <a:lnTo>
                    <a:pt x="30997" y="21696"/>
                  </a:lnTo>
                  <a:lnTo>
                    <a:pt x="19854" y="36240"/>
                  </a:lnTo>
                  <a:lnTo>
                    <a:pt x="12804" y="53131"/>
                  </a:lnTo>
                  <a:lnTo>
                    <a:pt x="10343" y="71513"/>
                  </a:lnTo>
                  <a:lnTo>
                    <a:pt x="12515" y="88918"/>
                  </a:lnTo>
                  <a:lnTo>
                    <a:pt x="18789" y="104993"/>
                  </a:lnTo>
                  <a:lnTo>
                    <a:pt x="28803" y="119067"/>
                  </a:lnTo>
                  <a:lnTo>
                    <a:pt x="42192" y="130468"/>
                  </a:lnTo>
                  <a:lnTo>
                    <a:pt x="44577" y="132036"/>
                  </a:lnTo>
                  <a:lnTo>
                    <a:pt x="45235" y="135236"/>
                  </a:lnTo>
                  <a:lnTo>
                    <a:pt x="42668" y="139118"/>
                  </a:lnTo>
                  <a:lnTo>
                    <a:pt x="41021" y="139933"/>
                  </a:lnTo>
                  <a:close/>
                </a:path>
              </a:pathLst>
            </a:custGeom>
            <a:solidFill>
              <a:srgbClr val="D5E9E7"/>
            </a:solidFill>
          </p:spPr>
          <p:txBody>
            <a:bodyPr wrap="square" lIns="0" tIns="0" rIns="0" bIns="0" rtlCol="0"/>
            <a:lstStyle/>
            <a:p>
              <a:endParaRPr/>
            </a:p>
          </p:txBody>
        </p:sp>
      </p:grpSp>
      <p:grpSp>
        <p:nvGrpSpPr>
          <p:cNvPr id="17" name="object 17"/>
          <p:cNvGrpSpPr/>
          <p:nvPr/>
        </p:nvGrpSpPr>
        <p:grpSpPr>
          <a:xfrm>
            <a:off x="414889" y="2600834"/>
            <a:ext cx="8655685" cy="1431189"/>
            <a:chOff x="414889" y="2717849"/>
            <a:chExt cx="8655685" cy="1190625"/>
          </a:xfrm>
        </p:grpSpPr>
        <p:sp>
          <p:nvSpPr>
            <p:cNvPr id="18" name="object 18"/>
            <p:cNvSpPr/>
            <p:nvPr/>
          </p:nvSpPr>
          <p:spPr>
            <a:xfrm>
              <a:off x="414889" y="2717849"/>
              <a:ext cx="8655685" cy="1190625"/>
            </a:xfrm>
            <a:custGeom>
              <a:avLst/>
              <a:gdLst/>
              <a:ahLst/>
              <a:cxnLst/>
              <a:rect l="l" t="t" r="r" b="b"/>
              <a:pathLst>
                <a:path w="8655685" h="1190625">
                  <a:moveTo>
                    <a:pt x="8561335" y="1190624"/>
                  </a:moveTo>
                  <a:lnTo>
                    <a:pt x="95250" y="1190624"/>
                  </a:lnTo>
                  <a:lnTo>
                    <a:pt x="76580" y="1188777"/>
                  </a:lnTo>
                  <a:lnTo>
                    <a:pt x="27898" y="1162726"/>
                  </a:lnTo>
                  <a:lnTo>
                    <a:pt x="1847" y="1114044"/>
                  </a:lnTo>
                  <a:lnTo>
                    <a:pt x="0" y="1095375"/>
                  </a:lnTo>
                  <a:lnTo>
                    <a:pt x="0" y="95250"/>
                  </a:lnTo>
                  <a:lnTo>
                    <a:pt x="16003" y="42405"/>
                  </a:lnTo>
                  <a:lnTo>
                    <a:pt x="58799" y="7250"/>
                  </a:lnTo>
                  <a:lnTo>
                    <a:pt x="95250" y="0"/>
                  </a:lnTo>
                  <a:lnTo>
                    <a:pt x="8561335" y="0"/>
                  </a:lnTo>
                  <a:lnTo>
                    <a:pt x="8614179" y="16003"/>
                  </a:lnTo>
                  <a:lnTo>
                    <a:pt x="8649334" y="58799"/>
                  </a:lnTo>
                  <a:lnTo>
                    <a:pt x="8655285" y="82115"/>
                  </a:lnTo>
                  <a:lnTo>
                    <a:pt x="8655285" y="1108509"/>
                  </a:lnTo>
                  <a:lnTo>
                    <a:pt x="8640581" y="1148219"/>
                  </a:lnTo>
                  <a:lnTo>
                    <a:pt x="8597785" y="1183374"/>
                  </a:lnTo>
                  <a:lnTo>
                    <a:pt x="8561335" y="1190624"/>
                  </a:lnTo>
                  <a:close/>
                </a:path>
              </a:pathLst>
            </a:custGeom>
            <a:solidFill>
              <a:srgbClr val="FFFCDA"/>
            </a:solidFill>
          </p:spPr>
          <p:txBody>
            <a:bodyPr wrap="square" lIns="0" tIns="0" rIns="0" bIns="0" rtlCol="0"/>
            <a:lstStyle/>
            <a:p>
              <a:endParaRPr/>
            </a:p>
          </p:txBody>
        </p:sp>
        <p:sp>
          <p:nvSpPr>
            <p:cNvPr id="19" name="object 19"/>
            <p:cNvSpPr/>
            <p:nvPr/>
          </p:nvSpPr>
          <p:spPr>
            <a:xfrm>
              <a:off x="694093" y="2963684"/>
              <a:ext cx="478790" cy="445770"/>
            </a:xfrm>
            <a:custGeom>
              <a:avLst/>
              <a:gdLst/>
              <a:ahLst/>
              <a:cxnLst/>
              <a:rect l="l" t="t" r="r" b="b"/>
              <a:pathLst>
                <a:path w="478790" h="445770">
                  <a:moveTo>
                    <a:pt x="152946" y="253238"/>
                  </a:moveTo>
                  <a:lnTo>
                    <a:pt x="76542" y="165569"/>
                  </a:lnTo>
                  <a:lnTo>
                    <a:pt x="0" y="253238"/>
                  </a:lnTo>
                  <a:lnTo>
                    <a:pt x="47917" y="253238"/>
                  </a:lnTo>
                  <a:lnTo>
                    <a:pt x="47917" y="445744"/>
                  </a:lnTo>
                  <a:lnTo>
                    <a:pt x="105029" y="445744"/>
                  </a:lnTo>
                  <a:lnTo>
                    <a:pt x="105029" y="253238"/>
                  </a:lnTo>
                  <a:lnTo>
                    <a:pt x="152946" y="253238"/>
                  </a:lnTo>
                  <a:close/>
                </a:path>
                <a:path w="478790" h="445770">
                  <a:moveTo>
                    <a:pt x="344741" y="125183"/>
                  </a:moveTo>
                  <a:lnTo>
                    <a:pt x="235534" y="0"/>
                  </a:lnTo>
                  <a:lnTo>
                    <a:pt x="126326" y="125183"/>
                  </a:lnTo>
                  <a:lnTo>
                    <a:pt x="194665" y="125183"/>
                  </a:lnTo>
                  <a:lnTo>
                    <a:pt x="194665" y="400050"/>
                  </a:lnTo>
                  <a:lnTo>
                    <a:pt x="276250" y="400050"/>
                  </a:lnTo>
                  <a:lnTo>
                    <a:pt x="276250" y="125183"/>
                  </a:lnTo>
                  <a:lnTo>
                    <a:pt x="344741" y="125183"/>
                  </a:lnTo>
                  <a:close/>
                </a:path>
                <a:path w="478790" h="445770">
                  <a:moveTo>
                    <a:pt x="478548" y="184912"/>
                  </a:moveTo>
                  <a:lnTo>
                    <a:pt x="402005" y="97256"/>
                  </a:lnTo>
                  <a:lnTo>
                    <a:pt x="325602" y="184912"/>
                  </a:lnTo>
                  <a:lnTo>
                    <a:pt x="373519" y="184912"/>
                  </a:lnTo>
                  <a:lnTo>
                    <a:pt x="373519" y="377418"/>
                  </a:lnTo>
                  <a:lnTo>
                    <a:pt x="430644" y="377418"/>
                  </a:lnTo>
                  <a:lnTo>
                    <a:pt x="430644" y="184912"/>
                  </a:lnTo>
                  <a:lnTo>
                    <a:pt x="478548" y="184912"/>
                  </a:lnTo>
                  <a:close/>
                </a:path>
              </a:pathLst>
            </a:custGeom>
            <a:solidFill>
              <a:srgbClr val="F04842"/>
            </a:solidFill>
          </p:spPr>
          <p:txBody>
            <a:bodyPr wrap="square" lIns="0" tIns="0" rIns="0" bIns="0" rtlCol="0"/>
            <a:lstStyle/>
            <a:p>
              <a:endParaRPr/>
            </a:p>
          </p:txBody>
        </p:sp>
        <p:sp>
          <p:nvSpPr>
            <p:cNvPr id="20" name="object 20"/>
            <p:cNvSpPr/>
            <p:nvPr/>
          </p:nvSpPr>
          <p:spPr>
            <a:xfrm>
              <a:off x="613952" y="3199028"/>
              <a:ext cx="633095" cy="409575"/>
            </a:xfrm>
            <a:custGeom>
              <a:avLst/>
              <a:gdLst/>
              <a:ahLst/>
              <a:cxnLst/>
              <a:rect l="l" t="t" r="r" b="b"/>
              <a:pathLst>
                <a:path w="633094" h="409575">
                  <a:moveTo>
                    <a:pt x="149208" y="409205"/>
                  </a:moveTo>
                  <a:lnTo>
                    <a:pt x="104710" y="403672"/>
                  </a:lnTo>
                  <a:lnTo>
                    <a:pt x="67383" y="386162"/>
                  </a:lnTo>
                  <a:lnTo>
                    <a:pt x="37738" y="358994"/>
                  </a:lnTo>
                  <a:lnTo>
                    <a:pt x="16285" y="324483"/>
                  </a:lnTo>
                  <a:lnTo>
                    <a:pt x="3535" y="284949"/>
                  </a:lnTo>
                  <a:lnTo>
                    <a:pt x="0" y="242709"/>
                  </a:lnTo>
                  <a:lnTo>
                    <a:pt x="6189" y="200081"/>
                  </a:lnTo>
                  <a:lnTo>
                    <a:pt x="22711" y="164456"/>
                  </a:lnTo>
                  <a:lnTo>
                    <a:pt x="52789" y="133262"/>
                  </a:lnTo>
                  <a:lnTo>
                    <a:pt x="97624" y="105613"/>
                  </a:lnTo>
                  <a:lnTo>
                    <a:pt x="158417" y="80623"/>
                  </a:lnTo>
                  <a:lnTo>
                    <a:pt x="339564" y="17885"/>
                  </a:lnTo>
                  <a:lnTo>
                    <a:pt x="382758" y="5732"/>
                  </a:lnTo>
                  <a:lnTo>
                    <a:pt x="422676" y="0"/>
                  </a:lnTo>
                  <a:lnTo>
                    <a:pt x="459274" y="145"/>
                  </a:lnTo>
                  <a:lnTo>
                    <a:pt x="522322" y="15899"/>
                  </a:lnTo>
                  <a:lnTo>
                    <a:pt x="571536" y="48655"/>
                  </a:lnTo>
                  <a:lnTo>
                    <a:pt x="606551" y="94071"/>
                  </a:lnTo>
                  <a:lnTo>
                    <a:pt x="626999" y="147808"/>
                  </a:lnTo>
                  <a:lnTo>
                    <a:pt x="632516" y="205526"/>
                  </a:lnTo>
                  <a:lnTo>
                    <a:pt x="629560" y="234520"/>
                  </a:lnTo>
                  <a:lnTo>
                    <a:pt x="611992" y="290070"/>
                  </a:lnTo>
                  <a:lnTo>
                    <a:pt x="578577" y="338748"/>
                  </a:lnTo>
                  <a:lnTo>
                    <a:pt x="528948" y="376215"/>
                  </a:lnTo>
                  <a:lnTo>
                    <a:pt x="462740" y="398131"/>
                  </a:lnTo>
                  <a:lnTo>
                    <a:pt x="423304" y="401900"/>
                  </a:lnTo>
                  <a:lnTo>
                    <a:pt x="149208" y="409205"/>
                  </a:lnTo>
                  <a:close/>
                </a:path>
              </a:pathLst>
            </a:custGeom>
            <a:solidFill>
              <a:srgbClr val="00B1CA"/>
            </a:solidFill>
          </p:spPr>
          <p:txBody>
            <a:bodyPr wrap="square" lIns="0" tIns="0" rIns="0" bIns="0" rtlCol="0"/>
            <a:lstStyle/>
            <a:p>
              <a:endParaRPr/>
            </a:p>
          </p:txBody>
        </p:sp>
        <p:sp>
          <p:nvSpPr>
            <p:cNvPr id="21" name="object 21"/>
            <p:cNvSpPr/>
            <p:nvPr/>
          </p:nvSpPr>
          <p:spPr>
            <a:xfrm>
              <a:off x="661586" y="3239630"/>
              <a:ext cx="535305" cy="330835"/>
            </a:xfrm>
            <a:custGeom>
              <a:avLst/>
              <a:gdLst/>
              <a:ahLst/>
              <a:cxnLst/>
              <a:rect l="l" t="t" r="r" b="b"/>
              <a:pathLst>
                <a:path w="535305" h="330835">
                  <a:moveTo>
                    <a:pt x="112941" y="330216"/>
                  </a:moveTo>
                  <a:lnTo>
                    <a:pt x="66508" y="321331"/>
                  </a:lnTo>
                  <a:lnTo>
                    <a:pt x="31677" y="295265"/>
                  </a:lnTo>
                  <a:lnTo>
                    <a:pt x="9242" y="257283"/>
                  </a:lnTo>
                  <a:lnTo>
                    <a:pt x="0" y="212653"/>
                  </a:lnTo>
                  <a:lnTo>
                    <a:pt x="4742" y="166641"/>
                  </a:lnTo>
                  <a:lnTo>
                    <a:pt x="23608" y="131316"/>
                  </a:lnTo>
                  <a:lnTo>
                    <a:pt x="54453" y="105658"/>
                  </a:lnTo>
                  <a:lnTo>
                    <a:pt x="91665" y="87038"/>
                  </a:lnTo>
                  <a:lnTo>
                    <a:pt x="129632" y="72822"/>
                  </a:lnTo>
                  <a:lnTo>
                    <a:pt x="297974" y="13379"/>
                  </a:lnTo>
                  <a:lnTo>
                    <a:pt x="339821" y="2671"/>
                  </a:lnTo>
                  <a:lnTo>
                    <a:pt x="382203" y="0"/>
                  </a:lnTo>
                  <a:lnTo>
                    <a:pt x="423187" y="6145"/>
                  </a:lnTo>
                  <a:lnTo>
                    <a:pt x="460838" y="21888"/>
                  </a:lnTo>
                  <a:lnTo>
                    <a:pt x="493220" y="48007"/>
                  </a:lnTo>
                  <a:lnTo>
                    <a:pt x="518401" y="85283"/>
                  </a:lnTo>
                  <a:lnTo>
                    <a:pt x="531186" y="122833"/>
                  </a:lnTo>
                  <a:lnTo>
                    <a:pt x="534894" y="162451"/>
                  </a:lnTo>
                  <a:lnTo>
                    <a:pt x="529671" y="201908"/>
                  </a:lnTo>
                  <a:lnTo>
                    <a:pt x="515667" y="238975"/>
                  </a:lnTo>
                  <a:lnTo>
                    <a:pt x="489184" y="275626"/>
                  </a:lnTo>
                  <a:lnTo>
                    <a:pt x="454877" y="301641"/>
                  </a:lnTo>
                  <a:lnTo>
                    <a:pt x="414419" y="317450"/>
                  </a:lnTo>
                  <a:lnTo>
                    <a:pt x="369483" y="323484"/>
                  </a:lnTo>
                  <a:lnTo>
                    <a:pt x="112941" y="330216"/>
                  </a:lnTo>
                  <a:close/>
                </a:path>
              </a:pathLst>
            </a:custGeom>
            <a:solidFill>
              <a:srgbClr val="E6E6E6"/>
            </a:solidFill>
          </p:spPr>
          <p:txBody>
            <a:bodyPr wrap="square" lIns="0" tIns="0" rIns="0" bIns="0" rtlCol="0"/>
            <a:lstStyle/>
            <a:p>
              <a:endParaRPr/>
            </a:p>
          </p:txBody>
        </p:sp>
        <p:sp>
          <p:nvSpPr>
            <p:cNvPr id="22" name="object 22"/>
            <p:cNvSpPr/>
            <p:nvPr/>
          </p:nvSpPr>
          <p:spPr>
            <a:xfrm>
              <a:off x="902583" y="3263608"/>
              <a:ext cx="269240" cy="267970"/>
            </a:xfrm>
            <a:custGeom>
              <a:avLst/>
              <a:gdLst/>
              <a:ahLst/>
              <a:cxnLst/>
              <a:rect l="l" t="t" r="r" b="b"/>
              <a:pathLst>
                <a:path w="269240" h="267970">
                  <a:moveTo>
                    <a:pt x="150356" y="267707"/>
                  </a:moveTo>
                  <a:lnTo>
                    <a:pt x="144457" y="267707"/>
                  </a:lnTo>
                  <a:lnTo>
                    <a:pt x="118558" y="267707"/>
                  </a:lnTo>
                  <a:lnTo>
                    <a:pt x="113810" y="262980"/>
                  </a:lnTo>
                  <a:lnTo>
                    <a:pt x="113810" y="244503"/>
                  </a:lnTo>
                  <a:lnTo>
                    <a:pt x="110645" y="240492"/>
                  </a:lnTo>
                  <a:lnTo>
                    <a:pt x="106041" y="239203"/>
                  </a:lnTo>
                  <a:lnTo>
                    <a:pt x="99114" y="237079"/>
                  </a:lnTo>
                  <a:lnTo>
                    <a:pt x="92390" y="234566"/>
                  </a:lnTo>
                  <a:lnTo>
                    <a:pt x="85908" y="231650"/>
                  </a:lnTo>
                  <a:lnTo>
                    <a:pt x="79710" y="228317"/>
                  </a:lnTo>
                  <a:lnTo>
                    <a:pt x="75538" y="225882"/>
                  </a:lnTo>
                  <a:lnTo>
                    <a:pt x="70358" y="226598"/>
                  </a:lnTo>
                  <a:lnTo>
                    <a:pt x="57265" y="239633"/>
                  </a:lnTo>
                  <a:lnTo>
                    <a:pt x="50646" y="239633"/>
                  </a:lnTo>
                  <a:lnTo>
                    <a:pt x="28200" y="217288"/>
                  </a:lnTo>
                  <a:lnTo>
                    <a:pt x="28200" y="210699"/>
                  </a:lnTo>
                  <a:lnTo>
                    <a:pt x="41294" y="197665"/>
                  </a:lnTo>
                  <a:lnTo>
                    <a:pt x="42013" y="192508"/>
                  </a:lnTo>
                  <a:lnTo>
                    <a:pt x="27337" y="157416"/>
                  </a:lnTo>
                  <a:lnTo>
                    <a:pt x="23308" y="154408"/>
                  </a:lnTo>
                  <a:lnTo>
                    <a:pt x="4748" y="154408"/>
                  </a:lnTo>
                  <a:lnTo>
                    <a:pt x="0" y="149681"/>
                  </a:lnTo>
                  <a:lnTo>
                    <a:pt x="0" y="118026"/>
                  </a:lnTo>
                  <a:lnTo>
                    <a:pt x="4748" y="113299"/>
                  </a:lnTo>
                  <a:lnTo>
                    <a:pt x="23308" y="113299"/>
                  </a:lnTo>
                  <a:lnTo>
                    <a:pt x="27337" y="110148"/>
                  </a:lnTo>
                  <a:lnTo>
                    <a:pt x="42013" y="75198"/>
                  </a:lnTo>
                  <a:lnTo>
                    <a:pt x="41294" y="70042"/>
                  </a:lnTo>
                  <a:lnTo>
                    <a:pt x="28200" y="57007"/>
                  </a:lnTo>
                  <a:lnTo>
                    <a:pt x="28200" y="50418"/>
                  </a:lnTo>
                  <a:lnTo>
                    <a:pt x="50646" y="28074"/>
                  </a:lnTo>
                  <a:lnTo>
                    <a:pt x="57265" y="28074"/>
                  </a:lnTo>
                  <a:lnTo>
                    <a:pt x="70358" y="41108"/>
                  </a:lnTo>
                  <a:lnTo>
                    <a:pt x="75538" y="41824"/>
                  </a:lnTo>
                  <a:lnTo>
                    <a:pt x="110789" y="27214"/>
                  </a:lnTo>
                  <a:lnTo>
                    <a:pt x="113810" y="23204"/>
                  </a:lnTo>
                  <a:lnTo>
                    <a:pt x="113810" y="4726"/>
                  </a:lnTo>
                  <a:lnTo>
                    <a:pt x="118558" y="0"/>
                  </a:lnTo>
                  <a:lnTo>
                    <a:pt x="150356" y="0"/>
                  </a:lnTo>
                  <a:lnTo>
                    <a:pt x="154961" y="4726"/>
                  </a:lnTo>
                  <a:lnTo>
                    <a:pt x="154961" y="23204"/>
                  </a:lnTo>
                  <a:lnTo>
                    <a:pt x="158126" y="27214"/>
                  </a:lnTo>
                  <a:lnTo>
                    <a:pt x="193377" y="41824"/>
                  </a:lnTo>
                  <a:lnTo>
                    <a:pt x="198557" y="41108"/>
                  </a:lnTo>
                  <a:lnTo>
                    <a:pt x="211650" y="28074"/>
                  </a:lnTo>
                  <a:lnTo>
                    <a:pt x="218269" y="28074"/>
                  </a:lnTo>
                  <a:lnTo>
                    <a:pt x="240714" y="50418"/>
                  </a:lnTo>
                  <a:lnTo>
                    <a:pt x="240714" y="57007"/>
                  </a:lnTo>
                  <a:lnTo>
                    <a:pt x="227621" y="70042"/>
                  </a:lnTo>
                  <a:lnTo>
                    <a:pt x="227046" y="75198"/>
                  </a:lnTo>
                  <a:lnTo>
                    <a:pt x="241578" y="110291"/>
                  </a:lnTo>
                  <a:lnTo>
                    <a:pt x="245606" y="113299"/>
                  </a:lnTo>
                  <a:lnTo>
                    <a:pt x="264167" y="113299"/>
                  </a:lnTo>
                  <a:lnTo>
                    <a:pt x="268915" y="118026"/>
                  </a:lnTo>
                  <a:lnTo>
                    <a:pt x="268915" y="149681"/>
                  </a:lnTo>
                  <a:lnTo>
                    <a:pt x="264167" y="154408"/>
                  </a:lnTo>
                  <a:lnTo>
                    <a:pt x="245606" y="154408"/>
                  </a:lnTo>
                  <a:lnTo>
                    <a:pt x="241578" y="157559"/>
                  </a:lnTo>
                  <a:lnTo>
                    <a:pt x="226902" y="192508"/>
                  </a:lnTo>
                  <a:lnTo>
                    <a:pt x="227621" y="197665"/>
                  </a:lnTo>
                  <a:lnTo>
                    <a:pt x="240714" y="210699"/>
                  </a:lnTo>
                  <a:lnTo>
                    <a:pt x="240714" y="217288"/>
                  </a:lnTo>
                  <a:lnTo>
                    <a:pt x="218269" y="239633"/>
                  </a:lnTo>
                  <a:lnTo>
                    <a:pt x="211650" y="239633"/>
                  </a:lnTo>
                  <a:lnTo>
                    <a:pt x="198557" y="226598"/>
                  </a:lnTo>
                  <a:lnTo>
                    <a:pt x="193377" y="225882"/>
                  </a:lnTo>
                  <a:lnTo>
                    <a:pt x="158126" y="240492"/>
                  </a:lnTo>
                  <a:lnTo>
                    <a:pt x="154961" y="244503"/>
                  </a:lnTo>
                  <a:lnTo>
                    <a:pt x="154961" y="257108"/>
                  </a:lnTo>
                  <a:lnTo>
                    <a:pt x="155104" y="262980"/>
                  </a:lnTo>
                  <a:lnTo>
                    <a:pt x="150356" y="267707"/>
                  </a:lnTo>
                  <a:close/>
                </a:path>
              </a:pathLst>
            </a:custGeom>
            <a:solidFill>
              <a:srgbClr val="DD6E41"/>
            </a:solidFill>
          </p:spPr>
          <p:txBody>
            <a:bodyPr wrap="square" lIns="0" tIns="0" rIns="0" bIns="0" rtlCol="0"/>
            <a:lstStyle/>
            <a:p>
              <a:endParaRPr/>
            </a:p>
          </p:txBody>
        </p:sp>
        <p:pic>
          <p:nvPicPr>
            <p:cNvPr id="23" name="object 23"/>
            <p:cNvPicPr/>
            <p:nvPr/>
          </p:nvPicPr>
          <p:blipFill>
            <a:blip r:embed="rId4" cstate="print"/>
            <a:stretch>
              <a:fillRect/>
            </a:stretch>
          </p:blipFill>
          <p:spPr>
            <a:xfrm>
              <a:off x="968193" y="3332075"/>
              <a:ext cx="134673" cy="136217"/>
            </a:xfrm>
            <a:prstGeom prst="rect">
              <a:avLst/>
            </a:prstGeom>
          </p:spPr>
        </p:pic>
        <p:pic>
          <p:nvPicPr>
            <p:cNvPr id="24" name="object 24"/>
            <p:cNvPicPr/>
            <p:nvPr/>
          </p:nvPicPr>
          <p:blipFill>
            <a:blip r:embed="rId5" cstate="print"/>
            <a:stretch>
              <a:fillRect/>
            </a:stretch>
          </p:blipFill>
          <p:spPr>
            <a:xfrm>
              <a:off x="684889" y="3345253"/>
              <a:ext cx="201147" cy="200243"/>
            </a:xfrm>
            <a:prstGeom prst="rect">
              <a:avLst/>
            </a:prstGeom>
          </p:spPr>
        </p:pic>
      </p:grpSp>
      <p:pic>
        <p:nvPicPr>
          <p:cNvPr id="25" name="object 25"/>
          <p:cNvPicPr/>
          <p:nvPr/>
        </p:nvPicPr>
        <p:blipFill>
          <a:blip r:embed="rId6" cstate="print">
            <a:extLst>
              <a:ext uri="{BEBA8EAE-BF5A-486C-A8C5-ECC9F3942E4B}">
                <a14:imgProps xmlns:a14="http://schemas.microsoft.com/office/drawing/2010/main">
                  <a14:imgLayer r:embed="rId7">
                    <a14:imgEffect>
                      <a14:colorTemperature colorTemp="8800"/>
                    </a14:imgEffect>
                  </a14:imgLayer>
                </a14:imgProps>
              </a:ext>
            </a:extLst>
          </a:blip>
          <a:stretch>
            <a:fillRect/>
          </a:stretch>
        </p:blipFill>
        <p:spPr>
          <a:xfrm>
            <a:off x="376789" y="4118023"/>
            <a:ext cx="8655285" cy="1308171"/>
          </a:xfrm>
          <a:prstGeom prst="rect">
            <a:avLst/>
          </a:prstGeom>
        </p:spPr>
      </p:pic>
      <p:pic>
        <p:nvPicPr>
          <p:cNvPr id="26" name="object 26"/>
          <p:cNvPicPr/>
          <p:nvPr/>
        </p:nvPicPr>
        <p:blipFill>
          <a:blip r:embed="rId8" cstate="print">
            <a:extLst>
              <a:ext uri="{BEBA8EAE-BF5A-486C-A8C5-ECC9F3942E4B}">
                <a14:imgProps xmlns:a14="http://schemas.microsoft.com/office/drawing/2010/main">
                  <a14:imgLayer r:embed="rId9">
                    <a14:imgEffect>
                      <a14:colorTemperature colorTemp="8800"/>
                    </a14:imgEffect>
                  </a14:imgLayer>
                </a14:imgProps>
              </a:ext>
            </a:extLst>
          </a:blip>
          <a:stretch>
            <a:fillRect/>
          </a:stretch>
        </p:blipFill>
        <p:spPr>
          <a:xfrm>
            <a:off x="414889" y="5509506"/>
            <a:ext cx="8655285" cy="1257804"/>
          </a:xfrm>
          <a:prstGeom prst="rect">
            <a:avLst/>
          </a:prstGeom>
        </p:spPr>
      </p:pic>
      <p:grpSp>
        <p:nvGrpSpPr>
          <p:cNvPr id="67" name="object 67"/>
          <p:cNvGrpSpPr/>
          <p:nvPr/>
        </p:nvGrpSpPr>
        <p:grpSpPr>
          <a:xfrm>
            <a:off x="9185775" y="1316260"/>
            <a:ext cx="8792210" cy="8609330"/>
            <a:chOff x="9185775" y="1316260"/>
            <a:chExt cx="8792210" cy="8609330"/>
          </a:xfrm>
        </p:grpSpPr>
        <p:sp>
          <p:nvSpPr>
            <p:cNvPr id="68" name="object 68"/>
            <p:cNvSpPr/>
            <p:nvPr/>
          </p:nvSpPr>
          <p:spPr>
            <a:xfrm>
              <a:off x="9185775" y="1316260"/>
              <a:ext cx="8792210" cy="8609330"/>
            </a:xfrm>
            <a:custGeom>
              <a:avLst/>
              <a:gdLst/>
              <a:ahLst/>
              <a:cxnLst/>
              <a:rect l="l" t="t" r="r" b="b"/>
              <a:pathLst>
                <a:path w="8792210" h="8609330">
                  <a:moveTo>
                    <a:pt x="228599" y="19068"/>
                  </a:moveTo>
                  <a:lnTo>
                    <a:pt x="171449" y="19068"/>
                  </a:lnTo>
                  <a:lnTo>
                    <a:pt x="171449" y="0"/>
                  </a:lnTo>
                  <a:lnTo>
                    <a:pt x="228599" y="0"/>
                  </a:lnTo>
                  <a:lnTo>
                    <a:pt x="228599" y="19068"/>
                  </a:lnTo>
                  <a:close/>
                </a:path>
                <a:path w="8792210" h="8609330">
                  <a:moveTo>
                    <a:pt x="304799" y="19068"/>
                  </a:moveTo>
                  <a:lnTo>
                    <a:pt x="247649" y="19068"/>
                  </a:lnTo>
                  <a:lnTo>
                    <a:pt x="247649" y="0"/>
                  </a:lnTo>
                  <a:lnTo>
                    <a:pt x="304799" y="0"/>
                  </a:lnTo>
                  <a:lnTo>
                    <a:pt x="304799" y="19068"/>
                  </a:lnTo>
                  <a:close/>
                </a:path>
                <a:path w="8792210" h="8609330">
                  <a:moveTo>
                    <a:pt x="380999" y="19068"/>
                  </a:moveTo>
                  <a:lnTo>
                    <a:pt x="323849" y="19068"/>
                  </a:lnTo>
                  <a:lnTo>
                    <a:pt x="323849" y="0"/>
                  </a:lnTo>
                  <a:lnTo>
                    <a:pt x="380999" y="0"/>
                  </a:lnTo>
                  <a:lnTo>
                    <a:pt x="380999" y="19068"/>
                  </a:lnTo>
                  <a:close/>
                </a:path>
                <a:path w="8792210" h="8609330">
                  <a:moveTo>
                    <a:pt x="457199" y="19068"/>
                  </a:moveTo>
                  <a:lnTo>
                    <a:pt x="400049" y="19068"/>
                  </a:lnTo>
                  <a:lnTo>
                    <a:pt x="400049" y="0"/>
                  </a:lnTo>
                  <a:lnTo>
                    <a:pt x="457199" y="0"/>
                  </a:lnTo>
                  <a:lnTo>
                    <a:pt x="457199" y="19068"/>
                  </a:lnTo>
                  <a:close/>
                </a:path>
                <a:path w="8792210" h="8609330">
                  <a:moveTo>
                    <a:pt x="533399" y="19068"/>
                  </a:moveTo>
                  <a:lnTo>
                    <a:pt x="476249" y="19068"/>
                  </a:lnTo>
                  <a:lnTo>
                    <a:pt x="476249" y="0"/>
                  </a:lnTo>
                  <a:lnTo>
                    <a:pt x="533399" y="0"/>
                  </a:lnTo>
                  <a:lnTo>
                    <a:pt x="533399" y="19068"/>
                  </a:lnTo>
                  <a:close/>
                </a:path>
                <a:path w="8792210" h="8609330">
                  <a:moveTo>
                    <a:pt x="609599" y="19068"/>
                  </a:moveTo>
                  <a:lnTo>
                    <a:pt x="552449" y="19068"/>
                  </a:lnTo>
                  <a:lnTo>
                    <a:pt x="552449" y="0"/>
                  </a:lnTo>
                  <a:lnTo>
                    <a:pt x="609599" y="0"/>
                  </a:lnTo>
                  <a:lnTo>
                    <a:pt x="609599" y="19068"/>
                  </a:lnTo>
                  <a:close/>
                </a:path>
                <a:path w="8792210" h="8609330">
                  <a:moveTo>
                    <a:pt x="685799" y="19068"/>
                  </a:moveTo>
                  <a:lnTo>
                    <a:pt x="628649" y="19068"/>
                  </a:lnTo>
                  <a:lnTo>
                    <a:pt x="628649" y="0"/>
                  </a:lnTo>
                  <a:lnTo>
                    <a:pt x="685799" y="0"/>
                  </a:lnTo>
                  <a:lnTo>
                    <a:pt x="685799" y="19068"/>
                  </a:lnTo>
                  <a:close/>
                </a:path>
                <a:path w="8792210" h="8609330">
                  <a:moveTo>
                    <a:pt x="761999" y="19068"/>
                  </a:moveTo>
                  <a:lnTo>
                    <a:pt x="704849" y="19068"/>
                  </a:lnTo>
                  <a:lnTo>
                    <a:pt x="704849" y="0"/>
                  </a:lnTo>
                  <a:lnTo>
                    <a:pt x="761999" y="0"/>
                  </a:lnTo>
                  <a:lnTo>
                    <a:pt x="761999" y="19068"/>
                  </a:lnTo>
                  <a:close/>
                </a:path>
                <a:path w="8792210" h="8609330">
                  <a:moveTo>
                    <a:pt x="838199" y="19068"/>
                  </a:moveTo>
                  <a:lnTo>
                    <a:pt x="781049" y="19068"/>
                  </a:lnTo>
                  <a:lnTo>
                    <a:pt x="781049" y="0"/>
                  </a:lnTo>
                  <a:lnTo>
                    <a:pt x="838199" y="0"/>
                  </a:lnTo>
                  <a:lnTo>
                    <a:pt x="838199" y="19068"/>
                  </a:lnTo>
                  <a:close/>
                </a:path>
                <a:path w="8792210" h="8609330">
                  <a:moveTo>
                    <a:pt x="914399" y="19068"/>
                  </a:moveTo>
                  <a:lnTo>
                    <a:pt x="857249" y="19068"/>
                  </a:lnTo>
                  <a:lnTo>
                    <a:pt x="857249" y="0"/>
                  </a:lnTo>
                  <a:lnTo>
                    <a:pt x="914399" y="0"/>
                  </a:lnTo>
                  <a:lnTo>
                    <a:pt x="914399" y="19068"/>
                  </a:lnTo>
                  <a:close/>
                </a:path>
                <a:path w="8792210" h="8609330">
                  <a:moveTo>
                    <a:pt x="990599" y="19068"/>
                  </a:moveTo>
                  <a:lnTo>
                    <a:pt x="933449" y="19068"/>
                  </a:lnTo>
                  <a:lnTo>
                    <a:pt x="933449" y="0"/>
                  </a:lnTo>
                  <a:lnTo>
                    <a:pt x="990599" y="0"/>
                  </a:lnTo>
                  <a:lnTo>
                    <a:pt x="990599" y="19068"/>
                  </a:lnTo>
                  <a:close/>
                </a:path>
                <a:path w="8792210" h="8609330">
                  <a:moveTo>
                    <a:pt x="1066799" y="19068"/>
                  </a:moveTo>
                  <a:lnTo>
                    <a:pt x="1009649" y="19068"/>
                  </a:lnTo>
                  <a:lnTo>
                    <a:pt x="1009649" y="0"/>
                  </a:lnTo>
                  <a:lnTo>
                    <a:pt x="1066799" y="0"/>
                  </a:lnTo>
                  <a:lnTo>
                    <a:pt x="1066799" y="19068"/>
                  </a:lnTo>
                  <a:close/>
                </a:path>
                <a:path w="8792210" h="8609330">
                  <a:moveTo>
                    <a:pt x="1142999" y="19068"/>
                  </a:moveTo>
                  <a:lnTo>
                    <a:pt x="1085849" y="19068"/>
                  </a:lnTo>
                  <a:lnTo>
                    <a:pt x="1085849" y="0"/>
                  </a:lnTo>
                  <a:lnTo>
                    <a:pt x="1142999" y="0"/>
                  </a:lnTo>
                  <a:lnTo>
                    <a:pt x="1142999" y="19068"/>
                  </a:lnTo>
                  <a:close/>
                </a:path>
                <a:path w="8792210" h="8609330">
                  <a:moveTo>
                    <a:pt x="1219199" y="19068"/>
                  </a:moveTo>
                  <a:lnTo>
                    <a:pt x="1162049" y="19068"/>
                  </a:lnTo>
                  <a:lnTo>
                    <a:pt x="1162049" y="0"/>
                  </a:lnTo>
                  <a:lnTo>
                    <a:pt x="1219199" y="0"/>
                  </a:lnTo>
                  <a:lnTo>
                    <a:pt x="1219199" y="19068"/>
                  </a:lnTo>
                  <a:close/>
                </a:path>
                <a:path w="8792210" h="8609330">
                  <a:moveTo>
                    <a:pt x="1295399" y="19068"/>
                  </a:moveTo>
                  <a:lnTo>
                    <a:pt x="1238249" y="19068"/>
                  </a:lnTo>
                  <a:lnTo>
                    <a:pt x="1238249" y="0"/>
                  </a:lnTo>
                  <a:lnTo>
                    <a:pt x="1295399" y="0"/>
                  </a:lnTo>
                  <a:lnTo>
                    <a:pt x="1295399" y="19068"/>
                  </a:lnTo>
                  <a:close/>
                </a:path>
                <a:path w="8792210" h="8609330">
                  <a:moveTo>
                    <a:pt x="1371599" y="19068"/>
                  </a:moveTo>
                  <a:lnTo>
                    <a:pt x="1314449" y="19068"/>
                  </a:lnTo>
                  <a:lnTo>
                    <a:pt x="1314449" y="0"/>
                  </a:lnTo>
                  <a:lnTo>
                    <a:pt x="1371599" y="0"/>
                  </a:lnTo>
                  <a:lnTo>
                    <a:pt x="1371599" y="19068"/>
                  </a:lnTo>
                  <a:close/>
                </a:path>
                <a:path w="8792210" h="8609330">
                  <a:moveTo>
                    <a:pt x="1447799" y="19068"/>
                  </a:moveTo>
                  <a:lnTo>
                    <a:pt x="1390649" y="19068"/>
                  </a:lnTo>
                  <a:lnTo>
                    <a:pt x="1390649" y="0"/>
                  </a:lnTo>
                  <a:lnTo>
                    <a:pt x="1447799" y="0"/>
                  </a:lnTo>
                  <a:lnTo>
                    <a:pt x="1447799" y="19068"/>
                  </a:lnTo>
                  <a:close/>
                </a:path>
                <a:path w="8792210" h="8609330">
                  <a:moveTo>
                    <a:pt x="1523999" y="19068"/>
                  </a:moveTo>
                  <a:lnTo>
                    <a:pt x="1466849" y="19068"/>
                  </a:lnTo>
                  <a:lnTo>
                    <a:pt x="1466849" y="0"/>
                  </a:lnTo>
                  <a:lnTo>
                    <a:pt x="1523999" y="0"/>
                  </a:lnTo>
                  <a:lnTo>
                    <a:pt x="1523999" y="19068"/>
                  </a:lnTo>
                  <a:close/>
                </a:path>
                <a:path w="8792210" h="8609330">
                  <a:moveTo>
                    <a:pt x="1600199" y="19068"/>
                  </a:moveTo>
                  <a:lnTo>
                    <a:pt x="1543049" y="19068"/>
                  </a:lnTo>
                  <a:lnTo>
                    <a:pt x="1543049" y="0"/>
                  </a:lnTo>
                  <a:lnTo>
                    <a:pt x="1600199" y="0"/>
                  </a:lnTo>
                  <a:lnTo>
                    <a:pt x="1600199" y="19068"/>
                  </a:lnTo>
                  <a:close/>
                </a:path>
                <a:path w="8792210" h="8609330">
                  <a:moveTo>
                    <a:pt x="1676399" y="19068"/>
                  </a:moveTo>
                  <a:lnTo>
                    <a:pt x="1619249" y="19068"/>
                  </a:lnTo>
                  <a:lnTo>
                    <a:pt x="1619249" y="0"/>
                  </a:lnTo>
                  <a:lnTo>
                    <a:pt x="1676399" y="0"/>
                  </a:lnTo>
                  <a:lnTo>
                    <a:pt x="1676399" y="19068"/>
                  </a:lnTo>
                  <a:close/>
                </a:path>
                <a:path w="8792210" h="8609330">
                  <a:moveTo>
                    <a:pt x="1752599" y="19068"/>
                  </a:moveTo>
                  <a:lnTo>
                    <a:pt x="1695449" y="19068"/>
                  </a:lnTo>
                  <a:lnTo>
                    <a:pt x="1695449" y="0"/>
                  </a:lnTo>
                  <a:lnTo>
                    <a:pt x="1752599" y="0"/>
                  </a:lnTo>
                  <a:lnTo>
                    <a:pt x="1752599" y="19068"/>
                  </a:lnTo>
                  <a:close/>
                </a:path>
                <a:path w="8792210" h="8609330">
                  <a:moveTo>
                    <a:pt x="1828799" y="19068"/>
                  </a:moveTo>
                  <a:lnTo>
                    <a:pt x="1771649" y="19068"/>
                  </a:lnTo>
                  <a:lnTo>
                    <a:pt x="1771649" y="0"/>
                  </a:lnTo>
                  <a:lnTo>
                    <a:pt x="1828799" y="0"/>
                  </a:lnTo>
                  <a:lnTo>
                    <a:pt x="1828799" y="19068"/>
                  </a:lnTo>
                  <a:close/>
                </a:path>
                <a:path w="8792210" h="8609330">
                  <a:moveTo>
                    <a:pt x="1904999" y="19068"/>
                  </a:moveTo>
                  <a:lnTo>
                    <a:pt x="1847849" y="19068"/>
                  </a:lnTo>
                  <a:lnTo>
                    <a:pt x="1847849" y="0"/>
                  </a:lnTo>
                  <a:lnTo>
                    <a:pt x="1904999" y="0"/>
                  </a:lnTo>
                  <a:lnTo>
                    <a:pt x="1904999" y="19068"/>
                  </a:lnTo>
                  <a:close/>
                </a:path>
                <a:path w="8792210" h="8609330">
                  <a:moveTo>
                    <a:pt x="1981199" y="19068"/>
                  </a:moveTo>
                  <a:lnTo>
                    <a:pt x="1924049" y="19068"/>
                  </a:lnTo>
                  <a:lnTo>
                    <a:pt x="1924049" y="0"/>
                  </a:lnTo>
                  <a:lnTo>
                    <a:pt x="1981199" y="0"/>
                  </a:lnTo>
                  <a:lnTo>
                    <a:pt x="1981199" y="19068"/>
                  </a:lnTo>
                  <a:close/>
                </a:path>
                <a:path w="8792210" h="8609330">
                  <a:moveTo>
                    <a:pt x="2057399" y="19068"/>
                  </a:moveTo>
                  <a:lnTo>
                    <a:pt x="2000249" y="19068"/>
                  </a:lnTo>
                  <a:lnTo>
                    <a:pt x="2000249" y="0"/>
                  </a:lnTo>
                  <a:lnTo>
                    <a:pt x="2057399" y="0"/>
                  </a:lnTo>
                  <a:lnTo>
                    <a:pt x="2057399" y="19068"/>
                  </a:lnTo>
                  <a:close/>
                </a:path>
                <a:path w="8792210" h="8609330">
                  <a:moveTo>
                    <a:pt x="2133599" y="19068"/>
                  </a:moveTo>
                  <a:lnTo>
                    <a:pt x="2076449" y="19068"/>
                  </a:lnTo>
                  <a:lnTo>
                    <a:pt x="2076449" y="0"/>
                  </a:lnTo>
                  <a:lnTo>
                    <a:pt x="2133599" y="0"/>
                  </a:lnTo>
                  <a:lnTo>
                    <a:pt x="2133599" y="19068"/>
                  </a:lnTo>
                  <a:close/>
                </a:path>
                <a:path w="8792210" h="8609330">
                  <a:moveTo>
                    <a:pt x="2209799" y="19068"/>
                  </a:moveTo>
                  <a:lnTo>
                    <a:pt x="2152649" y="19068"/>
                  </a:lnTo>
                  <a:lnTo>
                    <a:pt x="2152649" y="0"/>
                  </a:lnTo>
                  <a:lnTo>
                    <a:pt x="2209799" y="0"/>
                  </a:lnTo>
                  <a:lnTo>
                    <a:pt x="2209799" y="19068"/>
                  </a:lnTo>
                  <a:close/>
                </a:path>
                <a:path w="8792210" h="8609330">
                  <a:moveTo>
                    <a:pt x="2285998" y="19068"/>
                  </a:moveTo>
                  <a:lnTo>
                    <a:pt x="2228849" y="19068"/>
                  </a:lnTo>
                  <a:lnTo>
                    <a:pt x="2228849" y="0"/>
                  </a:lnTo>
                  <a:lnTo>
                    <a:pt x="2285998" y="0"/>
                  </a:lnTo>
                  <a:lnTo>
                    <a:pt x="2285998" y="19068"/>
                  </a:lnTo>
                  <a:close/>
                </a:path>
                <a:path w="8792210" h="8609330">
                  <a:moveTo>
                    <a:pt x="2362199" y="19068"/>
                  </a:moveTo>
                  <a:lnTo>
                    <a:pt x="2305049" y="19068"/>
                  </a:lnTo>
                  <a:lnTo>
                    <a:pt x="2305049" y="0"/>
                  </a:lnTo>
                  <a:lnTo>
                    <a:pt x="2362199" y="0"/>
                  </a:lnTo>
                  <a:lnTo>
                    <a:pt x="2362199" y="19068"/>
                  </a:lnTo>
                  <a:close/>
                </a:path>
                <a:path w="8792210" h="8609330">
                  <a:moveTo>
                    <a:pt x="2438399" y="19068"/>
                  </a:moveTo>
                  <a:lnTo>
                    <a:pt x="2381249" y="19068"/>
                  </a:lnTo>
                  <a:lnTo>
                    <a:pt x="2381249" y="0"/>
                  </a:lnTo>
                  <a:lnTo>
                    <a:pt x="2438399" y="0"/>
                  </a:lnTo>
                  <a:lnTo>
                    <a:pt x="2438399" y="19068"/>
                  </a:lnTo>
                  <a:close/>
                </a:path>
                <a:path w="8792210" h="8609330">
                  <a:moveTo>
                    <a:pt x="2514599" y="19068"/>
                  </a:moveTo>
                  <a:lnTo>
                    <a:pt x="2457449" y="19068"/>
                  </a:lnTo>
                  <a:lnTo>
                    <a:pt x="2457449" y="0"/>
                  </a:lnTo>
                  <a:lnTo>
                    <a:pt x="2514599" y="0"/>
                  </a:lnTo>
                  <a:lnTo>
                    <a:pt x="2514599" y="19068"/>
                  </a:lnTo>
                  <a:close/>
                </a:path>
                <a:path w="8792210" h="8609330">
                  <a:moveTo>
                    <a:pt x="2590799" y="19068"/>
                  </a:moveTo>
                  <a:lnTo>
                    <a:pt x="2533649" y="19068"/>
                  </a:lnTo>
                  <a:lnTo>
                    <a:pt x="2533649" y="0"/>
                  </a:lnTo>
                  <a:lnTo>
                    <a:pt x="2590799" y="0"/>
                  </a:lnTo>
                  <a:lnTo>
                    <a:pt x="2590799" y="19068"/>
                  </a:lnTo>
                  <a:close/>
                </a:path>
                <a:path w="8792210" h="8609330">
                  <a:moveTo>
                    <a:pt x="2666999" y="19068"/>
                  </a:moveTo>
                  <a:lnTo>
                    <a:pt x="2609849" y="19068"/>
                  </a:lnTo>
                  <a:lnTo>
                    <a:pt x="2609849" y="0"/>
                  </a:lnTo>
                  <a:lnTo>
                    <a:pt x="2666999" y="0"/>
                  </a:lnTo>
                  <a:lnTo>
                    <a:pt x="2666999" y="19068"/>
                  </a:lnTo>
                  <a:close/>
                </a:path>
                <a:path w="8792210" h="8609330">
                  <a:moveTo>
                    <a:pt x="2743199" y="19068"/>
                  </a:moveTo>
                  <a:lnTo>
                    <a:pt x="2686049" y="19068"/>
                  </a:lnTo>
                  <a:lnTo>
                    <a:pt x="2686049" y="0"/>
                  </a:lnTo>
                  <a:lnTo>
                    <a:pt x="2743199" y="0"/>
                  </a:lnTo>
                  <a:lnTo>
                    <a:pt x="2743199" y="19068"/>
                  </a:lnTo>
                  <a:close/>
                </a:path>
                <a:path w="8792210" h="8609330">
                  <a:moveTo>
                    <a:pt x="2819398" y="19068"/>
                  </a:moveTo>
                  <a:lnTo>
                    <a:pt x="2762249" y="19068"/>
                  </a:lnTo>
                  <a:lnTo>
                    <a:pt x="2762249" y="0"/>
                  </a:lnTo>
                  <a:lnTo>
                    <a:pt x="2819398" y="0"/>
                  </a:lnTo>
                  <a:lnTo>
                    <a:pt x="2819398" y="19068"/>
                  </a:lnTo>
                  <a:close/>
                </a:path>
                <a:path w="8792210" h="8609330">
                  <a:moveTo>
                    <a:pt x="2895598" y="19068"/>
                  </a:moveTo>
                  <a:lnTo>
                    <a:pt x="2838448" y="19068"/>
                  </a:lnTo>
                  <a:lnTo>
                    <a:pt x="2838448" y="0"/>
                  </a:lnTo>
                  <a:lnTo>
                    <a:pt x="2895598" y="0"/>
                  </a:lnTo>
                  <a:lnTo>
                    <a:pt x="2895598" y="19068"/>
                  </a:lnTo>
                  <a:close/>
                </a:path>
                <a:path w="8792210" h="8609330">
                  <a:moveTo>
                    <a:pt x="2971798" y="19068"/>
                  </a:moveTo>
                  <a:lnTo>
                    <a:pt x="2914648" y="19068"/>
                  </a:lnTo>
                  <a:lnTo>
                    <a:pt x="2914648" y="0"/>
                  </a:lnTo>
                  <a:lnTo>
                    <a:pt x="2971798" y="0"/>
                  </a:lnTo>
                  <a:lnTo>
                    <a:pt x="2971798" y="19068"/>
                  </a:lnTo>
                  <a:close/>
                </a:path>
                <a:path w="8792210" h="8609330">
                  <a:moveTo>
                    <a:pt x="3047998" y="19068"/>
                  </a:moveTo>
                  <a:lnTo>
                    <a:pt x="2990848" y="19068"/>
                  </a:lnTo>
                  <a:lnTo>
                    <a:pt x="2990848" y="0"/>
                  </a:lnTo>
                  <a:lnTo>
                    <a:pt x="3047998" y="0"/>
                  </a:lnTo>
                  <a:lnTo>
                    <a:pt x="3047998" y="19068"/>
                  </a:lnTo>
                  <a:close/>
                </a:path>
                <a:path w="8792210" h="8609330">
                  <a:moveTo>
                    <a:pt x="3124198" y="19068"/>
                  </a:moveTo>
                  <a:lnTo>
                    <a:pt x="3067048" y="19068"/>
                  </a:lnTo>
                  <a:lnTo>
                    <a:pt x="3067048" y="0"/>
                  </a:lnTo>
                  <a:lnTo>
                    <a:pt x="3124198" y="0"/>
                  </a:lnTo>
                  <a:lnTo>
                    <a:pt x="3124198" y="19068"/>
                  </a:lnTo>
                  <a:close/>
                </a:path>
                <a:path w="8792210" h="8609330">
                  <a:moveTo>
                    <a:pt x="3200398" y="19068"/>
                  </a:moveTo>
                  <a:lnTo>
                    <a:pt x="3143248" y="19068"/>
                  </a:lnTo>
                  <a:lnTo>
                    <a:pt x="3143248" y="0"/>
                  </a:lnTo>
                  <a:lnTo>
                    <a:pt x="3200398" y="0"/>
                  </a:lnTo>
                  <a:lnTo>
                    <a:pt x="3200398" y="19068"/>
                  </a:lnTo>
                  <a:close/>
                </a:path>
                <a:path w="8792210" h="8609330">
                  <a:moveTo>
                    <a:pt x="3276598" y="19068"/>
                  </a:moveTo>
                  <a:lnTo>
                    <a:pt x="3219448" y="19068"/>
                  </a:lnTo>
                  <a:lnTo>
                    <a:pt x="3219448" y="0"/>
                  </a:lnTo>
                  <a:lnTo>
                    <a:pt x="3276598" y="0"/>
                  </a:lnTo>
                  <a:lnTo>
                    <a:pt x="3276598" y="19068"/>
                  </a:lnTo>
                  <a:close/>
                </a:path>
                <a:path w="8792210" h="8609330">
                  <a:moveTo>
                    <a:pt x="3352798" y="19068"/>
                  </a:moveTo>
                  <a:lnTo>
                    <a:pt x="3295648" y="19068"/>
                  </a:lnTo>
                  <a:lnTo>
                    <a:pt x="3295648" y="0"/>
                  </a:lnTo>
                  <a:lnTo>
                    <a:pt x="3352798" y="0"/>
                  </a:lnTo>
                  <a:lnTo>
                    <a:pt x="3352798" y="19068"/>
                  </a:lnTo>
                  <a:close/>
                </a:path>
                <a:path w="8792210" h="8609330">
                  <a:moveTo>
                    <a:pt x="3428998" y="19068"/>
                  </a:moveTo>
                  <a:lnTo>
                    <a:pt x="3371848" y="19068"/>
                  </a:lnTo>
                  <a:lnTo>
                    <a:pt x="3371848" y="0"/>
                  </a:lnTo>
                  <a:lnTo>
                    <a:pt x="3428998" y="0"/>
                  </a:lnTo>
                  <a:lnTo>
                    <a:pt x="3428998" y="19068"/>
                  </a:lnTo>
                  <a:close/>
                </a:path>
                <a:path w="8792210" h="8609330">
                  <a:moveTo>
                    <a:pt x="3505198" y="19068"/>
                  </a:moveTo>
                  <a:lnTo>
                    <a:pt x="3448048" y="19068"/>
                  </a:lnTo>
                  <a:lnTo>
                    <a:pt x="3448048" y="0"/>
                  </a:lnTo>
                  <a:lnTo>
                    <a:pt x="3505198" y="0"/>
                  </a:lnTo>
                  <a:lnTo>
                    <a:pt x="3505198" y="19068"/>
                  </a:lnTo>
                  <a:close/>
                </a:path>
                <a:path w="8792210" h="8609330">
                  <a:moveTo>
                    <a:pt x="3581398" y="19068"/>
                  </a:moveTo>
                  <a:lnTo>
                    <a:pt x="3524248" y="19068"/>
                  </a:lnTo>
                  <a:lnTo>
                    <a:pt x="3524248" y="0"/>
                  </a:lnTo>
                  <a:lnTo>
                    <a:pt x="3581398" y="0"/>
                  </a:lnTo>
                  <a:lnTo>
                    <a:pt x="3581398" y="19068"/>
                  </a:lnTo>
                  <a:close/>
                </a:path>
                <a:path w="8792210" h="8609330">
                  <a:moveTo>
                    <a:pt x="3657598" y="19068"/>
                  </a:moveTo>
                  <a:lnTo>
                    <a:pt x="3600448" y="19068"/>
                  </a:lnTo>
                  <a:lnTo>
                    <a:pt x="3600448" y="0"/>
                  </a:lnTo>
                  <a:lnTo>
                    <a:pt x="3657598" y="0"/>
                  </a:lnTo>
                  <a:lnTo>
                    <a:pt x="3657598" y="19068"/>
                  </a:lnTo>
                  <a:close/>
                </a:path>
                <a:path w="8792210" h="8609330">
                  <a:moveTo>
                    <a:pt x="3733798" y="19068"/>
                  </a:moveTo>
                  <a:lnTo>
                    <a:pt x="3676648" y="19068"/>
                  </a:lnTo>
                  <a:lnTo>
                    <a:pt x="3676648" y="0"/>
                  </a:lnTo>
                  <a:lnTo>
                    <a:pt x="3733798" y="0"/>
                  </a:lnTo>
                  <a:lnTo>
                    <a:pt x="3733798" y="19068"/>
                  </a:lnTo>
                  <a:close/>
                </a:path>
                <a:path w="8792210" h="8609330">
                  <a:moveTo>
                    <a:pt x="3809998" y="19068"/>
                  </a:moveTo>
                  <a:lnTo>
                    <a:pt x="3752848" y="19068"/>
                  </a:lnTo>
                  <a:lnTo>
                    <a:pt x="3752848" y="0"/>
                  </a:lnTo>
                  <a:lnTo>
                    <a:pt x="3809998" y="0"/>
                  </a:lnTo>
                  <a:lnTo>
                    <a:pt x="3809998" y="19068"/>
                  </a:lnTo>
                  <a:close/>
                </a:path>
                <a:path w="8792210" h="8609330">
                  <a:moveTo>
                    <a:pt x="3886198" y="19068"/>
                  </a:moveTo>
                  <a:lnTo>
                    <a:pt x="3829048" y="19068"/>
                  </a:lnTo>
                  <a:lnTo>
                    <a:pt x="3829048" y="0"/>
                  </a:lnTo>
                  <a:lnTo>
                    <a:pt x="3886198" y="0"/>
                  </a:lnTo>
                  <a:lnTo>
                    <a:pt x="3886198" y="19068"/>
                  </a:lnTo>
                  <a:close/>
                </a:path>
                <a:path w="8792210" h="8609330">
                  <a:moveTo>
                    <a:pt x="3962398" y="19068"/>
                  </a:moveTo>
                  <a:lnTo>
                    <a:pt x="3905248" y="19068"/>
                  </a:lnTo>
                  <a:lnTo>
                    <a:pt x="3905248" y="0"/>
                  </a:lnTo>
                  <a:lnTo>
                    <a:pt x="3962398" y="0"/>
                  </a:lnTo>
                  <a:lnTo>
                    <a:pt x="3962398" y="19068"/>
                  </a:lnTo>
                  <a:close/>
                </a:path>
                <a:path w="8792210" h="8609330">
                  <a:moveTo>
                    <a:pt x="4038598" y="19068"/>
                  </a:moveTo>
                  <a:lnTo>
                    <a:pt x="3981448" y="19068"/>
                  </a:lnTo>
                  <a:lnTo>
                    <a:pt x="3981448" y="0"/>
                  </a:lnTo>
                  <a:lnTo>
                    <a:pt x="4038598" y="0"/>
                  </a:lnTo>
                  <a:lnTo>
                    <a:pt x="4038598" y="19068"/>
                  </a:lnTo>
                  <a:close/>
                </a:path>
                <a:path w="8792210" h="8609330">
                  <a:moveTo>
                    <a:pt x="4114798" y="19068"/>
                  </a:moveTo>
                  <a:lnTo>
                    <a:pt x="4057648" y="19068"/>
                  </a:lnTo>
                  <a:lnTo>
                    <a:pt x="4057648" y="0"/>
                  </a:lnTo>
                  <a:lnTo>
                    <a:pt x="4114798" y="0"/>
                  </a:lnTo>
                  <a:lnTo>
                    <a:pt x="4114798" y="19068"/>
                  </a:lnTo>
                  <a:close/>
                </a:path>
                <a:path w="8792210" h="8609330">
                  <a:moveTo>
                    <a:pt x="4190998" y="19068"/>
                  </a:moveTo>
                  <a:lnTo>
                    <a:pt x="4133848" y="19068"/>
                  </a:lnTo>
                  <a:lnTo>
                    <a:pt x="4133848" y="0"/>
                  </a:lnTo>
                  <a:lnTo>
                    <a:pt x="4190998" y="0"/>
                  </a:lnTo>
                  <a:lnTo>
                    <a:pt x="4190998" y="19068"/>
                  </a:lnTo>
                  <a:close/>
                </a:path>
                <a:path w="8792210" h="8609330">
                  <a:moveTo>
                    <a:pt x="4267198" y="19068"/>
                  </a:moveTo>
                  <a:lnTo>
                    <a:pt x="4210048" y="19068"/>
                  </a:lnTo>
                  <a:lnTo>
                    <a:pt x="4210048" y="0"/>
                  </a:lnTo>
                  <a:lnTo>
                    <a:pt x="4267198" y="0"/>
                  </a:lnTo>
                  <a:lnTo>
                    <a:pt x="4267198" y="19068"/>
                  </a:lnTo>
                  <a:close/>
                </a:path>
                <a:path w="8792210" h="8609330">
                  <a:moveTo>
                    <a:pt x="4343398" y="19068"/>
                  </a:moveTo>
                  <a:lnTo>
                    <a:pt x="4286248" y="19068"/>
                  </a:lnTo>
                  <a:lnTo>
                    <a:pt x="4286248" y="0"/>
                  </a:lnTo>
                  <a:lnTo>
                    <a:pt x="4343398" y="0"/>
                  </a:lnTo>
                  <a:lnTo>
                    <a:pt x="4343398" y="19068"/>
                  </a:lnTo>
                  <a:close/>
                </a:path>
                <a:path w="8792210" h="8609330">
                  <a:moveTo>
                    <a:pt x="4419598" y="19068"/>
                  </a:moveTo>
                  <a:lnTo>
                    <a:pt x="4362448" y="19068"/>
                  </a:lnTo>
                  <a:lnTo>
                    <a:pt x="4362448" y="0"/>
                  </a:lnTo>
                  <a:lnTo>
                    <a:pt x="4419598" y="0"/>
                  </a:lnTo>
                  <a:lnTo>
                    <a:pt x="4419598" y="19068"/>
                  </a:lnTo>
                  <a:close/>
                </a:path>
                <a:path w="8792210" h="8609330">
                  <a:moveTo>
                    <a:pt x="4495798" y="19068"/>
                  </a:moveTo>
                  <a:lnTo>
                    <a:pt x="4438648" y="19068"/>
                  </a:lnTo>
                  <a:lnTo>
                    <a:pt x="4438648" y="0"/>
                  </a:lnTo>
                  <a:lnTo>
                    <a:pt x="4495798" y="0"/>
                  </a:lnTo>
                  <a:lnTo>
                    <a:pt x="4495798" y="19068"/>
                  </a:lnTo>
                  <a:close/>
                </a:path>
                <a:path w="8792210" h="8609330">
                  <a:moveTo>
                    <a:pt x="4571999" y="19068"/>
                  </a:moveTo>
                  <a:lnTo>
                    <a:pt x="4514848" y="19068"/>
                  </a:lnTo>
                  <a:lnTo>
                    <a:pt x="4514848" y="0"/>
                  </a:lnTo>
                  <a:lnTo>
                    <a:pt x="4571999" y="0"/>
                  </a:lnTo>
                  <a:lnTo>
                    <a:pt x="4571999" y="19068"/>
                  </a:lnTo>
                  <a:close/>
                </a:path>
                <a:path w="8792210" h="8609330">
                  <a:moveTo>
                    <a:pt x="4648198" y="19068"/>
                  </a:moveTo>
                  <a:lnTo>
                    <a:pt x="4591049" y="19068"/>
                  </a:lnTo>
                  <a:lnTo>
                    <a:pt x="4591049" y="0"/>
                  </a:lnTo>
                  <a:lnTo>
                    <a:pt x="4648198" y="0"/>
                  </a:lnTo>
                  <a:lnTo>
                    <a:pt x="4648198" y="19068"/>
                  </a:lnTo>
                  <a:close/>
                </a:path>
                <a:path w="8792210" h="8609330">
                  <a:moveTo>
                    <a:pt x="4724398" y="19068"/>
                  </a:moveTo>
                  <a:lnTo>
                    <a:pt x="4667248" y="19068"/>
                  </a:lnTo>
                  <a:lnTo>
                    <a:pt x="4667248" y="0"/>
                  </a:lnTo>
                  <a:lnTo>
                    <a:pt x="4724398" y="0"/>
                  </a:lnTo>
                  <a:lnTo>
                    <a:pt x="4724398" y="19068"/>
                  </a:lnTo>
                  <a:close/>
                </a:path>
                <a:path w="8792210" h="8609330">
                  <a:moveTo>
                    <a:pt x="4800598" y="19068"/>
                  </a:moveTo>
                  <a:lnTo>
                    <a:pt x="4743448" y="19068"/>
                  </a:lnTo>
                  <a:lnTo>
                    <a:pt x="4743448" y="0"/>
                  </a:lnTo>
                  <a:lnTo>
                    <a:pt x="4800598" y="0"/>
                  </a:lnTo>
                  <a:lnTo>
                    <a:pt x="4800598" y="19068"/>
                  </a:lnTo>
                  <a:close/>
                </a:path>
                <a:path w="8792210" h="8609330">
                  <a:moveTo>
                    <a:pt x="4876798" y="19068"/>
                  </a:moveTo>
                  <a:lnTo>
                    <a:pt x="4819649" y="19068"/>
                  </a:lnTo>
                  <a:lnTo>
                    <a:pt x="4819649" y="0"/>
                  </a:lnTo>
                  <a:lnTo>
                    <a:pt x="4876798" y="0"/>
                  </a:lnTo>
                  <a:lnTo>
                    <a:pt x="4876798" y="19068"/>
                  </a:lnTo>
                  <a:close/>
                </a:path>
                <a:path w="8792210" h="8609330">
                  <a:moveTo>
                    <a:pt x="4952998" y="19068"/>
                  </a:moveTo>
                  <a:lnTo>
                    <a:pt x="4895848" y="19068"/>
                  </a:lnTo>
                  <a:lnTo>
                    <a:pt x="4895848" y="0"/>
                  </a:lnTo>
                  <a:lnTo>
                    <a:pt x="4952998" y="0"/>
                  </a:lnTo>
                  <a:lnTo>
                    <a:pt x="4952998" y="19068"/>
                  </a:lnTo>
                  <a:close/>
                </a:path>
                <a:path w="8792210" h="8609330">
                  <a:moveTo>
                    <a:pt x="5029198" y="19068"/>
                  </a:moveTo>
                  <a:lnTo>
                    <a:pt x="4972048" y="19068"/>
                  </a:lnTo>
                  <a:lnTo>
                    <a:pt x="4972048" y="0"/>
                  </a:lnTo>
                  <a:lnTo>
                    <a:pt x="5029198" y="0"/>
                  </a:lnTo>
                  <a:lnTo>
                    <a:pt x="5029198" y="19068"/>
                  </a:lnTo>
                  <a:close/>
                </a:path>
                <a:path w="8792210" h="8609330">
                  <a:moveTo>
                    <a:pt x="5105398" y="19068"/>
                  </a:moveTo>
                  <a:lnTo>
                    <a:pt x="5048248" y="19068"/>
                  </a:lnTo>
                  <a:lnTo>
                    <a:pt x="5048248" y="0"/>
                  </a:lnTo>
                  <a:lnTo>
                    <a:pt x="5105398" y="0"/>
                  </a:lnTo>
                  <a:lnTo>
                    <a:pt x="5105398" y="19068"/>
                  </a:lnTo>
                  <a:close/>
                </a:path>
                <a:path w="8792210" h="8609330">
                  <a:moveTo>
                    <a:pt x="5181598" y="19068"/>
                  </a:moveTo>
                  <a:lnTo>
                    <a:pt x="5124448" y="19068"/>
                  </a:lnTo>
                  <a:lnTo>
                    <a:pt x="5124448" y="0"/>
                  </a:lnTo>
                  <a:lnTo>
                    <a:pt x="5181598" y="0"/>
                  </a:lnTo>
                  <a:lnTo>
                    <a:pt x="5181598" y="19068"/>
                  </a:lnTo>
                  <a:close/>
                </a:path>
                <a:path w="8792210" h="8609330">
                  <a:moveTo>
                    <a:pt x="5257798" y="19068"/>
                  </a:moveTo>
                  <a:lnTo>
                    <a:pt x="5200648" y="19068"/>
                  </a:lnTo>
                  <a:lnTo>
                    <a:pt x="5200648" y="0"/>
                  </a:lnTo>
                  <a:lnTo>
                    <a:pt x="5257798" y="0"/>
                  </a:lnTo>
                  <a:lnTo>
                    <a:pt x="5257798" y="19068"/>
                  </a:lnTo>
                  <a:close/>
                </a:path>
                <a:path w="8792210" h="8609330">
                  <a:moveTo>
                    <a:pt x="5333998" y="19068"/>
                  </a:moveTo>
                  <a:lnTo>
                    <a:pt x="5276848" y="19068"/>
                  </a:lnTo>
                  <a:lnTo>
                    <a:pt x="5276848" y="0"/>
                  </a:lnTo>
                  <a:lnTo>
                    <a:pt x="5333998" y="0"/>
                  </a:lnTo>
                  <a:lnTo>
                    <a:pt x="5333998" y="19068"/>
                  </a:lnTo>
                  <a:close/>
                </a:path>
                <a:path w="8792210" h="8609330">
                  <a:moveTo>
                    <a:pt x="5410198" y="19068"/>
                  </a:moveTo>
                  <a:lnTo>
                    <a:pt x="5353048" y="19068"/>
                  </a:lnTo>
                  <a:lnTo>
                    <a:pt x="5353048" y="0"/>
                  </a:lnTo>
                  <a:lnTo>
                    <a:pt x="5410198" y="0"/>
                  </a:lnTo>
                  <a:lnTo>
                    <a:pt x="5410198" y="19068"/>
                  </a:lnTo>
                  <a:close/>
                </a:path>
                <a:path w="8792210" h="8609330">
                  <a:moveTo>
                    <a:pt x="5486398" y="19068"/>
                  </a:moveTo>
                  <a:lnTo>
                    <a:pt x="5429248" y="19068"/>
                  </a:lnTo>
                  <a:lnTo>
                    <a:pt x="5429248" y="0"/>
                  </a:lnTo>
                  <a:lnTo>
                    <a:pt x="5486398" y="0"/>
                  </a:lnTo>
                  <a:lnTo>
                    <a:pt x="5486398" y="19068"/>
                  </a:lnTo>
                  <a:close/>
                </a:path>
                <a:path w="8792210" h="8609330">
                  <a:moveTo>
                    <a:pt x="5562598" y="19068"/>
                  </a:moveTo>
                  <a:lnTo>
                    <a:pt x="5505448" y="19068"/>
                  </a:lnTo>
                  <a:lnTo>
                    <a:pt x="5505448" y="0"/>
                  </a:lnTo>
                  <a:lnTo>
                    <a:pt x="5562598" y="0"/>
                  </a:lnTo>
                  <a:lnTo>
                    <a:pt x="5562598" y="19068"/>
                  </a:lnTo>
                  <a:close/>
                </a:path>
                <a:path w="8792210" h="8609330">
                  <a:moveTo>
                    <a:pt x="5638798" y="19068"/>
                  </a:moveTo>
                  <a:lnTo>
                    <a:pt x="5581648" y="19068"/>
                  </a:lnTo>
                  <a:lnTo>
                    <a:pt x="5581648" y="0"/>
                  </a:lnTo>
                  <a:lnTo>
                    <a:pt x="5638798" y="0"/>
                  </a:lnTo>
                  <a:lnTo>
                    <a:pt x="5638798" y="19068"/>
                  </a:lnTo>
                  <a:close/>
                </a:path>
                <a:path w="8792210" h="8609330">
                  <a:moveTo>
                    <a:pt x="5714998" y="19068"/>
                  </a:moveTo>
                  <a:lnTo>
                    <a:pt x="5657848" y="19068"/>
                  </a:lnTo>
                  <a:lnTo>
                    <a:pt x="5657848" y="0"/>
                  </a:lnTo>
                  <a:lnTo>
                    <a:pt x="5714998" y="0"/>
                  </a:lnTo>
                  <a:lnTo>
                    <a:pt x="5714998" y="19068"/>
                  </a:lnTo>
                  <a:close/>
                </a:path>
                <a:path w="8792210" h="8609330">
                  <a:moveTo>
                    <a:pt x="5791198" y="19068"/>
                  </a:moveTo>
                  <a:lnTo>
                    <a:pt x="5734048" y="19068"/>
                  </a:lnTo>
                  <a:lnTo>
                    <a:pt x="5734048" y="0"/>
                  </a:lnTo>
                  <a:lnTo>
                    <a:pt x="5791198" y="0"/>
                  </a:lnTo>
                  <a:lnTo>
                    <a:pt x="5791198" y="19068"/>
                  </a:lnTo>
                  <a:close/>
                </a:path>
                <a:path w="8792210" h="8609330">
                  <a:moveTo>
                    <a:pt x="5867398" y="19068"/>
                  </a:moveTo>
                  <a:lnTo>
                    <a:pt x="5810248" y="19068"/>
                  </a:lnTo>
                  <a:lnTo>
                    <a:pt x="5810248" y="0"/>
                  </a:lnTo>
                  <a:lnTo>
                    <a:pt x="5867398" y="0"/>
                  </a:lnTo>
                  <a:lnTo>
                    <a:pt x="5867398" y="19068"/>
                  </a:lnTo>
                  <a:close/>
                </a:path>
                <a:path w="8792210" h="8609330">
                  <a:moveTo>
                    <a:pt x="5943598" y="19068"/>
                  </a:moveTo>
                  <a:lnTo>
                    <a:pt x="5886448" y="19068"/>
                  </a:lnTo>
                  <a:lnTo>
                    <a:pt x="5886448" y="0"/>
                  </a:lnTo>
                  <a:lnTo>
                    <a:pt x="5943598" y="0"/>
                  </a:lnTo>
                  <a:lnTo>
                    <a:pt x="5943598" y="19068"/>
                  </a:lnTo>
                  <a:close/>
                </a:path>
                <a:path w="8792210" h="8609330">
                  <a:moveTo>
                    <a:pt x="6019798" y="19068"/>
                  </a:moveTo>
                  <a:lnTo>
                    <a:pt x="5962648" y="19068"/>
                  </a:lnTo>
                  <a:lnTo>
                    <a:pt x="5962648" y="0"/>
                  </a:lnTo>
                  <a:lnTo>
                    <a:pt x="6019798" y="0"/>
                  </a:lnTo>
                  <a:lnTo>
                    <a:pt x="6019798" y="19068"/>
                  </a:lnTo>
                  <a:close/>
                </a:path>
                <a:path w="8792210" h="8609330">
                  <a:moveTo>
                    <a:pt x="6095998" y="19068"/>
                  </a:moveTo>
                  <a:lnTo>
                    <a:pt x="6038848" y="19068"/>
                  </a:lnTo>
                  <a:lnTo>
                    <a:pt x="6038848" y="0"/>
                  </a:lnTo>
                  <a:lnTo>
                    <a:pt x="6095998" y="0"/>
                  </a:lnTo>
                  <a:lnTo>
                    <a:pt x="6095998" y="19068"/>
                  </a:lnTo>
                  <a:close/>
                </a:path>
                <a:path w="8792210" h="8609330">
                  <a:moveTo>
                    <a:pt x="6172198" y="19068"/>
                  </a:moveTo>
                  <a:lnTo>
                    <a:pt x="6115048" y="19068"/>
                  </a:lnTo>
                  <a:lnTo>
                    <a:pt x="6115048" y="0"/>
                  </a:lnTo>
                  <a:lnTo>
                    <a:pt x="6172198" y="0"/>
                  </a:lnTo>
                  <a:lnTo>
                    <a:pt x="6172198" y="19068"/>
                  </a:lnTo>
                  <a:close/>
                </a:path>
                <a:path w="8792210" h="8609330">
                  <a:moveTo>
                    <a:pt x="6248398" y="19068"/>
                  </a:moveTo>
                  <a:lnTo>
                    <a:pt x="6191248" y="19068"/>
                  </a:lnTo>
                  <a:lnTo>
                    <a:pt x="6191248" y="0"/>
                  </a:lnTo>
                  <a:lnTo>
                    <a:pt x="6248398" y="0"/>
                  </a:lnTo>
                  <a:lnTo>
                    <a:pt x="6248398" y="19068"/>
                  </a:lnTo>
                  <a:close/>
                </a:path>
                <a:path w="8792210" h="8609330">
                  <a:moveTo>
                    <a:pt x="6324598" y="19068"/>
                  </a:moveTo>
                  <a:lnTo>
                    <a:pt x="6267448" y="19068"/>
                  </a:lnTo>
                  <a:lnTo>
                    <a:pt x="6267448" y="0"/>
                  </a:lnTo>
                  <a:lnTo>
                    <a:pt x="6324598" y="0"/>
                  </a:lnTo>
                  <a:lnTo>
                    <a:pt x="6324598" y="19068"/>
                  </a:lnTo>
                  <a:close/>
                </a:path>
                <a:path w="8792210" h="8609330">
                  <a:moveTo>
                    <a:pt x="6400798" y="19068"/>
                  </a:moveTo>
                  <a:lnTo>
                    <a:pt x="6343648" y="19068"/>
                  </a:lnTo>
                  <a:lnTo>
                    <a:pt x="6343648" y="0"/>
                  </a:lnTo>
                  <a:lnTo>
                    <a:pt x="6400798" y="0"/>
                  </a:lnTo>
                  <a:lnTo>
                    <a:pt x="6400798" y="19068"/>
                  </a:lnTo>
                  <a:close/>
                </a:path>
                <a:path w="8792210" h="8609330">
                  <a:moveTo>
                    <a:pt x="6476998" y="19068"/>
                  </a:moveTo>
                  <a:lnTo>
                    <a:pt x="6419848" y="19068"/>
                  </a:lnTo>
                  <a:lnTo>
                    <a:pt x="6419848" y="0"/>
                  </a:lnTo>
                  <a:lnTo>
                    <a:pt x="6476998" y="0"/>
                  </a:lnTo>
                  <a:lnTo>
                    <a:pt x="6476998" y="19068"/>
                  </a:lnTo>
                  <a:close/>
                </a:path>
                <a:path w="8792210" h="8609330">
                  <a:moveTo>
                    <a:pt x="6553198" y="19068"/>
                  </a:moveTo>
                  <a:lnTo>
                    <a:pt x="6496048" y="19068"/>
                  </a:lnTo>
                  <a:lnTo>
                    <a:pt x="6496048" y="0"/>
                  </a:lnTo>
                  <a:lnTo>
                    <a:pt x="6553198" y="0"/>
                  </a:lnTo>
                  <a:lnTo>
                    <a:pt x="6553198" y="19068"/>
                  </a:lnTo>
                  <a:close/>
                </a:path>
                <a:path w="8792210" h="8609330">
                  <a:moveTo>
                    <a:pt x="6629398" y="19068"/>
                  </a:moveTo>
                  <a:lnTo>
                    <a:pt x="6572248" y="19068"/>
                  </a:lnTo>
                  <a:lnTo>
                    <a:pt x="6572248" y="0"/>
                  </a:lnTo>
                  <a:lnTo>
                    <a:pt x="6629398" y="0"/>
                  </a:lnTo>
                  <a:lnTo>
                    <a:pt x="6629398" y="19068"/>
                  </a:lnTo>
                  <a:close/>
                </a:path>
                <a:path w="8792210" h="8609330">
                  <a:moveTo>
                    <a:pt x="6705598" y="19068"/>
                  </a:moveTo>
                  <a:lnTo>
                    <a:pt x="6648448" y="19068"/>
                  </a:lnTo>
                  <a:lnTo>
                    <a:pt x="6648448" y="0"/>
                  </a:lnTo>
                  <a:lnTo>
                    <a:pt x="6705598" y="0"/>
                  </a:lnTo>
                  <a:lnTo>
                    <a:pt x="6705598" y="19068"/>
                  </a:lnTo>
                  <a:close/>
                </a:path>
                <a:path w="8792210" h="8609330">
                  <a:moveTo>
                    <a:pt x="6781798" y="19068"/>
                  </a:moveTo>
                  <a:lnTo>
                    <a:pt x="6724648" y="19068"/>
                  </a:lnTo>
                  <a:lnTo>
                    <a:pt x="6724648" y="0"/>
                  </a:lnTo>
                  <a:lnTo>
                    <a:pt x="6781798" y="0"/>
                  </a:lnTo>
                  <a:lnTo>
                    <a:pt x="6781798" y="19068"/>
                  </a:lnTo>
                  <a:close/>
                </a:path>
                <a:path w="8792210" h="8609330">
                  <a:moveTo>
                    <a:pt x="6857998" y="19068"/>
                  </a:moveTo>
                  <a:lnTo>
                    <a:pt x="6800848" y="19068"/>
                  </a:lnTo>
                  <a:lnTo>
                    <a:pt x="6800848" y="0"/>
                  </a:lnTo>
                  <a:lnTo>
                    <a:pt x="6857998" y="0"/>
                  </a:lnTo>
                  <a:lnTo>
                    <a:pt x="6857998" y="19068"/>
                  </a:lnTo>
                  <a:close/>
                </a:path>
                <a:path w="8792210" h="8609330">
                  <a:moveTo>
                    <a:pt x="6934198" y="19068"/>
                  </a:moveTo>
                  <a:lnTo>
                    <a:pt x="6877048" y="19068"/>
                  </a:lnTo>
                  <a:lnTo>
                    <a:pt x="6877048" y="0"/>
                  </a:lnTo>
                  <a:lnTo>
                    <a:pt x="6934198" y="0"/>
                  </a:lnTo>
                  <a:lnTo>
                    <a:pt x="6934198" y="19068"/>
                  </a:lnTo>
                  <a:close/>
                </a:path>
                <a:path w="8792210" h="8609330">
                  <a:moveTo>
                    <a:pt x="7010398" y="19068"/>
                  </a:moveTo>
                  <a:lnTo>
                    <a:pt x="6953248" y="19068"/>
                  </a:lnTo>
                  <a:lnTo>
                    <a:pt x="6953248" y="0"/>
                  </a:lnTo>
                  <a:lnTo>
                    <a:pt x="7010398" y="0"/>
                  </a:lnTo>
                  <a:lnTo>
                    <a:pt x="7010398" y="19068"/>
                  </a:lnTo>
                  <a:close/>
                </a:path>
                <a:path w="8792210" h="8609330">
                  <a:moveTo>
                    <a:pt x="7086598" y="19068"/>
                  </a:moveTo>
                  <a:lnTo>
                    <a:pt x="7029448" y="19068"/>
                  </a:lnTo>
                  <a:lnTo>
                    <a:pt x="7029448" y="0"/>
                  </a:lnTo>
                  <a:lnTo>
                    <a:pt x="7086598" y="0"/>
                  </a:lnTo>
                  <a:lnTo>
                    <a:pt x="7086598" y="19068"/>
                  </a:lnTo>
                  <a:close/>
                </a:path>
                <a:path w="8792210" h="8609330">
                  <a:moveTo>
                    <a:pt x="7162798" y="19068"/>
                  </a:moveTo>
                  <a:lnTo>
                    <a:pt x="7105648" y="19068"/>
                  </a:lnTo>
                  <a:lnTo>
                    <a:pt x="7105648" y="0"/>
                  </a:lnTo>
                  <a:lnTo>
                    <a:pt x="7162798" y="0"/>
                  </a:lnTo>
                  <a:lnTo>
                    <a:pt x="7162798" y="19068"/>
                  </a:lnTo>
                  <a:close/>
                </a:path>
                <a:path w="8792210" h="8609330">
                  <a:moveTo>
                    <a:pt x="7238998" y="19068"/>
                  </a:moveTo>
                  <a:lnTo>
                    <a:pt x="7181848" y="19068"/>
                  </a:lnTo>
                  <a:lnTo>
                    <a:pt x="7181848" y="0"/>
                  </a:lnTo>
                  <a:lnTo>
                    <a:pt x="7238998" y="0"/>
                  </a:lnTo>
                  <a:lnTo>
                    <a:pt x="7238998" y="19068"/>
                  </a:lnTo>
                  <a:close/>
                </a:path>
                <a:path w="8792210" h="8609330">
                  <a:moveTo>
                    <a:pt x="7315198" y="19068"/>
                  </a:moveTo>
                  <a:lnTo>
                    <a:pt x="7258048" y="19068"/>
                  </a:lnTo>
                  <a:lnTo>
                    <a:pt x="7258048" y="0"/>
                  </a:lnTo>
                  <a:lnTo>
                    <a:pt x="7315198" y="0"/>
                  </a:lnTo>
                  <a:lnTo>
                    <a:pt x="7315198" y="19068"/>
                  </a:lnTo>
                  <a:close/>
                </a:path>
                <a:path w="8792210" h="8609330">
                  <a:moveTo>
                    <a:pt x="7391398" y="19068"/>
                  </a:moveTo>
                  <a:lnTo>
                    <a:pt x="7334248" y="19068"/>
                  </a:lnTo>
                  <a:lnTo>
                    <a:pt x="7334248" y="0"/>
                  </a:lnTo>
                  <a:lnTo>
                    <a:pt x="7391398" y="0"/>
                  </a:lnTo>
                  <a:lnTo>
                    <a:pt x="7391398" y="19068"/>
                  </a:lnTo>
                  <a:close/>
                </a:path>
                <a:path w="8792210" h="8609330">
                  <a:moveTo>
                    <a:pt x="7467598" y="19068"/>
                  </a:moveTo>
                  <a:lnTo>
                    <a:pt x="7410448" y="19068"/>
                  </a:lnTo>
                  <a:lnTo>
                    <a:pt x="7410448" y="0"/>
                  </a:lnTo>
                  <a:lnTo>
                    <a:pt x="7467598" y="0"/>
                  </a:lnTo>
                  <a:lnTo>
                    <a:pt x="7467598" y="19068"/>
                  </a:lnTo>
                  <a:close/>
                </a:path>
                <a:path w="8792210" h="8609330">
                  <a:moveTo>
                    <a:pt x="7543798" y="19068"/>
                  </a:moveTo>
                  <a:lnTo>
                    <a:pt x="7486648" y="19068"/>
                  </a:lnTo>
                  <a:lnTo>
                    <a:pt x="7486648" y="0"/>
                  </a:lnTo>
                  <a:lnTo>
                    <a:pt x="7543798" y="0"/>
                  </a:lnTo>
                  <a:lnTo>
                    <a:pt x="7543798" y="19068"/>
                  </a:lnTo>
                  <a:close/>
                </a:path>
                <a:path w="8792210" h="8609330">
                  <a:moveTo>
                    <a:pt x="7619998" y="19068"/>
                  </a:moveTo>
                  <a:lnTo>
                    <a:pt x="7562848" y="19068"/>
                  </a:lnTo>
                  <a:lnTo>
                    <a:pt x="7562848" y="0"/>
                  </a:lnTo>
                  <a:lnTo>
                    <a:pt x="7619998" y="0"/>
                  </a:lnTo>
                  <a:lnTo>
                    <a:pt x="7619998" y="19068"/>
                  </a:lnTo>
                  <a:close/>
                </a:path>
                <a:path w="8792210" h="8609330">
                  <a:moveTo>
                    <a:pt x="7696198" y="19068"/>
                  </a:moveTo>
                  <a:lnTo>
                    <a:pt x="7639048" y="19068"/>
                  </a:lnTo>
                  <a:lnTo>
                    <a:pt x="7639048" y="0"/>
                  </a:lnTo>
                  <a:lnTo>
                    <a:pt x="7696198" y="0"/>
                  </a:lnTo>
                  <a:lnTo>
                    <a:pt x="7696198" y="19068"/>
                  </a:lnTo>
                  <a:close/>
                </a:path>
                <a:path w="8792210" h="8609330">
                  <a:moveTo>
                    <a:pt x="7772398" y="19068"/>
                  </a:moveTo>
                  <a:lnTo>
                    <a:pt x="7715248" y="19068"/>
                  </a:lnTo>
                  <a:lnTo>
                    <a:pt x="7715248" y="0"/>
                  </a:lnTo>
                  <a:lnTo>
                    <a:pt x="7772398" y="0"/>
                  </a:lnTo>
                  <a:lnTo>
                    <a:pt x="7772398" y="19068"/>
                  </a:lnTo>
                  <a:close/>
                </a:path>
                <a:path w="8792210" h="8609330">
                  <a:moveTo>
                    <a:pt x="7848598" y="19068"/>
                  </a:moveTo>
                  <a:lnTo>
                    <a:pt x="7791448" y="19068"/>
                  </a:lnTo>
                  <a:lnTo>
                    <a:pt x="7791448" y="0"/>
                  </a:lnTo>
                  <a:lnTo>
                    <a:pt x="7848598" y="0"/>
                  </a:lnTo>
                  <a:lnTo>
                    <a:pt x="7848598" y="19068"/>
                  </a:lnTo>
                  <a:close/>
                </a:path>
                <a:path w="8792210" h="8609330">
                  <a:moveTo>
                    <a:pt x="7924798" y="19068"/>
                  </a:moveTo>
                  <a:lnTo>
                    <a:pt x="7867648" y="19068"/>
                  </a:lnTo>
                  <a:lnTo>
                    <a:pt x="7867648" y="0"/>
                  </a:lnTo>
                  <a:lnTo>
                    <a:pt x="7924798" y="0"/>
                  </a:lnTo>
                  <a:lnTo>
                    <a:pt x="7924798" y="19068"/>
                  </a:lnTo>
                  <a:close/>
                </a:path>
                <a:path w="8792210" h="8609330">
                  <a:moveTo>
                    <a:pt x="8000998" y="19068"/>
                  </a:moveTo>
                  <a:lnTo>
                    <a:pt x="7943848" y="19068"/>
                  </a:lnTo>
                  <a:lnTo>
                    <a:pt x="7943848" y="0"/>
                  </a:lnTo>
                  <a:lnTo>
                    <a:pt x="8000998" y="0"/>
                  </a:lnTo>
                  <a:lnTo>
                    <a:pt x="8000998" y="19068"/>
                  </a:lnTo>
                  <a:close/>
                </a:path>
                <a:path w="8792210" h="8609330">
                  <a:moveTo>
                    <a:pt x="8077198" y="19068"/>
                  </a:moveTo>
                  <a:lnTo>
                    <a:pt x="8020048" y="19068"/>
                  </a:lnTo>
                  <a:lnTo>
                    <a:pt x="8020048" y="0"/>
                  </a:lnTo>
                  <a:lnTo>
                    <a:pt x="8077198" y="0"/>
                  </a:lnTo>
                  <a:lnTo>
                    <a:pt x="8077198" y="19068"/>
                  </a:lnTo>
                  <a:close/>
                </a:path>
                <a:path w="8792210" h="8609330">
                  <a:moveTo>
                    <a:pt x="8153398" y="19068"/>
                  </a:moveTo>
                  <a:lnTo>
                    <a:pt x="8096248" y="19068"/>
                  </a:lnTo>
                  <a:lnTo>
                    <a:pt x="8096248" y="0"/>
                  </a:lnTo>
                  <a:lnTo>
                    <a:pt x="8153398" y="0"/>
                  </a:lnTo>
                  <a:lnTo>
                    <a:pt x="8153398" y="19068"/>
                  </a:lnTo>
                  <a:close/>
                </a:path>
                <a:path w="8792210" h="8609330">
                  <a:moveTo>
                    <a:pt x="8229598" y="19068"/>
                  </a:moveTo>
                  <a:lnTo>
                    <a:pt x="8172448" y="19068"/>
                  </a:lnTo>
                  <a:lnTo>
                    <a:pt x="8172448" y="0"/>
                  </a:lnTo>
                  <a:lnTo>
                    <a:pt x="8229598" y="0"/>
                  </a:lnTo>
                  <a:lnTo>
                    <a:pt x="8229598" y="19068"/>
                  </a:lnTo>
                  <a:close/>
                </a:path>
                <a:path w="8792210" h="8609330">
                  <a:moveTo>
                    <a:pt x="8305798" y="19068"/>
                  </a:moveTo>
                  <a:lnTo>
                    <a:pt x="8248648" y="19068"/>
                  </a:lnTo>
                  <a:lnTo>
                    <a:pt x="8248648" y="0"/>
                  </a:lnTo>
                  <a:lnTo>
                    <a:pt x="8305798" y="0"/>
                  </a:lnTo>
                  <a:lnTo>
                    <a:pt x="8305798" y="19068"/>
                  </a:lnTo>
                  <a:close/>
                </a:path>
                <a:path w="8792210" h="8609330">
                  <a:moveTo>
                    <a:pt x="8381998" y="19068"/>
                  </a:moveTo>
                  <a:lnTo>
                    <a:pt x="8324848" y="19068"/>
                  </a:lnTo>
                  <a:lnTo>
                    <a:pt x="8324848" y="0"/>
                  </a:lnTo>
                  <a:lnTo>
                    <a:pt x="8381998" y="0"/>
                  </a:lnTo>
                  <a:lnTo>
                    <a:pt x="8381998" y="19068"/>
                  </a:lnTo>
                  <a:close/>
                </a:path>
                <a:path w="8792210" h="8609330">
                  <a:moveTo>
                    <a:pt x="8458198" y="19068"/>
                  </a:moveTo>
                  <a:lnTo>
                    <a:pt x="8401048" y="19068"/>
                  </a:lnTo>
                  <a:lnTo>
                    <a:pt x="8401048" y="0"/>
                  </a:lnTo>
                  <a:lnTo>
                    <a:pt x="8458198" y="0"/>
                  </a:lnTo>
                  <a:lnTo>
                    <a:pt x="8458198" y="19068"/>
                  </a:lnTo>
                  <a:close/>
                </a:path>
                <a:path w="8792210" h="8609330">
                  <a:moveTo>
                    <a:pt x="8534398" y="19068"/>
                  </a:moveTo>
                  <a:lnTo>
                    <a:pt x="8477248" y="19068"/>
                  </a:lnTo>
                  <a:lnTo>
                    <a:pt x="8477248" y="0"/>
                  </a:lnTo>
                  <a:lnTo>
                    <a:pt x="8534398" y="0"/>
                  </a:lnTo>
                  <a:lnTo>
                    <a:pt x="8534398" y="19068"/>
                  </a:lnTo>
                  <a:close/>
                </a:path>
                <a:path w="8792210" h="8609330">
                  <a:moveTo>
                    <a:pt x="8610598" y="19068"/>
                  </a:moveTo>
                  <a:lnTo>
                    <a:pt x="8553448" y="19068"/>
                  </a:lnTo>
                  <a:lnTo>
                    <a:pt x="8553448" y="0"/>
                  </a:lnTo>
                  <a:lnTo>
                    <a:pt x="8610598" y="0"/>
                  </a:lnTo>
                  <a:lnTo>
                    <a:pt x="8610598" y="19068"/>
                  </a:lnTo>
                  <a:close/>
                </a:path>
                <a:path w="8792210" h="8609330">
                  <a:moveTo>
                    <a:pt x="8686798" y="19068"/>
                  </a:moveTo>
                  <a:lnTo>
                    <a:pt x="8629648" y="19068"/>
                  </a:lnTo>
                  <a:lnTo>
                    <a:pt x="8629648" y="0"/>
                  </a:lnTo>
                  <a:lnTo>
                    <a:pt x="8686798" y="0"/>
                  </a:lnTo>
                  <a:lnTo>
                    <a:pt x="8686798" y="19068"/>
                  </a:lnTo>
                  <a:close/>
                </a:path>
                <a:path w="8792210" h="8609330">
                  <a:moveTo>
                    <a:pt x="8745632" y="37172"/>
                  </a:moveTo>
                  <a:lnTo>
                    <a:pt x="8736267" y="30321"/>
                  </a:lnTo>
                  <a:lnTo>
                    <a:pt x="8726213" y="25086"/>
                  </a:lnTo>
                  <a:lnTo>
                    <a:pt x="8715472" y="21465"/>
                  </a:lnTo>
                  <a:lnTo>
                    <a:pt x="8704043" y="19459"/>
                  </a:lnTo>
                  <a:lnTo>
                    <a:pt x="8705836" y="1847"/>
                  </a:lnTo>
                  <a:lnTo>
                    <a:pt x="8705928" y="944"/>
                  </a:lnTo>
                  <a:lnTo>
                    <a:pt x="8715047" y="1847"/>
                  </a:lnTo>
                  <a:lnTo>
                    <a:pt x="8732829" y="7250"/>
                  </a:lnTo>
                  <a:lnTo>
                    <a:pt x="8749223" y="16003"/>
                  </a:lnTo>
                  <a:lnTo>
                    <a:pt x="8757701" y="22953"/>
                  </a:lnTo>
                  <a:lnTo>
                    <a:pt x="8745632" y="37172"/>
                  </a:lnTo>
                  <a:close/>
                </a:path>
                <a:path w="8792210" h="8609330">
                  <a:moveTo>
                    <a:pt x="8772378" y="90566"/>
                  </a:moveTo>
                  <a:lnTo>
                    <a:pt x="8770828" y="79065"/>
                  </a:lnTo>
                  <a:lnTo>
                    <a:pt x="8767637" y="68188"/>
                  </a:lnTo>
                  <a:lnTo>
                    <a:pt x="8762804" y="57933"/>
                  </a:lnTo>
                  <a:lnTo>
                    <a:pt x="8756330" y="48302"/>
                  </a:lnTo>
                  <a:lnTo>
                    <a:pt x="8771028" y="36798"/>
                  </a:lnTo>
                  <a:lnTo>
                    <a:pt x="8775626" y="42405"/>
                  </a:lnTo>
                  <a:lnTo>
                    <a:pt x="8784378" y="58799"/>
                  </a:lnTo>
                  <a:lnTo>
                    <a:pt x="8789781" y="76580"/>
                  </a:lnTo>
                  <a:lnTo>
                    <a:pt x="8791050" y="89412"/>
                  </a:lnTo>
                  <a:lnTo>
                    <a:pt x="8772378" y="90566"/>
                  </a:lnTo>
                  <a:close/>
                </a:path>
                <a:path w="8792210" h="8609330">
                  <a:moveTo>
                    <a:pt x="8791628" y="165683"/>
                  </a:moveTo>
                  <a:lnTo>
                    <a:pt x="8772523" y="165683"/>
                  </a:lnTo>
                  <a:lnTo>
                    <a:pt x="8772523" y="108533"/>
                  </a:lnTo>
                  <a:lnTo>
                    <a:pt x="8791628" y="108533"/>
                  </a:lnTo>
                  <a:lnTo>
                    <a:pt x="8791628" y="165683"/>
                  </a:lnTo>
                  <a:close/>
                </a:path>
                <a:path w="8792210" h="8609330">
                  <a:moveTo>
                    <a:pt x="8791628" y="241883"/>
                  </a:moveTo>
                  <a:lnTo>
                    <a:pt x="8772523" y="241883"/>
                  </a:lnTo>
                  <a:lnTo>
                    <a:pt x="8772523" y="184733"/>
                  </a:lnTo>
                  <a:lnTo>
                    <a:pt x="8791628" y="184733"/>
                  </a:lnTo>
                  <a:lnTo>
                    <a:pt x="8791628" y="241883"/>
                  </a:lnTo>
                  <a:close/>
                </a:path>
                <a:path w="8792210" h="8609330">
                  <a:moveTo>
                    <a:pt x="8791628" y="318083"/>
                  </a:moveTo>
                  <a:lnTo>
                    <a:pt x="8772523" y="318083"/>
                  </a:lnTo>
                  <a:lnTo>
                    <a:pt x="8772523" y="260933"/>
                  </a:lnTo>
                  <a:lnTo>
                    <a:pt x="8791628" y="260933"/>
                  </a:lnTo>
                  <a:lnTo>
                    <a:pt x="8791628" y="318083"/>
                  </a:lnTo>
                  <a:close/>
                </a:path>
                <a:path w="8792210" h="8609330">
                  <a:moveTo>
                    <a:pt x="8791628" y="394283"/>
                  </a:moveTo>
                  <a:lnTo>
                    <a:pt x="8772523" y="394283"/>
                  </a:lnTo>
                  <a:lnTo>
                    <a:pt x="8772523" y="337133"/>
                  </a:lnTo>
                  <a:lnTo>
                    <a:pt x="8791628" y="337133"/>
                  </a:lnTo>
                  <a:lnTo>
                    <a:pt x="8791628" y="394283"/>
                  </a:lnTo>
                  <a:close/>
                </a:path>
                <a:path w="8792210" h="8609330">
                  <a:moveTo>
                    <a:pt x="8791628" y="470483"/>
                  </a:moveTo>
                  <a:lnTo>
                    <a:pt x="8772523" y="470483"/>
                  </a:lnTo>
                  <a:lnTo>
                    <a:pt x="8772523" y="413333"/>
                  </a:lnTo>
                  <a:lnTo>
                    <a:pt x="8791628" y="413333"/>
                  </a:lnTo>
                  <a:lnTo>
                    <a:pt x="8791628" y="470483"/>
                  </a:lnTo>
                  <a:close/>
                </a:path>
                <a:path w="8792210" h="8609330">
                  <a:moveTo>
                    <a:pt x="8791628" y="546683"/>
                  </a:moveTo>
                  <a:lnTo>
                    <a:pt x="8772523" y="546683"/>
                  </a:lnTo>
                  <a:lnTo>
                    <a:pt x="8772523" y="489533"/>
                  </a:lnTo>
                  <a:lnTo>
                    <a:pt x="8791628" y="489533"/>
                  </a:lnTo>
                  <a:lnTo>
                    <a:pt x="8791628" y="546683"/>
                  </a:lnTo>
                  <a:close/>
                </a:path>
                <a:path w="8792210" h="8609330">
                  <a:moveTo>
                    <a:pt x="8791628" y="622883"/>
                  </a:moveTo>
                  <a:lnTo>
                    <a:pt x="8772523" y="622883"/>
                  </a:lnTo>
                  <a:lnTo>
                    <a:pt x="8772523" y="565733"/>
                  </a:lnTo>
                  <a:lnTo>
                    <a:pt x="8791628" y="565733"/>
                  </a:lnTo>
                  <a:lnTo>
                    <a:pt x="8791628" y="622883"/>
                  </a:lnTo>
                  <a:close/>
                </a:path>
                <a:path w="8792210" h="8609330">
                  <a:moveTo>
                    <a:pt x="8791628" y="699083"/>
                  </a:moveTo>
                  <a:lnTo>
                    <a:pt x="8772523" y="699083"/>
                  </a:lnTo>
                  <a:lnTo>
                    <a:pt x="8772523" y="641933"/>
                  </a:lnTo>
                  <a:lnTo>
                    <a:pt x="8791628" y="641933"/>
                  </a:lnTo>
                  <a:lnTo>
                    <a:pt x="8791628" y="699083"/>
                  </a:lnTo>
                  <a:close/>
                </a:path>
                <a:path w="8792210" h="8609330">
                  <a:moveTo>
                    <a:pt x="8791628" y="775283"/>
                  </a:moveTo>
                  <a:lnTo>
                    <a:pt x="8772523" y="775283"/>
                  </a:lnTo>
                  <a:lnTo>
                    <a:pt x="8772523" y="718133"/>
                  </a:lnTo>
                  <a:lnTo>
                    <a:pt x="8791628" y="718133"/>
                  </a:lnTo>
                  <a:lnTo>
                    <a:pt x="8791628" y="775283"/>
                  </a:lnTo>
                  <a:close/>
                </a:path>
                <a:path w="8792210" h="8609330">
                  <a:moveTo>
                    <a:pt x="8791628" y="851483"/>
                  </a:moveTo>
                  <a:lnTo>
                    <a:pt x="8772523" y="851483"/>
                  </a:lnTo>
                  <a:lnTo>
                    <a:pt x="8772523" y="794333"/>
                  </a:lnTo>
                  <a:lnTo>
                    <a:pt x="8791628" y="794333"/>
                  </a:lnTo>
                  <a:lnTo>
                    <a:pt x="8791628" y="851483"/>
                  </a:lnTo>
                  <a:close/>
                </a:path>
                <a:path w="8792210" h="8609330">
                  <a:moveTo>
                    <a:pt x="8791628" y="927683"/>
                  </a:moveTo>
                  <a:lnTo>
                    <a:pt x="8772523" y="927683"/>
                  </a:lnTo>
                  <a:lnTo>
                    <a:pt x="8772523" y="870533"/>
                  </a:lnTo>
                  <a:lnTo>
                    <a:pt x="8791628" y="870533"/>
                  </a:lnTo>
                  <a:lnTo>
                    <a:pt x="8791628" y="927683"/>
                  </a:lnTo>
                  <a:close/>
                </a:path>
                <a:path w="8792210" h="8609330">
                  <a:moveTo>
                    <a:pt x="8791628" y="1003883"/>
                  </a:moveTo>
                  <a:lnTo>
                    <a:pt x="8772523" y="1003883"/>
                  </a:lnTo>
                  <a:lnTo>
                    <a:pt x="8772523" y="946733"/>
                  </a:lnTo>
                  <a:lnTo>
                    <a:pt x="8791628" y="946733"/>
                  </a:lnTo>
                  <a:lnTo>
                    <a:pt x="8791628" y="1003883"/>
                  </a:lnTo>
                  <a:close/>
                </a:path>
                <a:path w="8792210" h="8609330">
                  <a:moveTo>
                    <a:pt x="8791628" y="1080083"/>
                  </a:moveTo>
                  <a:lnTo>
                    <a:pt x="8772523" y="1080083"/>
                  </a:lnTo>
                  <a:lnTo>
                    <a:pt x="8772523" y="1022933"/>
                  </a:lnTo>
                  <a:lnTo>
                    <a:pt x="8791628" y="1022933"/>
                  </a:lnTo>
                  <a:lnTo>
                    <a:pt x="8791628" y="1080083"/>
                  </a:lnTo>
                  <a:close/>
                </a:path>
                <a:path w="8792210" h="8609330">
                  <a:moveTo>
                    <a:pt x="8791628" y="1156283"/>
                  </a:moveTo>
                  <a:lnTo>
                    <a:pt x="8772523" y="1156283"/>
                  </a:lnTo>
                  <a:lnTo>
                    <a:pt x="8772523" y="1099133"/>
                  </a:lnTo>
                  <a:lnTo>
                    <a:pt x="8791628" y="1099133"/>
                  </a:lnTo>
                  <a:lnTo>
                    <a:pt x="8791628" y="1156283"/>
                  </a:lnTo>
                  <a:close/>
                </a:path>
                <a:path w="8792210" h="8609330">
                  <a:moveTo>
                    <a:pt x="8791628" y="1232483"/>
                  </a:moveTo>
                  <a:lnTo>
                    <a:pt x="8772523" y="1232483"/>
                  </a:lnTo>
                  <a:lnTo>
                    <a:pt x="8772523" y="1175333"/>
                  </a:lnTo>
                  <a:lnTo>
                    <a:pt x="8791628" y="1175333"/>
                  </a:lnTo>
                  <a:lnTo>
                    <a:pt x="8791628" y="1232483"/>
                  </a:lnTo>
                  <a:close/>
                </a:path>
                <a:path w="8792210" h="8609330">
                  <a:moveTo>
                    <a:pt x="8791628" y="1308683"/>
                  </a:moveTo>
                  <a:lnTo>
                    <a:pt x="8772523" y="1308683"/>
                  </a:lnTo>
                  <a:lnTo>
                    <a:pt x="8772523" y="1251533"/>
                  </a:lnTo>
                  <a:lnTo>
                    <a:pt x="8791628" y="1251533"/>
                  </a:lnTo>
                  <a:lnTo>
                    <a:pt x="8791628" y="1308683"/>
                  </a:lnTo>
                  <a:close/>
                </a:path>
                <a:path w="8792210" h="8609330">
                  <a:moveTo>
                    <a:pt x="8791628" y="1384883"/>
                  </a:moveTo>
                  <a:lnTo>
                    <a:pt x="8772523" y="1384883"/>
                  </a:lnTo>
                  <a:lnTo>
                    <a:pt x="8772523" y="1327733"/>
                  </a:lnTo>
                  <a:lnTo>
                    <a:pt x="8791628" y="1327733"/>
                  </a:lnTo>
                  <a:lnTo>
                    <a:pt x="8791628" y="1384883"/>
                  </a:lnTo>
                  <a:close/>
                </a:path>
                <a:path w="8792210" h="8609330">
                  <a:moveTo>
                    <a:pt x="8791628" y="1461083"/>
                  </a:moveTo>
                  <a:lnTo>
                    <a:pt x="8772523" y="1461083"/>
                  </a:lnTo>
                  <a:lnTo>
                    <a:pt x="8772523" y="1403933"/>
                  </a:lnTo>
                  <a:lnTo>
                    <a:pt x="8791628" y="1403933"/>
                  </a:lnTo>
                  <a:lnTo>
                    <a:pt x="8791628" y="1461083"/>
                  </a:lnTo>
                  <a:close/>
                </a:path>
                <a:path w="8792210" h="8609330">
                  <a:moveTo>
                    <a:pt x="8791628" y="1537283"/>
                  </a:moveTo>
                  <a:lnTo>
                    <a:pt x="8772523" y="1537283"/>
                  </a:lnTo>
                  <a:lnTo>
                    <a:pt x="8772523" y="1480133"/>
                  </a:lnTo>
                  <a:lnTo>
                    <a:pt x="8791628" y="1480133"/>
                  </a:lnTo>
                  <a:lnTo>
                    <a:pt x="8791628" y="1537283"/>
                  </a:lnTo>
                  <a:close/>
                </a:path>
                <a:path w="8792210" h="8609330">
                  <a:moveTo>
                    <a:pt x="8791628" y="1613483"/>
                  </a:moveTo>
                  <a:lnTo>
                    <a:pt x="8772523" y="1613483"/>
                  </a:lnTo>
                  <a:lnTo>
                    <a:pt x="8772523" y="1556333"/>
                  </a:lnTo>
                  <a:lnTo>
                    <a:pt x="8791628" y="1556333"/>
                  </a:lnTo>
                  <a:lnTo>
                    <a:pt x="8791628" y="1613483"/>
                  </a:lnTo>
                  <a:close/>
                </a:path>
                <a:path w="8792210" h="8609330">
                  <a:moveTo>
                    <a:pt x="8791628" y="1689683"/>
                  </a:moveTo>
                  <a:lnTo>
                    <a:pt x="8772523" y="1689683"/>
                  </a:lnTo>
                  <a:lnTo>
                    <a:pt x="8772523" y="1632533"/>
                  </a:lnTo>
                  <a:lnTo>
                    <a:pt x="8791628" y="1632533"/>
                  </a:lnTo>
                  <a:lnTo>
                    <a:pt x="8791628" y="1689683"/>
                  </a:lnTo>
                  <a:close/>
                </a:path>
                <a:path w="8792210" h="8609330">
                  <a:moveTo>
                    <a:pt x="8791628" y="1765883"/>
                  </a:moveTo>
                  <a:lnTo>
                    <a:pt x="8772523" y="1765883"/>
                  </a:lnTo>
                  <a:lnTo>
                    <a:pt x="8772523" y="1708733"/>
                  </a:lnTo>
                  <a:lnTo>
                    <a:pt x="8791628" y="1708733"/>
                  </a:lnTo>
                  <a:lnTo>
                    <a:pt x="8791628" y="1765883"/>
                  </a:lnTo>
                  <a:close/>
                </a:path>
                <a:path w="8792210" h="8609330">
                  <a:moveTo>
                    <a:pt x="8791628" y="1842083"/>
                  </a:moveTo>
                  <a:lnTo>
                    <a:pt x="8772523" y="1842083"/>
                  </a:lnTo>
                  <a:lnTo>
                    <a:pt x="8772523" y="1784933"/>
                  </a:lnTo>
                  <a:lnTo>
                    <a:pt x="8791628" y="1784933"/>
                  </a:lnTo>
                  <a:lnTo>
                    <a:pt x="8791628" y="1842083"/>
                  </a:lnTo>
                  <a:close/>
                </a:path>
                <a:path w="8792210" h="8609330">
                  <a:moveTo>
                    <a:pt x="8791628" y="1918283"/>
                  </a:moveTo>
                  <a:lnTo>
                    <a:pt x="8772523" y="1918283"/>
                  </a:lnTo>
                  <a:lnTo>
                    <a:pt x="8772523" y="1861133"/>
                  </a:lnTo>
                  <a:lnTo>
                    <a:pt x="8791628" y="1861133"/>
                  </a:lnTo>
                  <a:lnTo>
                    <a:pt x="8791628" y="1918283"/>
                  </a:lnTo>
                  <a:close/>
                </a:path>
                <a:path w="8792210" h="8609330">
                  <a:moveTo>
                    <a:pt x="8791628" y="1994483"/>
                  </a:moveTo>
                  <a:lnTo>
                    <a:pt x="8772523" y="1994483"/>
                  </a:lnTo>
                  <a:lnTo>
                    <a:pt x="8772523" y="1937333"/>
                  </a:lnTo>
                  <a:lnTo>
                    <a:pt x="8791628" y="1937333"/>
                  </a:lnTo>
                  <a:lnTo>
                    <a:pt x="8791628" y="1994483"/>
                  </a:lnTo>
                  <a:close/>
                </a:path>
                <a:path w="8792210" h="8609330">
                  <a:moveTo>
                    <a:pt x="8791628" y="2070683"/>
                  </a:moveTo>
                  <a:lnTo>
                    <a:pt x="8772523" y="2070683"/>
                  </a:lnTo>
                  <a:lnTo>
                    <a:pt x="8772523" y="2013533"/>
                  </a:lnTo>
                  <a:lnTo>
                    <a:pt x="8791628" y="2013533"/>
                  </a:lnTo>
                  <a:lnTo>
                    <a:pt x="8791628" y="2070683"/>
                  </a:lnTo>
                  <a:close/>
                </a:path>
                <a:path w="8792210" h="8609330">
                  <a:moveTo>
                    <a:pt x="8791628" y="2146883"/>
                  </a:moveTo>
                  <a:lnTo>
                    <a:pt x="8772523" y="2146883"/>
                  </a:lnTo>
                  <a:lnTo>
                    <a:pt x="8772523" y="2089733"/>
                  </a:lnTo>
                  <a:lnTo>
                    <a:pt x="8791628" y="2089733"/>
                  </a:lnTo>
                  <a:lnTo>
                    <a:pt x="8791628" y="2146883"/>
                  </a:lnTo>
                  <a:close/>
                </a:path>
                <a:path w="8792210" h="8609330">
                  <a:moveTo>
                    <a:pt x="8791628" y="2223083"/>
                  </a:moveTo>
                  <a:lnTo>
                    <a:pt x="8772523" y="2223083"/>
                  </a:lnTo>
                  <a:lnTo>
                    <a:pt x="8772523" y="2165933"/>
                  </a:lnTo>
                  <a:lnTo>
                    <a:pt x="8791628" y="2165933"/>
                  </a:lnTo>
                  <a:lnTo>
                    <a:pt x="8791628" y="2223083"/>
                  </a:lnTo>
                  <a:close/>
                </a:path>
                <a:path w="8792210" h="8609330">
                  <a:moveTo>
                    <a:pt x="8791628" y="2299283"/>
                  </a:moveTo>
                  <a:lnTo>
                    <a:pt x="8772523" y="2299283"/>
                  </a:lnTo>
                  <a:lnTo>
                    <a:pt x="8772523" y="2242133"/>
                  </a:lnTo>
                  <a:lnTo>
                    <a:pt x="8791628" y="2242133"/>
                  </a:lnTo>
                  <a:lnTo>
                    <a:pt x="8791628" y="2299283"/>
                  </a:lnTo>
                  <a:close/>
                </a:path>
                <a:path w="8792210" h="8609330">
                  <a:moveTo>
                    <a:pt x="8791628" y="2375483"/>
                  </a:moveTo>
                  <a:lnTo>
                    <a:pt x="8772523" y="2375483"/>
                  </a:lnTo>
                  <a:lnTo>
                    <a:pt x="8772523" y="2318333"/>
                  </a:lnTo>
                  <a:lnTo>
                    <a:pt x="8791628" y="2318333"/>
                  </a:lnTo>
                  <a:lnTo>
                    <a:pt x="8791628" y="2375483"/>
                  </a:lnTo>
                  <a:close/>
                </a:path>
                <a:path w="8792210" h="8609330">
                  <a:moveTo>
                    <a:pt x="8791628" y="2451683"/>
                  </a:moveTo>
                  <a:lnTo>
                    <a:pt x="8772523" y="2451683"/>
                  </a:lnTo>
                  <a:lnTo>
                    <a:pt x="8772523" y="2394533"/>
                  </a:lnTo>
                  <a:lnTo>
                    <a:pt x="8791628" y="2394533"/>
                  </a:lnTo>
                  <a:lnTo>
                    <a:pt x="8791628" y="2451683"/>
                  </a:lnTo>
                  <a:close/>
                </a:path>
                <a:path w="8792210" h="8609330">
                  <a:moveTo>
                    <a:pt x="8791628" y="2527883"/>
                  </a:moveTo>
                  <a:lnTo>
                    <a:pt x="8772523" y="2527883"/>
                  </a:lnTo>
                  <a:lnTo>
                    <a:pt x="8772523" y="2470733"/>
                  </a:lnTo>
                  <a:lnTo>
                    <a:pt x="8791628" y="2470733"/>
                  </a:lnTo>
                  <a:lnTo>
                    <a:pt x="8791628" y="2527883"/>
                  </a:lnTo>
                  <a:close/>
                </a:path>
                <a:path w="8792210" h="8609330">
                  <a:moveTo>
                    <a:pt x="8791628" y="2604083"/>
                  </a:moveTo>
                  <a:lnTo>
                    <a:pt x="8772523" y="2604083"/>
                  </a:lnTo>
                  <a:lnTo>
                    <a:pt x="8772523" y="2546933"/>
                  </a:lnTo>
                  <a:lnTo>
                    <a:pt x="8791628" y="2546933"/>
                  </a:lnTo>
                  <a:lnTo>
                    <a:pt x="8791628" y="2604083"/>
                  </a:lnTo>
                  <a:close/>
                </a:path>
                <a:path w="8792210" h="8609330">
                  <a:moveTo>
                    <a:pt x="8791628" y="2680283"/>
                  </a:moveTo>
                  <a:lnTo>
                    <a:pt x="8772523" y="2680283"/>
                  </a:lnTo>
                  <a:lnTo>
                    <a:pt x="8772523" y="2623133"/>
                  </a:lnTo>
                  <a:lnTo>
                    <a:pt x="8791628" y="2623133"/>
                  </a:lnTo>
                  <a:lnTo>
                    <a:pt x="8791628" y="2680283"/>
                  </a:lnTo>
                  <a:close/>
                </a:path>
                <a:path w="8792210" h="8609330">
                  <a:moveTo>
                    <a:pt x="8791628" y="2756483"/>
                  </a:moveTo>
                  <a:lnTo>
                    <a:pt x="8772523" y="2756483"/>
                  </a:lnTo>
                  <a:lnTo>
                    <a:pt x="8772523" y="2699333"/>
                  </a:lnTo>
                  <a:lnTo>
                    <a:pt x="8791628" y="2699333"/>
                  </a:lnTo>
                  <a:lnTo>
                    <a:pt x="8791628" y="2756483"/>
                  </a:lnTo>
                  <a:close/>
                </a:path>
                <a:path w="8792210" h="8609330">
                  <a:moveTo>
                    <a:pt x="8791628" y="2832683"/>
                  </a:moveTo>
                  <a:lnTo>
                    <a:pt x="8772523" y="2832683"/>
                  </a:lnTo>
                  <a:lnTo>
                    <a:pt x="8772523" y="2775533"/>
                  </a:lnTo>
                  <a:lnTo>
                    <a:pt x="8791628" y="2775533"/>
                  </a:lnTo>
                  <a:lnTo>
                    <a:pt x="8791628" y="2832683"/>
                  </a:lnTo>
                  <a:close/>
                </a:path>
                <a:path w="8792210" h="8609330">
                  <a:moveTo>
                    <a:pt x="8791628" y="2908883"/>
                  </a:moveTo>
                  <a:lnTo>
                    <a:pt x="8772523" y="2908883"/>
                  </a:lnTo>
                  <a:lnTo>
                    <a:pt x="8772523" y="2851733"/>
                  </a:lnTo>
                  <a:lnTo>
                    <a:pt x="8791628" y="2851733"/>
                  </a:lnTo>
                  <a:lnTo>
                    <a:pt x="8791628" y="2908883"/>
                  </a:lnTo>
                  <a:close/>
                </a:path>
                <a:path w="8792210" h="8609330">
                  <a:moveTo>
                    <a:pt x="8791628" y="2985083"/>
                  </a:moveTo>
                  <a:lnTo>
                    <a:pt x="8772523" y="2985083"/>
                  </a:lnTo>
                  <a:lnTo>
                    <a:pt x="8772523" y="2927933"/>
                  </a:lnTo>
                  <a:lnTo>
                    <a:pt x="8791628" y="2927933"/>
                  </a:lnTo>
                  <a:lnTo>
                    <a:pt x="8791628" y="2985083"/>
                  </a:lnTo>
                  <a:close/>
                </a:path>
                <a:path w="8792210" h="8609330">
                  <a:moveTo>
                    <a:pt x="8791628" y="3061283"/>
                  </a:moveTo>
                  <a:lnTo>
                    <a:pt x="8772523" y="3061283"/>
                  </a:lnTo>
                  <a:lnTo>
                    <a:pt x="8772523" y="3004133"/>
                  </a:lnTo>
                  <a:lnTo>
                    <a:pt x="8791628" y="3004133"/>
                  </a:lnTo>
                  <a:lnTo>
                    <a:pt x="8791628" y="3061283"/>
                  </a:lnTo>
                  <a:close/>
                </a:path>
                <a:path w="8792210" h="8609330">
                  <a:moveTo>
                    <a:pt x="8791628" y="3137483"/>
                  </a:moveTo>
                  <a:lnTo>
                    <a:pt x="8772523" y="3137483"/>
                  </a:lnTo>
                  <a:lnTo>
                    <a:pt x="8772523" y="3080333"/>
                  </a:lnTo>
                  <a:lnTo>
                    <a:pt x="8791628" y="3080333"/>
                  </a:lnTo>
                  <a:lnTo>
                    <a:pt x="8791628" y="3137483"/>
                  </a:lnTo>
                  <a:close/>
                </a:path>
                <a:path w="8792210" h="8609330">
                  <a:moveTo>
                    <a:pt x="8791628" y="3213683"/>
                  </a:moveTo>
                  <a:lnTo>
                    <a:pt x="8772523" y="3213683"/>
                  </a:lnTo>
                  <a:lnTo>
                    <a:pt x="8772523" y="3156533"/>
                  </a:lnTo>
                  <a:lnTo>
                    <a:pt x="8791628" y="3156533"/>
                  </a:lnTo>
                  <a:lnTo>
                    <a:pt x="8791628" y="3213683"/>
                  </a:lnTo>
                  <a:close/>
                </a:path>
                <a:path w="8792210" h="8609330">
                  <a:moveTo>
                    <a:pt x="8791628" y="3289883"/>
                  </a:moveTo>
                  <a:lnTo>
                    <a:pt x="8772523" y="3289883"/>
                  </a:lnTo>
                  <a:lnTo>
                    <a:pt x="8772523" y="3232733"/>
                  </a:lnTo>
                  <a:lnTo>
                    <a:pt x="8791628" y="3232733"/>
                  </a:lnTo>
                  <a:lnTo>
                    <a:pt x="8791628" y="3289883"/>
                  </a:lnTo>
                  <a:close/>
                </a:path>
                <a:path w="8792210" h="8609330">
                  <a:moveTo>
                    <a:pt x="8791628" y="3366083"/>
                  </a:moveTo>
                  <a:lnTo>
                    <a:pt x="8772523" y="3366083"/>
                  </a:lnTo>
                  <a:lnTo>
                    <a:pt x="8772523" y="3308933"/>
                  </a:lnTo>
                  <a:lnTo>
                    <a:pt x="8791628" y="3308933"/>
                  </a:lnTo>
                  <a:lnTo>
                    <a:pt x="8791628" y="3366083"/>
                  </a:lnTo>
                  <a:close/>
                </a:path>
                <a:path w="8792210" h="8609330">
                  <a:moveTo>
                    <a:pt x="8791628" y="3442283"/>
                  </a:moveTo>
                  <a:lnTo>
                    <a:pt x="8772523" y="3442283"/>
                  </a:lnTo>
                  <a:lnTo>
                    <a:pt x="8772523" y="3385133"/>
                  </a:lnTo>
                  <a:lnTo>
                    <a:pt x="8791628" y="3385133"/>
                  </a:lnTo>
                  <a:lnTo>
                    <a:pt x="8791628" y="3442283"/>
                  </a:lnTo>
                  <a:close/>
                </a:path>
                <a:path w="8792210" h="8609330">
                  <a:moveTo>
                    <a:pt x="8791628" y="3518483"/>
                  </a:moveTo>
                  <a:lnTo>
                    <a:pt x="8772523" y="3518483"/>
                  </a:lnTo>
                  <a:lnTo>
                    <a:pt x="8772523" y="3461333"/>
                  </a:lnTo>
                  <a:lnTo>
                    <a:pt x="8791628" y="3461333"/>
                  </a:lnTo>
                  <a:lnTo>
                    <a:pt x="8791628" y="3518483"/>
                  </a:lnTo>
                  <a:close/>
                </a:path>
                <a:path w="8792210" h="8609330">
                  <a:moveTo>
                    <a:pt x="8791628" y="3594683"/>
                  </a:moveTo>
                  <a:lnTo>
                    <a:pt x="8772523" y="3594683"/>
                  </a:lnTo>
                  <a:lnTo>
                    <a:pt x="8772523" y="3537533"/>
                  </a:lnTo>
                  <a:lnTo>
                    <a:pt x="8791628" y="3537533"/>
                  </a:lnTo>
                  <a:lnTo>
                    <a:pt x="8791628" y="3594683"/>
                  </a:lnTo>
                  <a:close/>
                </a:path>
                <a:path w="8792210" h="8609330">
                  <a:moveTo>
                    <a:pt x="8791628" y="3670883"/>
                  </a:moveTo>
                  <a:lnTo>
                    <a:pt x="8772523" y="3670883"/>
                  </a:lnTo>
                  <a:lnTo>
                    <a:pt x="8772523" y="3613733"/>
                  </a:lnTo>
                  <a:lnTo>
                    <a:pt x="8791628" y="3613733"/>
                  </a:lnTo>
                  <a:lnTo>
                    <a:pt x="8791628" y="3670883"/>
                  </a:lnTo>
                  <a:close/>
                </a:path>
                <a:path w="8792210" h="8609330">
                  <a:moveTo>
                    <a:pt x="8791628" y="3747083"/>
                  </a:moveTo>
                  <a:lnTo>
                    <a:pt x="8772523" y="3747083"/>
                  </a:lnTo>
                  <a:lnTo>
                    <a:pt x="8772523" y="3689933"/>
                  </a:lnTo>
                  <a:lnTo>
                    <a:pt x="8791628" y="3689933"/>
                  </a:lnTo>
                  <a:lnTo>
                    <a:pt x="8791628" y="3747083"/>
                  </a:lnTo>
                  <a:close/>
                </a:path>
                <a:path w="8792210" h="8609330">
                  <a:moveTo>
                    <a:pt x="8791628" y="3823283"/>
                  </a:moveTo>
                  <a:lnTo>
                    <a:pt x="8772523" y="3823283"/>
                  </a:lnTo>
                  <a:lnTo>
                    <a:pt x="8772523" y="3766133"/>
                  </a:lnTo>
                  <a:lnTo>
                    <a:pt x="8791628" y="3766133"/>
                  </a:lnTo>
                  <a:lnTo>
                    <a:pt x="8791628" y="3823283"/>
                  </a:lnTo>
                  <a:close/>
                </a:path>
                <a:path w="8792210" h="8609330">
                  <a:moveTo>
                    <a:pt x="8791628" y="3899483"/>
                  </a:moveTo>
                  <a:lnTo>
                    <a:pt x="8772523" y="3899483"/>
                  </a:lnTo>
                  <a:lnTo>
                    <a:pt x="8772523" y="3842333"/>
                  </a:lnTo>
                  <a:lnTo>
                    <a:pt x="8791628" y="3842333"/>
                  </a:lnTo>
                  <a:lnTo>
                    <a:pt x="8791628" y="3899483"/>
                  </a:lnTo>
                  <a:close/>
                </a:path>
                <a:path w="8792210" h="8609330">
                  <a:moveTo>
                    <a:pt x="8791628" y="3975683"/>
                  </a:moveTo>
                  <a:lnTo>
                    <a:pt x="8772523" y="3975683"/>
                  </a:lnTo>
                  <a:lnTo>
                    <a:pt x="8772523" y="3918533"/>
                  </a:lnTo>
                  <a:lnTo>
                    <a:pt x="8791628" y="3918533"/>
                  </a:lnTo>
                  <a:lnTo>
                    <a:pt x="8791628" y="3975683"/>
                  </a:lnTo>
                  <a:close/>
                </a:path>
                <a:path w="8792210" h="8609330">
                  <a:moveTo>
                    <a:pt x="8791628" y="4051883"/>
                  </a:moveTo>
                  <a:lnTo>
                    <a:pt x="8772523" y="4051883"/>
                  </a:lnTo>
                  <a:lnTo>
                    <a:pt x="8772523" y="3994733"/>
                  </a:lnTo>
                  <a:lnTo>
                    <a:pt x="8791628" y="3994733"/>
                  </a:lnTo>
                  <a:lnTo>
                    <a:pt x="8791628" y="4051883"/>
                  </a:lnTo>
                  <a:close/>
                </a:path>
                <a:path w="8792210" h="8609330">
                  <a:moveTo>
                    <a:pt x="8791628" y="4128083"/>
                  </a:moveTo>
                  <a:lnTo>
                    <a:pt x="8772523" y="4128083"/>
                  </a:lnTo>
                  <a:lnTo>
                    <a:pt x="8772523" y="4070933"/>
                  </a:lnTo>
                  <a:lnTo>
                    <a:pt x="8791628" y="4070933"/>
                  </a:lnTo>
                  <a:lnTo>
                    <a:pt x="8791628" y="4128083"/>
                  </a:lnTo>
                  <a:close/>
                </a:path>
                <a:path w="8792210" h="8609330">
                  <a:moveTo>
                    <a:pt x="8791628" y="4204283"/>
                  </a:moveTo>
                  <a:lnTo>
                    <a:pt x="8772523" y="4204283"/>
                  </a:lnTo>
                  <a:lnTo>
                    <a:pt x="8772523" y="4147133"/>
                  </a:lnTo>
                  <a:lnTo>
                    <a:pt x="8791628" y="4147133"/>
                  </a:lnTo>
                  <a:lnTo>
                    <a:pt x="8791628" y="4204283"/>
                  </a:lnTo>
                  <a:close/>
                </a:path>
                <a:path w="8792210" h="8609330">
                  <a:moveTo>
                    <a:pt x="8791628" y="4280483"/>
                  </a:moveTo>
                  <a:lnTo>
                    <a:pt x="8772523" y="4280483"/>
                  </a:lnTo>
                  <a:lnTo>
                    <a:pt x="8772523" y="4223333"/>
                  </a:lnTo>
                  <a:lnTo>
                    <a:pt x="8791628" y="4223333"/>
                  </a:lnTo>
                  <a:lnTo>
                    <a:pt x="8791628" y="4280483"/>
                  </a:lnTo>
                  <a:close/>
                </a:path>
                <a:path w="8792210" h="8609330">
                  <a:moveTo>
                    <a:pt x="8791628" y="4356683"/>
                  </a:moveTo>
                  <a:lnTo>
                    <a:pt x="8772523" y="4356683"/>
                  </a:lnTo>
                  <a:lnTo>
                    <a:pt x="8772523" y="4299533"/>
                  </a:lnTo>
                  <a:lnTo>
                    <a:pt x="8791628" y="4299533"/>
                  </a:lnTo>
                  <a:lnTo>
                    <a:pt x="8791628" y="4356683"/>
                  </a:lnTo>
                  <a:close/>
                </a:path>
                <a:path w="8792210" h="8609330">
                  <a:moveTo>
                    <a:pt x="8791628" y="4432883"/>
                  </a:moveTo>
                  <a:lnTo>
                    <a:pt x="8772523" y="4432883"/>
                  </a:lnTo>
                  <a:lnTo>
                    <a:pt x="8772523" y="4375733"/>
                  </a:lnTo>
                  <a:lnTo>
                    <a:pt x="8791628" y="4375733"/>
                  </a:lnTo>
                  <a:lnTo>
                    <a:pt x="8791628" y="4432883"/>
                  </a:lnTo>
                  <a:close/>
                </a:path>
                <a:path w="8792210" h="8609330">
                  <a:moveTo>
                    <a:pt x="8791628" y="4509083"/>
                  </a:moveTo>
                  <a:lnTo>
                    <a:pt x="8772523" y="4509083"/>
                  </a:lnTo>
                  <a:lnTo>
                    <a:pt x="8772523" y="4451933"/>
                  </a:lnTo>
                  <a:lnTo>
                    <a:pt x="8791628" y="4451933"/>
                  </a:lnTo>
                  <a:lnTo>
                    <a:pt x="8791628" y="4509083"/>
                  </a:lnTo>
                  <a:close/>
                </a:path>
                <a:path w="8792210" h="8609330">
                  <a:moveTo>
                    <a:pt x="8791628" y="4585282"/>
                  </a:moveTo>
                  <a:lnTo>
                    <a:pt x="8772523" y="4585282"/>
                  </a:lnTo>
                  <a:lnTo>
                    <a:pt x="8772523" y="4528133"/>
                  </a:lnTo>
                  <a:lnTo>
                    <a:pt x="8791628" y="4528133"/>
                  </a:lnTo>
                  <a:lnTo>
                    <a:pt x="8791628" y="4585282"/>
                  </a:lnTo>
                  <a:close/>
                </a:path>
                <a:path w="8792210" h="8609330">
                  <a:moveTo>
                    <a:pt x="8791628" y="4661483"/>
                  </a:moveTo>
                  <a:lnTo>
                    <a:pt x="8772523" y="4661483"/>
                  </a:lnTo>
                  <a:lnTo>
                    <a:pt x="8772523" y="4604332"/>
                  </a:lnTo>
                  <a:lnTo>
                    <a:pt x="8791628" y="4604332"/>
                  </a:lnTo>
                  <a:lnTo>
                    <a:pt x="8791628" y="4661483"/>
                  </a:lnTo>
                  <a:close/>
                </a:path>
                <a:path w="8792210" h="8609330">
                  <a:moveTo>
                    <a:pt x="8791628" y="4737683"/>
                  </a:moveTo>
                  <a:lnTo>
                    <a:pt x="8772523" y="4737683"/>
                  </a:lnTo>
                  <a:lnTo>
                    <a:pt x="8772523" y="4680533"/>
                  </a:lnTo>
                  <a:lnTo>
                    <a:pt x="8791628" y="4680533"/>
                  </a:lnTo>
                  <a:lnTo>
                    <a:pt x="8791628" y="4737683"/>
                  </a:lnTo>
                  <a:close/>
                </a:path>
                <a:path w="8792210" h="8609330">
                  <a:moveTo>
                    <a:pt x="8791628" y="4813883"/>
                  </a:moveTo>
                  <a:lnTo>
                    <a:pt x="8772523" y="4813883"/>
                  </a:lnTo>
                  <a:lnTo>
                    <a:pt x="8772523" y="4756733"/>
                  </a:lnTo>
                  <a:lnTo>
                    <a:pt x="8791628" y="4756733"/>
                  </a:lnTo>
                  <a:lnTo>
                    <a:pt x="8791628" y="4813883"/>
                  </a:lnTo>
                  <a:close/>
                </a:path>
                <a:path w="8792210" h="8609330">
                  <a:moveTo>
                    <a:pt x="8791628" y="4890083"/>
                  </a:moveTo>
                  <a:lnTo>
                    <a:pt x="8772523" y="4890083"/>
                  </a:lnTo>
                  <a:lnTo>
                    <a:pt x="8772523" y="4832933"/>
                  </a:lnTo>
                  <a:lnTo>
                    <a:pt x="8791628" y="4832933"/>
                  </a:lnTo>
                  <a:lnTo>
                    <a:pt x="8791628" y="4890083"/>
                  </a:lnTo>
                  <a:close/>
                </a:path>
                <a:path w="8792210" h="8609330">
                  <a:moveTo>
                    <a:pt x="8791628" y="4966283"/>
                  </a:moveTo>
                  <a:lnTo>
                    <a:pt x="8772523" y="4966283"/>
                  </a:lnTo>
                  <a:lnTo>
                    <a:pt x="8772523" y="4909133"/>
                  </a:lnTo>
                  <a:lnTo>
                    <a:pt x="8791628" y="4909133"/>
                  </a:lnTo>
                  <a:lnTo>
                    <a:pt x="8791628" y="4966283"/>
                  </a:lnTo>
                  <a:close/>
                </a:path>
                <a:path w="8792210" h="8609330">
                  <a:moveTo>
                    <a:pt x="8791628" y="5042483"/>
                  </a:moveTo>
                  <a:lnTo>
                    <a:pt x="8772523" y="5042483"/>
                  </a:lnTo>
                  <a:lnTo>
                    <a:pt x="8772523" y="4985333"/>
                  </a:lnTo>
                  <a:lnTo>
                    <a:pt x="8791628" y="4985333"/>
                  </a:lnTo>
                  <a:lnTo>
                    <a:pt x="8791628" y="5042483"/>
                  </a:lnTo>
                  <a:close/>
                </a:path>
                <a:path w="8792210" h="8609330">
                  <a:moveTo>
                    <a:pt x="8791628" y="5118683"/>
                  </a:moveTo>
                  <a:lnTo>
                    <a:pt x="8772523" y="5118683"/>
                  </a:lnTo>
                  <a:lnTo>
                    <a:pt x="8772523" y="5061533"/>
                  </a:lnTo>
                  <a:lnTo>
                    <a:pt x="8791628" y="5061533"/>
                  </a:lnTo>
                  <a:lnTo>
                    <a:pt x="8791628" y="5118683"/>
                  </a:lnTo>
                  <a:close/>
                </a:path>
                <a:path w="8792210" h="8609330">
                  <a:moveTo>
                    <a:pt x="8791628" y="5194883"/>
                  </a:moveTo>
                  <a:lnTo>
                    <a:pt x="8772523" y="5194883"/>
                  </a:lnTo>
                  <a:lnTo>
                    <a:pt x="8772523" y="5137733"/>
                  </a:lnTo>
                  <a:lnTo>
                    <a:pt x="8791628" y="5137733"/>
                  </a:lnTo>
                  <a:lnTo>
                    <a:pt x="8791628" y="5194883"/>
                  </a:lnTo>
                  <a:close/>
                </a:path>
                <a:path w="8792210" h="8609330">
                  <a:moveTo>
                    <a:pt x="8791628" y="5271083"/>
                  </a:moveTo>
                  <a:lnTo>
                    <a:pt x="8772523" y="5271083"/>
                  </a:lnTo>
                  <a:lnTo>
                    <a:pt x="8772523" y="5213933"/>
                  </a:lnTo>
                  <a:lnTo>
                    <a:pt x="8791628" y="5213933"/>
                  </a:lnTo>
                  <a:lnTo>
                    <a:pt x="8791628" y="5271083"/>
                  </a:lnTo>
                  <a:close/>
                </a:path>
                <a:path w="8792210" h="8609330">
                  <a:moveTo>
                    <a:pt x="8791628" y="5347283"/>
                  </a:moveTo>
                  <a:lnTo>
                    <a:pt x="8772523" y="5347283"/>
                  </a:lnTo>
                  <a:lnTo>
                    <a:pt x="8772523" y="5290133"/>
                  </a:lnTo>
                  <a:lnTo>
                    <a:pt x="8791628" y="5290133"/>
                  </a:lnTo>
                  <a:lnTo>
                    <a:pt x="8791628" y="5347283"/>
                  </a:lnTo>
                  <a:close/>
                </a:path>
                <a:path w="8792210" h="8609330">
                  <a:moveTo>
                    <a:pt x="8791628" y="5423483"/>
                  </a:moveTo>
                  <a:lnTo>
                    <a:pt x="8772523" y="5423483"/>
                  </a:lnTo>
                  <a:lnTo>
                    <a:pt x="8772523" y="5366333"/>
                  </a:lnTo>
                  <a:lnTo>
                    <a:pt x="8791628" y="5366333"/>
                  </a:lnTo>
                  <a:lnTo>
                    <a:pt x="8791628" y="5423483"/>
                  </a:lnTo>
                  <a:close/>
                </a:path>
                <a:path w="8792210" h="8609330">
                  <a:moveTo>
                    <a:pt x="8791628" y="5499683"/>
                  </a:moveTo>
                  <a:lnTo>
                    <a:pt x="8772523" y="5499683"/>
                  </a:lnTo>
                  <a:lnTo>
                    <a:pt x="8772523" y="5442533"/>
                  </a:lnTo>
                  <a:lnTo>
                    <a:pt x="8791628" y="5442533"/>
                  </a:lnTo>
                  <a:lnTo>
                    <a:pt x="8791628" y="5499683"/>
                  </a:lnTo>
                  <a:close/>
                </a:path>
                <a:path w="8792210" h="8609330">
                  <a:moveTo>
                    <a:pt x="8791628" y="5575883"/>
                  </a:moveTo>
                  <a:lnTo>
                    <a:pt x="8772523" y="5575883"/>
                  </a:lnTo>
                  <a:lnTo>
                    <a:pt x="8772523" y="5518733"/>
                  </a:lnTo>
                  <a:lnTo>
                    <a:pt x="8791628" y="5518733"/>
                  </a:lnTo>
                  <a:lnTo>
                    <a:pt x="8791628" y="5575883"/>
                  </a:lnTo>
                  <a:close/>
                </a:path>
                <a:path w="8792210" h="8609330">
                  <a:moveTo>
                    <a:pt x="8791628" y="5652083"/>
                  </a:moveTo>
                  <a:lnTo>
                    <a:pt x="8772523" y="5652083"/>
                  </a:lnTo>
                  <a:lnTo>
                    <a:pt x="8772523" y="5594933"/>
                  </a:lnTo>
                  <a:lnTo>
                    <a:pt x="8791628" y="5594933"/>
                  </a:lnTo>
                  <a:lnTo>
                    <a:pt x="8791628" y="5652083"/>
                  </a:lnTo>
                  <a:close/>
                </a:path>
                <a:path w="8792210" h="8609330">
                  <a:moveTo>
                    <a:pt x="8791628" y="5728283"/>
                  </a:moveTo>
                  <a:lnTo>
                    <a:pt x="8772523" y="5728283"/>
                  </a:lnTo>
                  <a:lnTo>
                    <a:pt x="8772523" y="5671133"/>
                  </a:lnTo>
                  <a:lnTo>
                    <a:pt x="8791628" y="5671133"/>
                  </a:lnTo>
                  <a:lnTo>
                    <a:pt x="8791628" y="5728283"/>
                  </a:lnTo>
                  <a:close/>
                </a:path>
                <a:path w="8792210" h="8609330">
                  <a:moveTo>
                    <a:pt x="8791628" y="5804483"/>
                  </a:moveTo>
                  <a:lnTo>
                    <a:pt x="8772523" y="5804483"/>
                  </a:lnTo>
                  <a:lnTo>
                    <a:pt x="8772523" y="5747333"/>
                  </a:lnTo>
                  <a:lnTo>
                    <a:pt x="8791628" y="5747333"/>
                  </a:lnTo>
                  <a:lnTo>
                    <a:pt x="8791628" y="5804483"/>
                  </a:lnTo>
                  <a:close/>
                </a:path>
                <a:path w="8792210" h="8609330">
                  <a:moveTo>
                    <a:pt x="8791628" y="5880683"/>
                  </a:moveTo>
                  <a:lnTo>
                    <a:pt x="8772523" y="5880683"/>
                  </a:lnTo>
                  <a:lnTo>
                    <a:pt x="8772523" y="5823533"/>
                  </a:lnTo>
                  <a:lnTo>
                    <a:pt x="8791628" y="5823533"/>
                  </a:lnTo>
                  <a:lnTo>
                    <a:pt x="8791628" y="5880683"/>
                  </a:lnTo>
                  <a:close/>
                </a:path>
                <a:path w="8792210" h="8609330">
                  <a:moveTo>
                    <a:pt x="8791628" y="5956883"/>
                  </a:moveTo>
                  <a:lnTo>
                    <a:pt x="8772523" y="5956883"/>
                  </a:lnTo>
                  <a:lnTo>
                    <a:pt x="8772523" y="5899733"/>
                  </a:lnTo>
                  <a:lnTo>
                    <a:pt x="8791628" y="5899733"/>
                  </a:lnTo>
                  <a:lnTo>
                    <a:pt x="8791628" y="5956883"/>
                  </a:lnTo>
                  <a:close/>
                </a:path>
                <a:path w="8792210" h="8609330">
                  <a:moveTo>
                    <a:pt x="8791628" y="6033083"/>
                  </a:moveTo>
                  <a:lnTo>
                    <a:pt x="8772523" y="6033083"/>
                  </a:lnTo>
                  <a:lnTo>
                    <a:pt x="8772523" y="5975933"/>
                  </a:lnTo>
                  <a:lnTo>
                    <a:pt x="8791628" y="5975933"/>
                  </a:lnTo>
                  <a:lnTo>
                    <a:pt x="8791628" y="6033083"/>
                  </a:lnTo>
                  <a:close/>
                </a:path>
                <a:path w="8792210" h="8609330">
                  <a:moveTo>
                    <a:pt x="8791628" y="6109283"/>
                  </a:moveTo>
                  <a:lnTo>
                    <a:pt x="8772523" y="6109283"/>
                  </a:lnTo>
                  <a:lnTo>
                    <a:pt x="8772523" y="6052133"/>
                  </a:lnTo>
                  <a:lnTo>
                    <a:pt x="8791628" y="6052133"/>
                  </a:lnTo>
                  <a:lnTo>
                    <a:pt x="8791628" y="6109283"/>
                  </a:lnTo>
                  <a:close/>
                </a:path>
                <a:path w="8792210" h="8609330">
                  <a:moveTo>
                    <a:pt x="8791628" y="6185483"/>
                  </a:moveTo>
                  <a:lnTo>
                    <a:pt x="8772523" y="6185483"/>
                  </a:lnTo>
                  <a:lnTo>
                    <a:pt x="8772523" y="6128333"/>
                  </a:lnTo>
                  <a:lnTo>
                    <a:pt x="8791628" y="6128333"/>
                  </a:lnTo>
                  <a:lnTo>
                    <a:pt x="8791628" y="6185483"/>
                  </a:lnTo>
                  <a:close/>
                </a:path>
                <a:path w="8792210" h="8609330">
                  <a:moveTo>
                    <a:pt x="8791628" y="6261683"/>
                  </a:moveTo>
                  <a:lnTo>
                    <a:pt x="8772523" y="6261683"/>
                  </a:lnTo>
                  <a:lnTo>
                    <a:pt x="8772523" y="6204533"/>
                  </a:lnTo>
                  <a:lnTo>
                    <a:pt x="8791628" y="6204533"/>
                  </a:lnTo>
                  <a:lnTo>
                    <a:pt x="8791628" y="6261683"/>
                  </a:lnTo>
                  <a:close/>
                </a:path>
                <a:path w="8792210" h="8609330">
                  <a:moveTo>
                    <a:pt x="8791628" y="6337883"/>
                  </a:moveTo>
                  <a:lnTo>
                    <a:pt x="8772523" y="6337883"/>
                  </a:lnTo>
                  <a:lnTo>
                    <a:pt x="8772523" y="6280733"/>
                  </a:lnTo>
                  <a:lnTo>
                    <a:pt x="8791628" y="6280733"/>
                  </a:lnTo>
                  <a:lnTo>
                    <a:pt x="8791628" y="6337883"/>
                  </a:lnTo>
                  <a:close/>
                </a:path>
                <a:path w="8792210" h="8609330">
                  <a:moveTo>
                    <a:pt x="8791628" y="6414083"/>
                  </a:moveTo>
                  <a:lnTo>
                    <a:pt x="8772523" y="6414083"/>
                  </a:lnTo>
                  <a:lnTo>
                    <a:pt x="8772523" y="6356933"/>
                  </a:lnTo>
                  <a:lnTo>
                    <a:pt x="8791628" y="6356933"/>
                  </a:lnTo>
                  <a:lnTo>
                    <a:pt x="8791628" y="6414083"/>
                  </a:lnTo>
                  <a:close/>
                </a:path>
                <a:path w="8792210" h="8609330">
                  <a:moveTo>
                    <a:pt x="8791628" y="6490282"/>
                  </a:moveTo>
                  <a:lnTo>
                    <a:pt x="8772523" y="6490282"/>
                  </a:lnTo>
                  <a:lnTo>
                    <a:pt x="8772523" y="6433133"/>
                  </a:lnTo>
                  <a:lnTo>
                    <a:pt x="8791628" y="6433133"/>
                  </a:lnTo>
                  <a:lnTo>
                    <a:pt x="8791628" y="6490282"/>
                  </a:lnTo>
                  <a:close/>
                </a:path>
                <a:path w="8792210" h="8609330">
                  <a:moveTo>
                    <a:pt x="8791628" y="6566482"/>
                  </a:moveTo>
                  <a:lnTo>
                    <a:pt x="8772523" y="6566482"/>
                  </a:lnTo>
                  <a:lnTo>
                    <a:pt x="8772523" y="6509332"/>
                  </a:lnTo>
                  <a:lnTo>
                    <a:pt x="8791628" y="6509332"/>
                  </a:lnTo>
                  <a:lnTo>
                    <a:pt x="8791628" y="6566482"/>
                  </a:lnTo>
                  <a:close/>
                </a:path>
                <a:path w="8792210" h="8609330">
                  <a:moveTo>
                    <a:pt x="8791628" y="6642682"/>
                  </a:moveTo>
                  <a:lnTo>
                    <a:pt x="8772523" y="6642682"/>
                  </a:lnTo>
                  <a:lnTo>
                    <a:pt x="8772523" y="6585532"/>
                  </a:lnTo>
                  <a:lnTo>
                    <a:pt x="8791628" y="6585532"/>
                  </a:lnTo>
                  <a:lnTo>
                    <a:pt x="8791628" y="6642682"/>
                  </a:lnTo>
                  <a:close/>
                </a:path>
                <a:path w="8792210" h="8609330">
                  <a:moveTo>
                    <a:pt x="8791628" y="6718882"/>
                  </a:moveTo>
                  <a:lnTo>
                    <a:pt x="8772523" y="6718882"/>
                  </a:lnTo>
                  <a:lnTo>
                    <a:pt x="8772523" y="6661732"/>
                  </a:lnTo>
                  <a:lnTo>
                    <a:pt x="8791628" y="6661732"/>
                  </a:lnTo>
                  <a:lnTo>
                    <a:pt x="8791628" y="6718882"/>
                  </a:lnTo>
                  <a:close/>
                </a:path>
                <a:path w="8792210" h="8609330">
                  <a:moveTo>
                    <a:pt x="8791628" y="6795082"/>
                  </a:moveTo>
                  <a:lnTo>
                    <a:pt x="8772523" y="6795082"/>
                  </a:lnTo>
                  <a:lnTo>
                    <a:pt x="8772523" y="6737932"/>
                  </a:lnTo>
                  <a:lnTo>
                    <a:pt x="8791628" y="6737932"/>
                  </a:lnTo>
                  <a:lnTo>
                    <a:pt x="8791628" y="6795082"/>
                  </a:lnTo>
                  <a:close/>
                </a:path>
                <a:path w="8792210" h="8609330">
                  <a:moveTo>
                    <a:pt x="8791628" y="6871282"/>
                  </a:moveTo>
                  <a:lnTo>
                    <a:pt x="8772523" y="6871282"/>
                  </a:lnTo>
                  <a:lnTo>
                    <a:pt x="8772523" y="6814132"/>
                  </a:lnTo>
                  <a:lnTo>
                    <a:pt x="8791628" y="6814132"/>
                  </a:lnTo>
                  <a:lnTo>
                    <a:pt x="8791628" y="6871282"/>
                  </a:lnTo>
                  <a:close/>
                </a:path>
                <a:path w="8792210" h="8609330">
                  <a:moveTo>
                    <a:pt x="8791628" y="6947482"/>
                  </a:moveTo>
                  <a:lnTo>
                    <a:pt x="8772523" y="6947482"/>
                  </a:lnTo>
                  <a:lnTo>
                    <a:pt x="8772523" y="6890332"/>
                  </a:lnTo>
                  <a:lnTo>
                    <a:pt x="8791628" y="6890332"/>
                  </a:lnTo>
                  <a:lnTo>
                    <a:pt x="8791628" y="6947482"/>
                  </a:lnTo>
                  <a:close/>
                </a:path>
                <a:path w="8792210" h="8609330">
                  <a:moveTo>
                    <a:pt x="8791628" y="7023682"/>
                  </a:moveTo>
                  <a:lnTo>
                    <a:pt x="8772523" y="7023682"/>
                  </a:lnTo>
                  <a:lnTo>
                    <a:pt x="8772523" y="6966532"/>
                  </a:lnTo>
                  <a:lnTo>
                    <a:pt x="8791628" y="6966532"/>
                  </a:lnTo>
                  <a:lnTo>
                    <a:pt x="8791628" y="7023682"/>
                  </a:lnTo>
                  <a:close/>
                </a:path>
                <a:path w="8792210" h="8609330">
                  <a:moveTo>
                    <a:pt x="8791628" y="7099882"/>
                  </a:moveTo>
                  <a:lnTo>
                    <a:pt x="8772523" y="7099882"/>
                  </a:lnTo>
                  <a:lnTo>
                    <a:pt x="8772523" y="7042732"/>
                  </a:lnTo>
                  <a:lnTo>
                    <a:pt x="8791628" y="7042732"/>
                  </a:lnTo>
                  <a:lnTo>
                    <a:pt x="8791628" y="7099882"/>
                  </a:lnTo>
                  <a:close/>
                </a:path>
                <a:path w="8792210" h="8609330">
                  <a:moveTo>
                    <a:pt x="8791628" y="7176082"/>
                  </a:moveTo>
                  <a:lnTo>
                    <a:pt x="8772523" y="7176082"/>
                  </a:lnTo>
                  <a:lnTo>
                    <a:pt x="8772523" y="7118932"/>
                  </a:lnTo>
                  <a:lnTo>
                    <a:pt x="8791628" y="7118932"/>
                  </a:lnTo>
                  <a:lnTo>
                    <a:pt x="8791628" y="7176082"/>
                  </a:lnTo>
                  <a:close/>
                </a:path>
                <a:path w="8792210" h="8609330">
                  <a:moveTo>
                    <a:pt x="8791628" y="7252282"/>
                  </a:moveTo>
                  <a:lnTo>
                    <a:pt x="8772523" y="7252282"/>
                  </a:lnTo>
                  <a:lnTo>
                    <a:pt x="8772523" y="7195132"/>
                  </a:lnTo>
                  <a:lnTo>
                    <a:pt x="8791628" y="7195132"/>
                  </a:lnTo>
                  <a:lnTo>
                    <a:pt x="8791628" y="7252282"/>
                  </a:lnTo>
                  <a:close/>
                </a:path>
                <a:path w="8792210" h="8609330">
                  <a:moveTo>
                    <a:pt x="8791628" y="7328482"/>
                  </a:moveTo>
                  <a:lnTo>
                    <a:pt x="8772523" y="7328482"/>
                  </a:lnTo>
                  <a:lnTo>
                    <a:pt x="8772523" y="7271332"/>
                  </a:lnTo>
                  <a:lnTo>
                    <a:pt x="8791628" y="7271332"/>
                  </a:lnTo>
                  <a:lnTo>
                    <a:pt x="8791628" y="7328482"/>
                  </a:lnTo>
                  <a:close/>
                </a:path>
                <a:path w="8792210" h="8609330">
                  <a:moveTo>
                    <a:pt x="8791628" y="7404682"/>
                  </a:moveTo>
                  <a:lnTo>
                    <a:pt x="8772523" y="7404682"/>
                  </a:lnTo>
                  <a:lnTo>
                    <a:pt x="8772523" y="7347532"/>
                  </a:lnTo>
                  <a:lnTo>
                    <a:pt x="8791628" y="7347532"/>
                  </a:lnTo>
                  <a:lnTo>
                    <a:pt x="8791628" y="7404682"/>
                  </a:lnTo>
                  <a:close/>
                </a:path>
                <a:path w="8792210" h="8609330">
                  <a:moveTo>
                    <a:pt x="8791628" y="7480882"/>
                  </a:moveTo>
                  <a:lnTo>
                    <a:pt x="8772523" y="7480882"/>
                  </a:lnTo>
                  <a:lnTo>
                    <a:pt x="8772523" y="7423732"/>
                  </a:lnTo>
                  <a:lnTo>
                    <a:pt x="8791628" y="7423732"/>
                  </a:lnTo>
                  <a:lnTo>
                    <a:pt x="8791628" y="7480882"/>
                  </a:lnTo>
                  <a:close/>
                </a:path>
                <a:path w="8792210" h="8609330">
                  <a:moveTo>
                    <a:pt x="8791628" y="7557082"/>
                  </a:moveTo>
                  <a:lnTo>
                    <a:pt x="8772523" y="7557082"/>
                  </a:lnTo>
                  <a:lnTo>
                    <a:pt x="8772523" y="7499932"/>
                  </a:lnTo>
                  <a:lnTo>
                    <a:pt x="8791628" y="7499932"/>
                  </a:lnTo>
                  <a:lnTo>
                    <a:pt x="8791628" y="7557082"/>
                  </a:lnTo>
                  <a:close/>
                </a:path>
                <a:path w="8792210" h="8609330">
                  <a:moveTo>
                    <a:pt x="8791628" y="7633282"/>
                  </a:moveTo>
                  <a:lnTo>
                    <a:pt x="8772523" y="7633282"/>
                  </a:lnTo>
                  <a:lnTo>
                    <a:pt x="8772523" y="7576132"/>
                  </a:lnTo>
                  <a:lnTo>
                    <a:pt x="8791628" y="7576132"/>
                  </a:lnTo>
                  <a:lnTo>
                    <a:pt x="8791628" y="7633282"/>
                  </a:lnTo>
                  <a:close/>
                </a:path>
                <a:path w="8792210" h="8609330">
                  <a:moveTo>
                    <a:pt x="8791628" y="7709482"/>
                  </a:moveTo>
                  <a:lnTo>
                    <a:pt x="8772523" y="7709482"/>
                  </a:lnTo>
                  <a:lnTo>
                    <a:pt x="8772523" y="7652332"/>
                  </a:lnTo>
                  <a:lnTo>
                    <a:pt x="8791628" y="7652332"/>
                  </a:lnTo>
                  <a:lnTo>
                    <a:pt x="8791628" y="7709482"/>
                  </a:lnTo>
                  <a:close/>
                </a:path>
                <a:path w="8792210" h="8609330">
                  <a:moveTo>
                    <a:pt x="8791628" y="7785682"/>
                  </a:moveTo>
                  <a:lnTo>
                    <a:pt x="8772523" y="7785682"/>
                  </a:lnTo>
                  <a:lnTo>
                    <a:pt x="8772523" y="7728532"/>
                  </a:lnTo>
                  <a:lnTo>
                    <a:pt x="8791628" y="7728532"/>
                  </a:lnTo>
                  <a:lnTo>
                    <a:pt x="8791628" y="7785682"/>
                  </a:lnTo>
                  <a:close/>
                </a:path>
                <a:path w="8792210" h="8609330">
                  <a:moveTo>
                    <a:pt x="8791628" y="7861882"/>
                  </a:moveTo>
                  <a:lnTo>
                    <a:pt x="8772523" y="7861882"/>
                  </a:lnTo>
                  <a:lnTo>
                    <a:pt x="8772523" y="7804732"/>
                  </a:lnTo>
                  <a:lnTo>
                    <a:pt x="8791628" y="7804732"/>
                  </a:lnTo>
                  <a:lnTo>
                    <a:pt x="8791628" y="7861882"/>
                  </a:lnTo>
                  <a:close/>
                </a:path>
                <a:path w="8792210" h="8609330">
                  <a:moveTo>
                    <a:pt x="8791628" y="7938082"/>
                  </a:moveTo>
                  <a:lnTo>
                    <a:pt x="8772523" y="7938082"/>
                  </a:lnTo>
                  <a:lnTo>
                    <a:pt x="8772523" y="7880932"/>
                  </a:lnTo>
                  <a:lnTo>
                    <a:pt x="8791628" y="7880932"/>
                  </a:lnTo>
                  <a:lnTo>
                    <a:pt x="8791628" y="7938082"/>
                  </a:lnTo>
                  <a:close/>
                </a:path>
                <a:path w="8792210" h="8609330">
                  <a:moveTo>
                    <a:pt x="8791628" y="8014282"/>
                  </a:moveTo>
                  <a:lnTo>
                    <a:pt x="8772523" y="8014282"/>
                  </a:lnTo>
                  <a:lnTo>
                    <a:pt x="8772523" y="7957132"/>
                  </a:lnTo>
                  <a:lnTo>
                    <a:pt x="8791628" y="7957132"/>
                  </a:lnTo>
                  <a:lnTo>
                    <a:pt x="8791628" y="8014282"/>
                  </a:lnTo>
                  <a:close/>
                </a:path>
                <a:path w="8792210" h="8609330">
                  <a:moveTo>
                    <a:pt x="8791628" y="8090482"/>
                  </a:moveTo>
                  <a:lnTo>
                    <a:pt x="8772523" y="8090482"/>
                  </a:lnTo>
                  <a:lnTo>
                    <a:pt x="8772523" y="8033332"/>
                  </a:lnTo>
                  <a:lnTo>
                    <a:pt x="8791628" y="8033332"/>
                  </a:lnTo>
                  <a:lnTo>
                    <a:pt x="8791628" y="8090482"/>
                  </a:lnTo>
                  <a:close/>
                </a:path>
                <a:path w="8792210" h="8609330">
                  <a:moveTo>
                    <a:pt x="8791628" y="8166682"/>
                  </a:moveTo>
                  <a:lnTo>
                    <a:pt x="8772523" y="8166682"/>
                  </a:lnTo>
                  <a:lnTo>
                    <a:pt x="8772523" y="8109532"/>
                  </a:lnTo>
                  <a:lnTo>
                    <a:pt x="8791628" y="8109532"/>
                  </a:lnTo>
                  <a:lnTo>
                    <a:pt x="8791628" y="8166682"/>
                  </a:lnTo>
                  <a:close/>
                </a:path>
                <a:path w="8792210" h="8609330">
                  <a:moveTo>
                    <a:pt x="8791628" y="8242882"/>
                  </a:moveTo>
                  <a:lnTo>
                    <a:pt x="8772523" y="8242882"/>
                  </a:lnTo>
                  <a:lnTo>
                    <a:pt x="8772523" y="8185732"/>
                  </a:lnTo>
                  <a:lnTo>
                    <a:pt x="8791628" y="8185732"/>
                  </a:lnTo>
                  <a:lnTo>
                    <a:pt x="8791628" y="8242882"/>
                  </a:lnTo>
                  <a:close/>
                </a:path>
                <a:path w="8792210" h="8609330">
                  <a:moveTo>
                    <a:pt x="8791628" y="8319082"/>
                  </a:moveTo>
                  <a:lnTo>
                    <a:pt x="8772523" y="8319082"/>
                  </a:lnTo>
                  <a:lnTo>
                    <a:pt x="8772523" y="8261932"/>
                  </a:lnTo>
                  <a:lnTo>
                    <a:pt x="8791628" y="8261932"/>
                  </a:lnTo>
                  <a:lnTo>
                    <a:pt x="8791628" y="8319082"/>
                  </a:lnTo>
                  <a:close/>
                </a:path>
                <a:path w="8792210" h="8609330">
                  <a:moveTo>
                    <a:pt x="8791628" y="8395282"/>
                  </a:moveTo>
                  <a:lnTo>
                    <a:pt x="8772523" y="8395282"/>
                  </a:lnTo>
                  <a:lnTo>
                    <a:pt x="8772523" y="8338132"/>
                  </a:lnTo>
                  <a:lnTo>
                    <a:pt x="8791628" y="8338132"/>
                  </a:lnTo>
                  <a:lnTo>
                    <a:pt x="8791628" y="8395282"/>
                  </a:lnTo>
                  <a:close/>
                </a:path>
                <a:path w="8792210" h="8609330">
                  <a:moveTo>
                    <a:pt x="8791628" y="8471482"/>
                  </a:moveTo>
                  <a:lnTo>
                    <a:pt x="8772523" y="8471482"/>
                  </a:lnTo>
                  <a:lnTo>
                    <a:pt x="8772523" y="8414332"/>
                  </a:lnTo>
                  <a:lnTo>
                    <a:pt x="8791628" y="8414332"/>
                  </a:lnTo>
                  <a:lnTo>
                    <a:pt x="8791628" y="8471482"/>
                  </a:lnTo>
                  <a:close/>
                </a:path>
                <a:path w="8792210" h="8609330">
                  <a:moveTo>
                    <a:pt x="8785307" y="8547121"/>
                  </a:moveTo>
                  <a:lnTo>
                    <a:pt x="8767656" y="8540491"/>
                  </a:lnTo>
                  <a:lnTo>
                    <a:pt x="8769786" y="8533958"/>
                  </a:lnTo>
                  <a:lnTo>
                    <a:pt x="8771306" y="8527314"/>
                  </a:lnTo>
                  <a:lnTo>
                    <a:pt x="8772219" y="8520559"/>
                  </a:lnTo>
                  <a:lnTo>
                    <a:pt x="8772523" y="8513694"/>
                  </a:lnTo>
                  <a:lnTo>
                    <a:pt x="8772523" y="8490532"/>
                  </a:lnTo>
                  <a:lnTo>
                    <a:pt x="8791628" y="8490532"/>
                  </a:lnTo>
                  <a:lnTo>
                    <a:pt x="8791628" y="8513694"/>
                  </a:lnTo>
                  <a:lnTo>
                    <a:pt x="8789781" y="8532398"/>
                  </a:lnTo>
                  <a:lnTo>
                    <a:pt x="8785307" y="8547121"/>
                  </a:lnTo>
                  <a:close/>
                </a:path>
                <a:path w="8792210" h="8609330">
                  <a:moveTo>
                    <a:pt x="8733952" y="8601129"/>
                  </a:moveTo>
                  <a:lnTo>
                    <a:pt x="8726446" y="8583687"/>
                  </a:lnTo>
                  <a:lnTo>
                    <a:pt x="8732965" y="8580513"/>
                  </a:lnTo>
                  <a:lnTo>
                    <a:pt x="8739098" y="8576770"/>
                  </a:lnTo>
                  <a:lnTo>
                    <a:pt x="8760902" y="8554142"/>
                  </a:lnTo>
                  <a:lnTo>
                    <a:pt x="8776910" y="8564169"/>
                  </a:lnTo>
                  <a:lnTo>
                    <a:pt x="8775626" y="8566574"/>
                  </a:lnTo>
                  <a:lnTo>
                    <a:pt x="8763731" y="8581081"/>
                  </a:lnTo>
                  <a:lnTo>
                    <a:pt x="8749223" y="8592976"/>
                  </a:lnTo>
                  <a:lnTo>
                    <a:pt x="8733952" y="8601129"/>
                  </a:lnTo>
                  <a:close/>
                </a:path>
                <a:path w="8792210" h="8609330">
                  <a:moveTo>
                    <a:pt x="8696378" y="8608979"/>
                  </a:moveTo>
                  <a:lnTo>
                    <a:pt x="8658593" y="8608979"/>
                  </a:lnTo>
                  <a:lnTo>
                    <a:pt x="8658593" y="8589893"/>
                  </a:lnTo>
                  <a:lnTo>
                    <a:pt x="8701580" y="8589893"/>
                  </a:lnTo>
                  <a:lnTo>
                    <a:pt x="8706778" y="8589356"/>
                  </a:lnTo>
                  <a:lnTo>
                    <a:pt x="8711918" y="8588281"/>
                  </a:lnTo>
                  <a:lnTo>
                    <a:pt x="8715811" y="8606900"/>
                  </a:lnTo>
                  <a:lnTo>
                    <a:pt x="8715047" y="8607132"/>
                  </a:lnTo>
                  <a:lnTo>
                    <a:pt x="8696378" y="8608979"/>
                  </a:lnTo>
                  <a:close/>
                </a:path>
                <a:path w="8792210" h="8609330">
                  <a:moveTo>
                    <a:pt x="8639543" y="8608979"/>
                  </a:moveTo>
                  <a:lnTo>
                    <a:pt x="8582393" y="8608979"/>
                  </a:lnTo>
                  <a:lnTo>
                    <a:pt x="8582393" y="8589893"/>
                  </a:lnTo>
                  <a:lnTo>
                    <a:pt x="8639543" y="8589893"/>
                  </a:lnTo>
                  <a:lnTo>
                    <a:pt x="8639543" y="8608979"/>
                  </a:lnTo>
                  <a:close/>
                </a:path>
                <a:path w="8792210" h="8609330">
                  <a:moveTo>
                    <a:pt x="8563343" y="8608979"/>
                  </a:moveTo>
                  <a:lnTo>
                    <a:pt x="8506193" y="8608979"/>
                  </a:lnTo>
                  <a:lnTo>
                    <a:pt x="8506193" y="8589893"/>
                  </a:lnTo>
                  <a:lnTo>
                    <a:pt x="8563343" y="8589893"/>
                  </a:lnTo>
                  <a:lnTo>
                    <a:pt x="8563343" y="8608979"/>
                  </a:lnTo>
                  <a:close/>
                </a:path>
                <a:path w="8792210" h="8609330">
                  <a:moveTo>
                    <a:pt x="8487143" y="8608979"/>
                  </a:moveTo>
                  <a:lnTo>
                    <a:pt x="8429993" y="8608979"/>
                  </a:lnTo>
                  <a:lnTo>
                    <a:pt x="8429993" y="8589893"/>
                  </a:lnTo>
                  <a:lnTo>
                    <a:pt x="8487143" y="8589893"/>
                  </a:lnTo>
                  <a:lnTo>
                    <a:pt x="8487143" y="8608979"/>
                  </a:lnTo>
                  <a:close/>
                </a:path>
                <a:path w="8792210" h="8609330">
                  <a:moveTo>
                    <a:pt x="8410943" y="8608979"/>
                  </a:moveTo>
                  <a:lnTo>
                    <a:pt x="8353793" y="8608979"/>
                  </a:lnTo>
                  <a:lnTo>
                    <a:pt x="8353793" y="8589893"/>
                  </a:lnTo>
                  <a:lnTo>
                    <a:pt x="8410943" y="8589893"/>
                  </a:lnTo>
                  <a:lnTo>
                    <a:pt x="8410943" y="8608979"/>
                  </a:lnTo>
                  <a:close/>
                </a:path>
                <a:path w="8792210" h="8609330">
                  <a:moveTo>
                    <a:pt x="8334743" y="8608979"/>
                  </a:moveTo>
                  <a:lnTo>
                    <a:pt x="8277593" y="8608979"/>
                  </a:lnTo>
                  <a:lnTo>
                    <a:pt x="8277593" y="8589893"/>
                  </a:lnTo>
                  <a:lnTo>
                    <a:pt x="8334743" y="8589893"/>
                  </a:lnTo>
                  <a:lnTo>
                    <a:pt x="8334743" y="8608979"/>
                  </a:lnTo>
                  <a:close/>
                </a:path>
                <a:path w="8792210" h="8609330">
                  <a:moveTo>
                    <a:pt x="8258543" y="8608979"/>
                  </a:moveTo>
                  <a:lnTo>
                    <a:pt x="8201393" y="8608979"/>
                  </a:lnTo>
                  <a:lnTo>
                    <a:pt x="8201393" y="8589893"/>
                  </a:lnTo>
                  <a:lnTo>
                    <a:pt x="8258543" y="8589893"/>
                  </a:lnTo>
                  <a:lnTo>
                    <a:pt x="8258543" y="8608979"/>
                  </a:lnTo>
                  <a:close/>
                </a:path>
                <a:path w="8792210" h="8609330">
                  <a:moveTo>
                    <a:pt x="8182343" y="8608979"/>
                  </a:moveTo>
                  <a:lnTo>
                    <a:pt x="8125193" y="8608979"/>
                  </a:lnTo>
                  <a:lnTo>
                    <a:pt x="8125193" y="8589893"/>
                  </a:lnTo>
                  <a:lnTo>
                    <a:pt x="8182343" y="8589893"/>
                  </a:lnTo>
                  <a:lnTo>
                    <a:pt x="8182343" y="8608979"/>
                  </a:lnTo>
                  <a:close/>
                </a:path>
                <a:path w="8792210" h="8609330">
                  <a:moveTo>
                    <a:pt x="8106143" y="8608979"/>
                  </a:moveTo>
                  <a:lnTo>
                    <a:pt x="8048993" y="8608979"/>
                  </a:lnTo>
                  <a:lnTo>
                    <a:pt x="8048993" y="8589893"/>
                  </a:lnTo>
                  <a:lnTo>
                    <a:pt x="8106143" y="8589893"/>
                  </a:lnTo>
                  <a:lnTo>
                    <a:pt x="8106143" y="8608979"/>
                  </a:lnTo>
                  <a:close/>
                </a:path>
                <a:path w="8792210" h="8609330">
                  <a:moveTo>
                    <a:pt x="8029943" y="8608979"/>
                  </a:moveTo>
                  <a:lnTo>
                    <a:pt x="7972793" y="8608979"/>
                  </a:lnTo>
                  <a:lnTo>
                    <a:pt x="7972793" y="8589893"/>
                  </a:lnTo>
                  <a:lnTo>
                    <a:pt x="8029943" y="8589893"/>
                  </a:lnTo>
                  <a:lnTo>
                    <a:pt x="8029943" y="8608979"/>
                  </a:lnTo>
                  <a:close/>
                </a:path>
                <a:path w="8792210" h="8609330">
                  <a:moveTo>
                    <a:pt x="7953743" y="8608979"/>
                  </a:moveTo>
                  <a:lnTo>
                    <a:pt x="7896593" y="8608979"/>
                  </a:lnTo>
                  <a:lnTo>
                    <a:pt x="7896593" y="8589893"/>
                  </a:lnTo>
                  <a:lnTo>
                    <a:pt x="7953743" y="8589893"/>
                  </a:lnTo>
                  <a:lnTo>
                    <a:pt x="7953743" y="8608979"/>
                  </a:lnTo>
                  <a:close/>
                </a:path>
                <a:path w="8792210" h="8609330">
                  <a:moveTo>
                    <a:pt x="7877543" y="8608979"/>
                  </a:moveTo>
                  <a:lnTo>
                    <a:pt x="7820393" y="8608979"/>
                  </a:lnTo>
                  <a:lnTo>
                    <a:pt x="7820393" y="8589893"/>
                  </a:lnTo>
                  <a:lnTo>
                    <a:pt x="7877543" y="8589893"/>
                  </a:lnTo>
                  <a:lnTo>
                    <a:pt x="7877543" y="8608979"/>
                  </a:lnTo>
                  <a:close/>
                </a:path>
                <a:path w="8792210" h="8609330">
                  <a:moveTo>
                    <a:pt x="7801343" y="8608979"/>
                  </a:moveTo>
                  <a:lnTo>
                    <a:pt x="7744193" y="8608979"/>
                  </a:lnTo>
                  <a:lnTo>
                    <a:pt x="7744193" y="8589893"/>
                  </a:lnTo>
                  <a:lnTo>
                    <a:pt x="7801343" y="8589893"/>
                  </a:lnTo>
                  <a:lnTo>
                    <a:pt x="7801343" y="8608979"/>
                  </a:lnTo>
                  <a:close/>
                </a:path>
                <a:path w="8792210" h="8609330">
                  <a:moveTo>
                    <a:pt x="7725143" y="8608979"/>
                  </a:moveTo>
                  <a:lnTo>
                    <a:pt x="7667993" y="8608979"/>
                  </a:lnTo>
                  <a:lnTo>
                    <a:pt x="7667993" y="8589893"/>
                  </a:lnTo>
                  <a:lnTo>
                    <a:pt x="7725143" y="8589893"/>
                  </a:lnTo>
                  <a:lnTo>
                    <a:pt x="7725143" y="8608979"/>
                  </a:lnTo>
                  <a:close/>
                </a:path>
                <a:path w="8792210" h="8609330">
                  <a:moveTo>
                    <a:pt x="7648943" y="8608979"/>
                  </a:moveTo>
                  <a:lnTo>
                    <a:pt x="7591793" y="8608979"/>
                  </a:lnTo>
                  <a:lnTo>
                    <a:pt x="7591793" y="8589893"/>
                  </a:lnTo>
                  <a:lnTo>
                    <a:pt x="7648943" y="8589893"/>
                  </a:lnTo>
                  <a:lnTo>
                    <a:pt x="7648943" y="8608979"/>
                  </a:lnTo>
                  <a:close/>
                </a:path>
                <a:path w="8792210" h="8609330">
                  <a:moveTo>
                    <a:pt x="7572743" y="8608979"/>
                  </a:moveTo>
                  <a:lnTo>
                    <a:pt x="7515593" y="8608979"/>
                  </a:lnTo>
                  <a:lnTo>
                    <a:pt x="7515593" y="8589893"/>
                  </a:lnTo>
                  <a:lnTo>
                    <a:pt x="7572743" y="8589893"/>
                  </a:lnTo>
                  <a:lnTo>
                    <a:pt x="7572743" y="8608979"/>
                  </a:lnTo>
                  <a:close/>
                </a:path>
                <a:path w="8792210" h="8609330">
                  <a:moveTo>
                    <a:pt x="7496543" y="8608979"/>
                  </a:moveTo>
                  <a:lnTo>
                    <a:pt x="7439393" y="8608979"/>
                  </a:lnTo>
                  <a:lnTo>
                    <a:pt x="7439393" y="8589893"/>
                  </a:lnTo>
                  <a:lnTo>
                    <a:pt x="7496543" y="8589893"/>
                  </a:lnTo>
                  <a:lnTo>
                    <a:pt x="7496543" y="8608979"/>
                  </a:lnTo>
                  <a:close/>
                </a:path>
                <a:path w="8792210" h="8609330">
                  <a:moveTo>
                    <a:pt x="7420343" y="8608979"/>
                  </a:moveTo>
                  <a:lnTo>
                    <a:pt x="7363193" y="8608979"/>
                  </a:lnTo>
                  <a:lnTo>
                    <a:pt x="7363193" y="8589893"/>
                  </a:lnTo>
                  <a:lnTo>
                    <a:pt x="7420343" y="8589893"/>
                  </a:lnTo>
                  <a:lnTo>
                    <a:pt x="7420343" y="8608979"/>
                  </a:lnTo>
                  <a:close/>
                </a:path>
                <a:path w="8792210" h="8609330">
                  <a:moveTo>
                    <a:pt x="7344143" y="8608979"/>
                  </a:moveTo>
                  <a:lnTo>
                    <a:pt x="7286993" y="8608979"/>
                  </a:lnTo>
                  <a:lnTo>
                    <a:pt x="7286993" y="8589893"/>
                  </a:lnTo>
                  <a:lnTo>
                    <a:pt x="7344143" y="8589893"/>
                  </a:lnTo>
                  <a:lnTo>
                    <a:pt x="7344143" y="8608979"/>
                  </a:lnTo>
                  <a:close/>
                </a:path>
                <a:path w="8792210" h="8609330">
                  <a:moveTo>
                    <a:pt x="7267943" y="8608979"/>
                  </a:moveTo>
                  <a:lnTo>
                    <a:pt x="7210793" y="8608979"/>
                  </a:lnTo>
                  <a:lnTo>
                    <a:pt x="7210793" y="8589893"/>
                  </a:lnTo>
                  <a:lnTo>
                    <a:pt x="7267943" y="8589893"/>
                  </a:lnTo>
                  <a:lnTo>
                    <a:pt x="7267943" y="8608979"/>
                  </a:lnTo>
                  <a:close/>
                </a:path>
                <a:path w="8792210" h="8609330">
                  <a:moveTo>
                    <a:pt x="7191743" y="8608979"/>
                  </a:moveTo>
                  <a:lnTo>
                    <a:pt x="7134593" y="8608979"/>
                  </a:lnTo>
                  <a:lnTo>
                    <a:pt x="7134593" y="8589893"/>
                  </a:lnTo>
                  <a:lnTo>
                    <a:pt x="7191743" y="8589893"/>
                  </a:lnTo>
                  <a:lnTo>
                    <a:pt x="7191743" y="8608979"/>
                  </a:lnTo>
                  <a:close/>
                </a:path>
                <a:path w="8792210" h="8609330">
                  <a:moveTo>
                    <a:pt x="7115543" y="8608979"/>
                  </a:moveTo>
                  <a:lnTo>
                    <a:pt x="7058393" y="8608979"/>
                  </a:lnTo>
                  <a:lnTo>
                    <a:pt x="7058393" y="8589893"/>
                  </a:lnTo>
                  <a:lnTo>
                    <a:pt x="7115543" y="8589893"/>
                  </a:lnTo>
                  <a:lnTo>
                    <a:pt x="7115543" y="8608979"/>
                  </a:lnTo>
                  <a:close/>
                </a:path>
                <a:path w="8792210" h="8609330">
                  <a:moveTo>
                    <a:pt x="7039343" y="8608979"/>
                  </a:moveTo>
                  <a:lnTo>
                    <a:pt x="6982193" y="8608979"/>
                  </a:lnTo>
                  <a:lnTo>
                    <a:pt x="6982193" y="8589893"/>
                  </a:lnTo>
                  <a:lnTo>
                    <a:pt x="7039343" y="8589893"/>
                  </a:lnTo>
                  <a:lnTo>
                    <a:pt x="7039343" y="8608979"/>
                  </a:lnTo>
                  <a:close/>
                </a:path>
                <a:path w="8792210" h="8609330">
                  <a:moveTo>
                    <a:pt x="6963143" y="8608979"/>
                  </a:moveTo>
                  <a:lnTo>
                    <a:pt x="6905993" y="8608979"/>
                  </a:lnTo>
                  <a:lnTo>
                    <a:pt x="6905993" y="8589893"/>
                  </a:lnTo>
                  <a:lnTo>
                    <a:pt x="6963143" y="8589893"/>
                  </a:lnTo>
                  <a:lnTo>
                    <a:pt x="6963143" y="8608979"/>
                  </a:lnTo>
                  <a:close/>
                </a:path>
                <a:path w="8792210" h="8609330">
                  <a:moveTo>
                    <a:pt x="6886943" y="8608979"/>
                  </a:moveTo>
                  <a:lnTo>
                    <a:pt x="6829793" y="8608979"/>
                  </a:lnTo>
                  <a:lnTo>
                    <a:pt x="6829793" y="8589893"/>
                  </a:lnTo>
                  <a:lnTo>
                    <a:pt x="6886943" y="8589893"/>
                  </a:lnTo>
                  <a:lnTo>
                    <a:pt x="6886943" y="8608979"/>
                  </a:lnTo>
                  <a:close/>
                </a:path>
                <a:path w="8792210" h="8609330">
                  <a:moveTo>
                    <a:pt x="6810743" y="8608979"/>
                  </a:moveTo>
                  <a:lnTo>
                    <a:pt x="6753593" y="8608979"/>
                  </a:lnTo>
                  <a:lnTo>
                    <a:pt x="6753593" y="8589893"/>
                  </a:lnTo>
                  <a:lnTo>
                    <a:pt x="6810743" y="8589893"/>
                  </a:lnTo>
                  <a:lnTo>
                    <a:pt x="6810743" y="8608979"/>
                  </a:lnTo>
                  <a:close/>
                </a:path>
                <a:path w="8792210" h="8609330">
                  <a:moveTo>
                    <a:pt x="6734543" y="8608979"/>
                  </a:moveTo>
                  <a:lnTo>
                    <a:pt x="6677393" y="8608979"/>
                  </a:lnTo>
                  <a:lnTo>
                    <a:pt x="6677393" y="8589893"/>
                  </a:lnTo>
                  <a:lnTo>
                    <a:pt x="6734543" y="8589893"/>
                  </a:lnTo>
                  <a:lnTo>
                    <a:pt x="6734543" y="8608979"/>
                  </a:lnTo>
                  <a:close/>
                </a:path>
                <a:path w="8792210" h="8609330">
                  <a:moveTo>
                    <a:pt x="6658343" y="8608979"/>
                  </a:moveTo>
                  <a:lnTo>
                    <a:pt x="6601193" y="8608979"/>
                  </a:lnTo>
                  <a:lnTo>
                    <a:pt x="6601193" y="8589893"/>
                  </a:lnTo>
                  <a:lnTo>
                    <a:pt x="6658343" y="8589893"/>
                  </a:lnTo>
                  <a:lnTo>
                    <a:pt x="6658343" y="8608979"/>
                  </a:lnTo>
                  <a:close/>
                </a:path>
                <a:path w="8792210" h="8609330">
                  <a:moveTo>
                    <a:pt x="6582143" y="8608979"/>
                  </a:moveTo>
                  <a:lnTo>
                    <a:pt x="6524993" y="8608979"/>
                  </a:lnTo>
                  <a:lnTo>
                    <a:pt x="6524993" y="8589893"/>
                  </a:lnTo>
                  <a:lnTo>
                    <a:pt x="6582143" y="8589893"/>
                  </a:lnTo>
                  <a:lnTo>
                    <a:pt x="6582143" y="8608979"/>
                  </a:lnTo>
                  <a:close/>
                </a:path>
                <a:path w="8792210" h="8609330">
                  <a:moveTo>
                    <a:pt x="6505944" y="8608979"/>
                  </a:moveTo>
                  <a:lnTo>
                    <a:pt x="6448794" y="8608979"/>
                  </a:lnTo>
                  <a:lnTo>
                    <a:pt x="6448794" y="8589893"/>
                  </a:lnTo>
                  <a:lnTo>
                    <a:pt x="6505944" y="8589893"/>
                  </a:lnTo>
                  <a:lnTo>
                    <a:pt x="6505944" y="8608979"/>
                  </a:lnTo>
                  <a:close/>
                </a:path>
                <a:path w="8792210" h="8609330">
                  <a:moveTo>
                    <a:pt x="6429744" y="8608979"/>
                  </a:moveTo>
                  <a:lnTo>
                    <a:pt x="6372594" y="8608979"/>
                  </a:lnTo>
                  <a:lnTo>
                    <a:pt x="6372594" y="8589893"/>
                  </a:lnTo>
                  <a:lnTo>
                    <a:pt x="6429744" y="8589893"/>
                  </a:lnTo>
                  <a:lnTo>
                    <a:pt x="6429744" y="8608979"/>
                  </a:lnTo>
                  <a:close/>
                </a:path>
                <a:path w="8792210" h="8609330">
                  <a:moveTo>
                    <a:pt x="6353544" y="8608979"/>
                  </a:moveTo>
                  <a:lnTo>
                    <a:pt x="6296394" y="8608979"/>
                  </a:lnTo>
                  <a:lnTo>
                    <a:pt x="6296394" y="8589893"/>
                  </a:lnTo>
                  <a:lnTo>
                    <a:pt x="6353544" y="8589893"/>
                  </a:lnTo>
                  <a:lnTo>
                    <a:pt x="6353544" y="8608979"/>
                  </a:lnTo>
                  <a:close/>
                </a:path>
                <a:path w="8792210" h="8609330">
                  <a:moveTo>
                    <a:pt x="6277344" y="8608979"/>
                  </a:moveTo>
                  <a:lnTo>
                    <a:pt x="6220194" y="8608979"/>
                  </a:lnTo>
                  <a:lnTo>
                    <a:pt x="6220194" y="8589893"/>
                  </a:lnTo>
                  <a:lnTo>
                    <a:pt x="6277344" y="8589893"/>
                  </a:lnTo>
                  <a:lnTo>
                    <a:pt x="6277344" y="8608979"/>
                  </a:lnTo>
                  <a:close/>
                </a:path>
                <a:path w="8792210" h="8609330">
                  <a:moveTo>
                    <a:pt x="6201144" y="8608979"/>
                  </a:moveTo>
                  <a:lnTo>
                    <a:pt x="6143994" y="8608979"/>
                  </a:lnTo>
                  <a:lnTo>
                    <a:pt x="6143994" y="8589893"/>
                  </a:lnTo>
                  <a:lnTo>
                    <a:pt x="6201144" y="8589893"/>
                  </a:lnTo>
                  <a:lnTo>
                    <a:pt x="6201144" y="8608979"/>
                  </a:lnTo>
                  <a:close/>
                </a:path>
                <a:path w="8792210" h="8609330">
                  <a:moveTo>
                    <a:pt x="6124944" y="8608979"/>
                  </a:moveTo>
                  <a:lnTo>
                    <a:pt x="6067794" y="8608979"/>
                  </a:lnTo>
                  <a:lnTo>
                    <a:pt x="6067794" y="8589893"/>
                  </a:lnTo>
                  <a:lnTo>
                    <a:pt x="6124944" y="8589893"/>
                  </a:lnTo>
                  <a:lnTo>
                    <a:pt x="6124944" y="8608979"/>
                  </a:lnTo>
                  <a:close/>
                </a:path>
                <a:path w="8792210" h="8609330">
                  <a:moveTo>
                    <a:pt x="6048744" y="8608979"/>
                  </a:moveTo>
                  <a:lnTo>
                    <a:pt x="5991594" y="8608979"/>
                  </a:lnTo>
                  <a:lnTo>
                    <a:pt x="5991594" y="8589893"/>
                  </a:lnTo>
                  <a:lnTo>
                    <a:pt x="6048744" y="8589893"/>
                  </a:lnTo>
                  <a:lnTo>
                    <a:pt x="6048744" y="8608979"/>
                  </a:lnTo>
                  <a:close/>
                </a:path>
                <a:path w="8792210" h="8609330">
                  <a:moveTo>
                    <a:pt x="5972544" y="8608979"/>
                  </a:moveTo>
                  <a:lnTo>
                    <a:pt x="5915394" y="8608979"/>
                  </a:lnTo>
                  <a:lnTo>
                    <a:pt x="5915394" y="8589893"/>
                  </a:lnTo>
                  <a:lnTo>
                    <a:pt x="5972544" y="8589893"/>
                  </a:lnTo>
                  <a:lnTo>
                    <a:pt x="5972544" y="8608979"/>
                  </a:lnTo>
                  <a:close/>
                </a:path>
                <a:path w="8792210" h="8609330">
                  <a:moveTo>
                    <a:pt x="5896344" y="8608979"/>
                  </a:moveTo>
                  <a:lnTo>
                    <a:pt x="5839194" y="8608979"/>
                  </a:lnTo>
                  <a:lnTo>
                    <a:pt x="5839194" y="8589893"/>
                  </a:lnTo>
                  <a:lnTo>
                    <a:pt x="5896344" y="8589893"/>
                  </a:lnTo>
                  <a:lnTo>
                    <a:pt x="5896344" y="8608979"/>
                  </a:lnTo>
                  <a:close/>
                </a:path>
                <a:path w="8792210" h="8609330">
                  <a:moveTo>
                    <a:pt x="5820144" y="8608979"/>
                  </a:moveTo>
                  <a:lnTo>
                    <a:pt x="5762994" y="8608979"/>
                  </a:lnTo>
                  <a:lnTo>
                    <a:pt x="5762994" y="8589893"/>
                  </a:lnTo>
                  <a:lnTo>
                    <a:pt x="5820144" y="8589893"/>
                  </a:lnTo>
                  <a:lnTo>
                    <a:pt x="5820144" y="8608979"/>
                  </a:lnTo>
                  <a:close/>
                </a:path>
                <a:path w="8792210" h="8609330">
                  <a:moveTo>
                    <a:pt x="5743944" y="8608979"/>
                  </a:moveTo>
                  <a:lnTo>
                    <a:pt x="5686794" y="8608979"/>
                  </a:lnTo>
                  <a:lnTo>
                    <a:pt x="5686794" y="8589893"/>
                  </a:lnTo>
                  <a:lnTo>
                    <a:pt x="5743944" y="8589893"/>
                  </a:lnTo>
                  <a:lnTo>
                    <a:pt x="5743944" y="8608979"/>
                  </a:lnTo>
                  <a:close/>
                </a:path>
                <a:path w="8792210" h="8609330">
                  <a:moveTo>
                    <a:pt x="5667744" y="8608979"/>
                  </a:moveTo>
                  <a:lnTo>
                    <a:pt x="5610594" y="8608979"/>
                  </a:lnTo>
                  <a:lnTo>
                    <a:pt x="5610594" y="8589893"/>
                  </a:lnTo>
                  <a:lnTo>
                    <a:pt x="5667744" y="8589893"/>
                  </a:lnTo>
                  <a:lnTo>
                    <a:pt x="5667744" y="8608979"/>
                  </a:lnTo>
                  <a:close/>
                </a:path>
                <a:path w="8792210" h="8609330">
                  <a:moveTo>
                    <a:pt x="5591544" y="8608979"/>
                  </a:moveTo>
                  <a:lnTo>
                    <a:pt x="5534394" y="8608979"/>
                  </a:lnTo>
                  <a:lnTo>
                    <a:pt x="5534394" y="8589893"/>
                  </a:lnTo>
                  <a:lnTo>
                    <a:pt x="5591544" y="8589893"/>
                  </a:lnTo>
                  <a:lnTo>
                    <a:pt x="5591544" y="8608979"/>
                  </a:lnTo>
                  <a:close/>
                </a:path>
                <a:path w="8792210" h="8609330">
                  <a:moveTo>
                    <a:pt x="5515344" y="8608979"/>
                  </a:moveTo>
                  <a:lnTo>
                    <a:pt x="5458194" y="8608979"/>
                  </a:lnTo>
                  <a:lnTo>
                    <a:pt x="5458194" y="8589893"/>
                  </a:lnTo>
                  <a:lnTo>
                    <a:pt x="5515344" y="8589893"/>
                  </a:lnTo>
                  <a:lnTo>
                    <a:pt x="5515344" y="8608979"/>
                  </a:lnTo>
                  <a:close/>
                </a:path>
                <a:path w="8792210" h="8609330">
                  <a:moveTo>
                    <a:pt x="5439144" y="8608979"/>
                  </a:moveTo>
                  <a:lnTo>
                    <a:pt x="5381994" y="8608979"/>
                  </a:lnTo>
                  <a:lnTo>
                    <a:pt x="5381994" y="8589893"/>
                  </a:lnTo>
                  <a:lnTo>
                    <a:pt x="5439144" y="8589893"/>
                  </a:lnTo>
                  <a:lnTo>
                    <a:pt x="5439144" y="8608979"/>
                  </a:lnTo>
                  <a:close/>
                </a:path>
                <a:path w="8792210" h="8609330">
                  <a:moveTo>
                    <a:pt x="5362944" y="8608979"/>
                  </a:moveTo>
                  <a:lnTo>
                    <a:pt x="5305794" y="8608979"/>
                  </a:lnTo>
                  <a:lnTo>
                    <a:pt x="5305794" y="8589893"/>
                  </a:lnTo>
                  <a:lnTo>
                    <a:pt x="5362944" y="8589893"/>
                  </a:lnTo>
                  <a:lnTo>
                    <a:pt x="5362944" y="8608979"/>
                  </a:lnTo>
                  <a:close/>
                </a:path>
                <a:path w="8792210" h="8609330">
                  <a:moveTo>
                    <a:pt x="5286744" y="8608979"/>
                  </a:moveTo>
                  <a:lnTo>
                    <a:pt x="5229594" y="8608979"/>
                  </a:lnTo>
                  <a:lnTo>
                    <a:pt x="5229594" y="8589893"/>
                  </a:lnTo>
                  <a:lnTo>
                    <a:pt x="5286744" y="8589893"/>
                  </a:lnTo>
                  <a:lnTo>
                    <a:pt x="5286744" y="8608979"/>
                  </a:lnTo>
                  <a:close/>
                </a:path>
                <a:path w="8792210" h="8609330">
                  <a:moveTo>
                    <a:pt x="5210544" y="8608979"/>
                  </a:moveTo>
                  <a:lnTo>
                    <a:pt x="5153394" y="8608979"/>
                  </a:lnTo>
                  <a:lnTo>
                    <a:pt x="5153394" y="8589893"/>
                  </a:lnTo>
                  <a:lnTo>
                    <a:pt x="5210544" y="8589893"/>
                  </a:lnTo>
                  <a:lnTo>
                    <a:pt x="5210544" y="8608979"/>
                  </a:lnTo>
                  <a:close/>
                </a:path>
                <a:path w="8792210" h="8609330">
                  <a:moveTo>
                    <a:pt x="5134344" y="8608979"/>
                  </a:moveTo>
                  <a:lnTo>
                    <a:pt x="5077194" y="8608979"/>
                  </a:lnTo>
                  <a:lnTo>
                    <a:pt x="5077194" y="8589893"/>
                  </a:lnTo>
                  <a:lnTo>
                    <a:pt x="5134344" y="8589893"/>
                  </a:lnTo>
                  <a:lnTo>
                    <a:pt x="5134344" y="8608979"/>
                  </a:lnTo>
                  <a:close/>
                </a:path>
                <a:path w="8792210" h="8609330">
                  <a:moveTo>
                    <a:pt x="5058144" y="8608979"/>
                  </a:moveTo>
                  <a:lnTo>
                    <a:pt x="5000994" y="8608979"/>
                  </a:lnTo>
                  <a:lnTo>
                    <a:pt x="5000994" y="8589893"/>
                  </a:lnTo>
                  <a:lnTo>
                    <a:pt x="5058144" y="8589893"/>
                  </a:lnTo>
                  <a:lnTo>
                    <a:pt x="5058144" y="8608979"/>
                  </a:lnTo>
                  <a:close/>
                </a:path>
                <a:path w="8792210" h="8609330">
                  <a:moveTo>
                    <a:pt x="4981944" y="8608979"/>
                  </a:moveTo>
                  <a:lnTo>
                    <a:pt x="4924794" y="8608979"/>
                  </a:lnTo>
                  <a:lnTo>
                    <a:pt x="4924794" y="8589893"/>
                  </a:lnTo>
                  <a:lnTo>
                    <a:pt x="4981944" y="8589893"/>
                  </a:lnTo>
                  <a:lnTo>
                    <a:pt x="4981944" y="8608979"/>
                  </a:lnTo>
                  <a:close/>
                </a:path>
                <a:path w="8792210" h="8609330">
                  <a:moveTo>
                    <a:pt x="4905744" y="8608979"/>
                  </a:moveTo>
                  <a:lnTo>
                    <a:pt x="4848593" y="8608979"/>
                  </a:lnTo>
                  <a:lnTo>
                    <a:pt x="4848593" y="8589893"/>
                  </a:lnTo>
                  <a:lnTo>
                    <a:pt x="4905744" y="8589893"/>
                  </a:lnTo>
                  <a:lnTo>
                    <a:pt x="4905744" y="8608979"/>
                  </a:lnTo>
                  <a:close/>
                </a:path>
                <a:path w="8792210" h="8609330">
                  <a:moveTo>
                    <a:pt x="4829543" y="8608979"/>
                  </a:moveTo>
                  <a:lnTo>
                    <a:pt x="4772393" y="8608979"/>
                  </a:lnTo>
                  <a:lnTo>
                    <a:pt x="4772393" y="8589893"/>
                  </a:lnTo>
                  <a:lnTo>
                    <a:pt x="4829543" y="8589893"/>
                  </a:lnTo>
                  <a:lnTo>
                    <a:pt x="4829543" y="8608979"/>
                  </a:lnTo>
                  <a:close/>
                </a:path>
                <a:path w="8792210" h="8609330">
                  <a:moveTo>
                    <a:pt x="4753343" y="8608979"/>
                  </a:moveTo>
                  <a:lnTo>
                    <a:pt x="4696193" y="8608979"/>
                  </a:lnTo>
                  <a:lnTo>
                    <a:pt x="4696193" y="8589893"/>
                  </a:lnTo>
                  <a:lnTo>
                    <a:pt x="4753343" y="8589893"/>
                  </a:lnTo>
                  <a:lnTo>
                    <a:pt x="4753343" y="8608979"/>
                  </a:lnTo>
                  <a:close/>
                </a:path>
                <a:path w="8792210" h="8609330">
                  <a:moveTo>
                    <a:pt x="4677143" y="8608979"/>
                  </a:moveTo>
                  <a:lnTo>
                    <a:pt x="4619993" y="8608979"/>
                  </a:lnTo>
                  <a:lnTo>
                    <a:pt x="4619993" y="8589893"/>
                  </a:lnTo>
                  <a:lnTo>
                    <a:pt x="4677143" y="8589893"/>
                  </a:lnTo>
                  <a:lnTo>
                    <a:pt x="4677143" y="8608979"/>
                  </a:lnTo>
                  <a:close/>
                </a:path>
                <a:path w="8792210" h="8609330">
                  <a:moveTo>
                    <a:pt x="4600943" y="8608979"/>
                  </a:moveTo>
                  <a:lnTo>
                    <a:pt x="4543793" y="8608979"/>
                  </a:lnTo>
                  <a:lnTo>
                    <a:pt x="4543793" y="8589893"/>
                  </a:lnTo>
                  <a:lnTo>
                    <a:pt x="4600943" y="8589893"/>
                  </a:lnTo>
                  <a:lnTo>
                    <a:pt x="4600943" y="8608979"/>
                  </a:lnTo>
                  <a:close/>
                </a:path>
                <a:path w="8792210" h="8609330">
                  <a:moveTo>
                    <a:pt x="4524743" y="8608979"/>
                  </a:moveTo>
                  <a:lnTo>
                    <a:pt x="4467593" y="8608979"/>
                  </a:lnTo>
                  <a:lnTo>
                    <a:pt x="4467593" y="8589893"/>
                  </a:lnTo>
                  <a:lnTo>
                    <a:pt x="4524743" y="8589893"/>
                  </a:lnTo>
                  <a:lnTo>
                    <a:pt x="4524743" y="8608979"/>
                  </a:lnTo>
                  <a:close/>
                </a:path>
                <a:path w="8792210" h="8609330">
                  <a:moveTo>
                    <a:pt x="4448543" y="8608979"/>
                  </a:moveTo>
                  <a:lnTo>
                    <a:pt x="4391394" y="8608979"/>
                  </a:lnTo>
                  <a:lnTo>
                    <a:pt x="4391394" y="8589893"/>
                  </a:lnTo>
                  <a:lnTo>
                    <a:pt x="4448543" y="8589893"/>
                  </a:lnTo>
                  <a:lnTo>
                    <a:pt x="4448543" y="8608979"/>
                  </a:lnTo>
                  <a:close/>
                </a:path>
                <a:path w="8792210" h="8609330">
                  <a:moveTo>
                    <a:pt x="4372344" y="8608979"/>
                  </a:moveTo>
                  <a:lnTo>
                    <a:pt x="4315193" y="8608979"/>
                  </a:lnTo>
                  <a:lnTo>
                    <a:pt x="4315193" y="8589893"/>
                  </a:lnTo>
                  <a:lnTo>
                    <a:pt x="4372344" y="8589893"/>
                  </a:lnTo>
                  <a:lnTo>
                    <a:pt x="4372344" y="8608979"/>
                  </a:lnTo>
                  <a:close/>
                </a:path>
                <a:path w="8792210" h="8609330">
                  <a:moveTo>
                    <a:pt x="4296143" y="8608979"/>
                  </a:moveTo>
                  <a:lnTo>
                    <a:pt x="4238993" y="8608979"/>
                  </a:lnTo>
                  <a:lnTo>
                    <a:pt x="4238993" y="8589893"/>
                  </a:lnTo>
                  <a:lnTo>
                    <a:pt x="4296143" y="8589893"/>
                  </a:lnTo>
                  <a:lnTo>
                    <a:pt x="4296143" y="8608979"/>
                  </a:lnTo>
                  <a:close/>
                </a:path>
                <a:path w="8792210" h="8609330">
                  <a:moveTo>
                    <a:pt x="4219943" y="8608979"/>
                  </a:moveTo>
                  <a:lnTo>
                    <a:pt x="4162793" y="8608979"/>
                  </a:lnTo>
                  <a:lnTo>
                    <a:pt x="4162793" y="8589893"/>
                  </a:lnTo>
                  <a:lnTo>
                    <a:pt x="4219943" y="8589893"/>
                  </a:lnTo>
                  <a:lnTo>
                    <a:pt x="4219943" y="8608979"/>
                  </a:lnTo>
                  <a:close/>
                </a:path>
                <a:path w="8792210" h="8609330">
                  <a:moveTo>
                    <a:pt x="4143744" y="8608979"/>
                  </a:moveTo>
                  <a:lnTo>
                    <a:pt x="4086593" y="8608979"/>
                  </a:lnTo>
                  <a:lnTo>
                    <a:pt x="4086593" y="8589893"/>
                  </a:lnTo>
                  <a:lnTo>
                    <a:pt x="4143744" y="8589893"/>
                  </a:lnTo>
                  <a:lnTo>
                    <a:pt x="4143744" y="8608979"/>
                  </a:lnTo>
                  <a:close/>
                </a:path>
                <a:path w="8792210" h="8609330">
                  <a:moveTo>
                    <a:pt x="4067543" y="8608979"/>
                  </a:moveTo>
                  <a:lnTo>
                    <a:pt x="4010393" y="8608979"/>
                  </a:lnTo>
                  <a:lnTo>
                    <a:pt x="4010393" y="8589893"/>
                  </a:lnTo>
                  <a:lnTo>
                    <a:pt x="4067543" y="8589893"/>
                  </a:lnTo>
                  <a:lnTo>
                    <a:pt x="4067543" y="8608979"/>
                  </a:lnTo>
                  <a:close/>
                </a:path>
                <a:path w="8792210" h="8609330">
                  <a:moveTo>
                    <a:pt x="3991343" y="8608979"/>
                  </a:moveTo>
                  <a:lnTo>
                    <a:pt x="3934193" y="8608979"/>
                  </a:lnTo>
                  <a:lnTo>
                    <a:pt x="3934193" y="8589893"/>
                  </a:lnTo>
                  <a:lnTo>
                    <a:pt x="3991343" y="8589893"/>
                  </a:lnTo>
                  <a:lnTo>
                    <a:pt x="3991343" y="8608979"/>
                  </a:lnTo>
                  <a:close/>
                </a:path>
                <a:path w="8792210" h="8609330">
                  <a:moveTo>
                    <a:pt x="3915144" y="8608979"/>
                  </a:moveTo>
                  <a:lnTo>
                    <a:pt x="3857993" y="8608979"/>
                  </a:lnTo>
                  <a:lnTo>
                    <a:pt x="3857993" y="8589893"/>
                  </a:lnTo>
                  <a:lnTo>
                    <a:pt x="3915144" y="8589893"/>
                  </a:lnTo>
                  <a:lnTo>
                    <a:pt x="3915144" y="8608979"/>
                  </a:lnTo>
                  <a:close/>
                </a:path>
                <a:path w="8792210" h="8609330">
                  <a:moveTo>
                    <a:pt x="3838943" y="8608979"/>
                  </a:moveTo>
                  <a:lnTo>
                    <a:pt x="3781794" y="8608979"/>
                  </a:lnTo>
                  <a:lnTo>
                    <a:pt x="3781794" y="8589893"/>
                  </a:lnTo>
                  <a:lnTo>
                    <a:pt x="3838943" y="8589893"/>
                  </a:lnTo>
                  <a:lnTo>
                    <a:pt x="3838943" y="8608979"/>
                  </a:lnTo>
                  <a:close/>
                </a:path>
                <a:path w="8792210" h="8609330">
                  <a:moveTo>
                    <a:pt x="3762744" y="8608979"/>
                  </a:moveTo>
                  <a:lnTo>
                    <a:pt x="3705593" y="8608979"/>
                  </a:lnTo>
                  <a:lnTo>
                    <a:pt x="3705593" y="8589893"/>
                  </a:lnTo>
                  <a:lnTo>
                    <a:pt x="3762744" y="8589893"/>
                  </a:lnTo>
                  <a:lnTo>
                    <a:pt x="3762744" y="8608979"/>
                  </a:lnTo>
                  <a:close/>
                </a:path>
                <a:path w="8792210" h="8609330">
                  <a:moveTo>
                    <a:pt x="3686543" y="8608979"/>
                  </a:moveTo>
                  <a:lnTo>
                    <a:pt x="3629393" y="8608979"/>
                  </a:lnTo>
                  <a:lnTo>
                    <a:pt x="3629393" y="8589893"/>
                  </a:lnTo>
                  <a:lnTo>
                    <a:pt x="3686543" y="8589893"/>
                  </a:lnTo>
                  <a:lnTo>
                    <a:pt x="3686543" y="8608979"/>
                  </a:lnTo>
                  <a:close/>
                </a:path>
                <a:path w="8792210" h="8609330">
                  <a:moveTo>
                    <a:pt x="3610343" y="8608979"/>
                  </a:moveTo>
                  <a:lnTo>
                    <a:pt x="3553194" y="8608979"/>
                  </a:lnTo>
                  <a:lnTo>
                    <a:pt x="3553194" y="8589893"/>
                  </a:lnTo>
                  <a:lnTo>
                    <a:pt x="3610343" y="8589893"/>
                  </a:lnTo>
                  <a:lnTo>
                    <a:pt x="3610343" y="8608979"/>
                  </a:lnTo>
                  <a:close/>
                </a:path>
                <a:path w="8792210" h="8609330">
                  <a:moveTo>
                    <a:pt x="3534144" y="8608979"/>
                  </a:moveTo>
                  <a:lnTo>
                    <a:pt x="3476993" y="8608979"/>
                  </a:lnTo>
                  <a:lnTo>
                    <a:pt x="3476993" y="8589893"/>
                  </a:lnTo>
                  <a:lnTo>
                    <a:pt x="3534144" y="8589893"/>
                  </a:lnTo>
                  <a:lnTo>
                    <a:pt x="3534144" y="8608979"/>
                  </a:lnTo>
                  <a:close/>
                </a:path>
                <a:path w="8792210" h="8609330">
                  <a:moveTo>
                    <a:pt x="3457943" y="8608979"/>
                  </a:moveTo>
                  <a:lnTo>
                    <a:pt x="3400794" y="8608979"/>
                  </a:lnTo>
                  <a:lnTo>
                    <a:pt x="3400794" y="8589893"/>
                  </a:lnTo>
                  <a:lnTo>
                    <a:pt x="3457943" y="8589893"/>
                  </a:lnTo>
                  <a:lnTo>
                    <a:pt x="3457943" y="8608979"/>
                  </a:lnTo>
                  <a:close/>
                </a:path>
                <a:path w="8792210" h="8609330">
                  <a:moveTo>
                    <a:pt x="3381743" y="8608979"/>
                  </a:moveTo>
                  <a:lnTo>
                    <a:pt x="3324594" y="8608979"/>
                  </a:lnTo>
                  <a:lnTo>
                    <a:pt x="3324594" y="8589893"/>
                  </a:lnTo>
                  <a:lnTo>
                    <a:pt x="3381743" y="8589893"/>
                  </a:lnTo>
                  <a:lnTo>
                    <a:pt x="3381743" y="8608979"/>
                  </a:lnTo>
                  <a:close/>
                </a:path>
                <a:path w="8792210" h="8609330">
                  <a:moveTo>
                    <a:pt x="3305544" y="8608979"/>
                  </a:moveTo>
                  <a:lnTo>
                    <a:pt x="3248393" y="8608979"/>
                  </a:lnTo>
                  <a:lnTo>
                    <a:pt x="3248393" y="8589893"/>
                  </a:lnTo>
                  <a:lnTo>
                    <a:pt x="3305544" y="8589893"/>
                  </a:lnTo>
                  <a:lnTo>
                    <a:pt x="3305544" y="8608979"/>
                  </a:lnTo>
                  <a:close/>
                </a:path>
                <a:path w="8792210" h="8609330">
                  <a:moveTo>
                    <a:pt x="3229343" y="8608979"/>
                  </a:moveTo>
                  <a:lnTo>
                    <a:pt x="3172194" y="8608979"/>
                  </a:lnTo>
                  <a:lnTo>
                    <a:pt x="3172194" y="8589893"/>
                  </a:lnTo>
                  <a:lnTo>
                    <a:pt x="3229343" y="8589893"/>
                  </a:lnTo>
                  <a:lnTo>
                    <a:pt x="3229343" y="8608979"/>
                  </a:lnTo>
                  <a:close/>
                </a:path>
                <a:path w="8792210" h="8609330">
                  <a:moveTo>
                    <a:pt x="3153143" y="8608979"/>
                  </a:moveTo>
                  <a:lnTo>
                    <a:pt x="3095993" y="8608979"/>
                  </a:lnTo>
                  <a:lnTo>
                    <a:pt x="3095993" y="8589893"/>
                  </a:lnTo>
                  <a:lnTo>
                    <a:pt x="3153143" y="8589893"/>
                  </a:lnTo>
                  <a:lnTo>
                    <a:pt x="3153143" y="8608979"/>
                  </a:lnTo>
                  <a:close/>
                </a:path>
                <a:path w="8792210" h="8609330">
                  <a:moveTo>
                    <a:pt x="3076944" y="8608979"/>
                  </a:moveTo>
                  <a:lnTo>
                    <a:pt x="3019793" y="8608979"/>
                  </a:lnTo>
                  <a:lnTo>
                    <a:pt x="3019793" y="8589893"/>
                  </a:lnTo>
                  <a:lnTo>
                    <a:pt x="3076944" y="8589893"/>
                  </a:lnTo>
                  <a:lnTo>
                    <a:pt x="3076944" y="8608979"/>
                  </a:lnTo>
                  <a:close/>
                </a:path>
                <a:path w="8792210" h="8609330">
                  <a:moveTo>
                    <a:pt x="3000743" y="8608979"/>
                  </a:moveTo>
                  <a:lnTo>
                    <a:pt x="2943594" y="8608979"/>
                  </a:lnTo>
                  <a:lnTo>
                    <a:pt x="2943594" y="8589893"/>
                  </a:lnTo>
                  <a:lnTo>
                    <a:pt x="3000743" y="8589893"/>
                  </a:lnTo>
                  <a:lnTo>
                    <a:pt x="3000743" y="8608979"/>
                  </a:lnTo>
                  <a:close/>
                </a:path>
                <a:path w="8792210" h="8609330">
                  <a:moveTo>
                    <a:pt x="2924543" y="8608979"/>
                  </a:moveTo>
                  <a:lnTo>
                    <a:pt x="2867393" y="8608979"/>
                  </a:lnTo>
                  <a:lnTo>
                    <a:pt x="2867393" y="8589893"/>
                  </a:lnTo>
                  <a:lnTo>
                    <a:pt x="2924543" y="8589893"/>
                  </a:lnTo>
                  <a:lnTo>
                    <a:pt x="2924543" y="8608979"/>
                  </a:lnTo>
                  <a:close/>
                </a:path>
                <a:path w="8792210" h="8609330">
                  <a:moveTo>
                    <a:pt x="2848344" y="8608979"/>
                  </a:moveTo>
                  <a:lnTo>
                    <a:pt x="2791193" y="8608979"/>
                  </a:lnTo>
                  <a:lnTo>
                    <a:pt x="2791193" y="8589893"/>
                  </a:lnTo>
                  <a:lnTo>
                    <a:pt x="2848344" y="8589893"/>
                  </a:lnTo>
                  <a:lnTo>
                    <a:pt x="2848344" y="8608979"/>
                  </a:lnTo>
                  <a:close/>
                </a:path>
                <a:path w="8792210" h="8609330">
                  <a:moveTo>
                    <a:pt x="2772143" y="8608979"/>
                  </a:moveTo>
                  <a:lnTo>
                    <a:pt x="2714994" y="8608979"/>
                  </a:lnTo>
                  <a:lnTo>
                    <a:pt x="2714994" y="8589893"/>
                  </a:lnTo>
                  <a:lnTo>
                    <a:pt x="2772143" y="8589893"/>
                  </a:lnTo>
                  <a:lnTo>
                    <a:pt x="2772143" y="8608979"/>
                  </a:lnTo>
                  <a:close/>
                </a:path>
                <a:path w="8792210" h="8609330">
                  <a:moveTo>
                    <a:pt x="2695943" y="8608979"/>
                  </a:moveTo>
                  <a:lnTo>
                    <a:pt x="2638793" y="8608979"/>
                  </a:lnTo>
                  <a:lnTo>
                    <a:pt x="2638793" y="8589893"/>
                  </a:lnTo>
                  <a:lnTo>
                    <a:pt x="2695943" y="8589893"/>
                  </a:lnTo>
                  <a:lnTo>
                    <a:pt x="2695943" y="8608979"/>
                  </a:lnTo>
                  <a:close/>
                </a:path>
                <a:path w="8792210" h="8609330">
                  <a:moveTo>
                    <a:pt x="2619743" y="8608979"/>
                  </a:moveTo>
                  <a:lnTo>
                    <a:pt x="2562593" y="8608979"/>
                  </a:lnTo>
                  <a:lnTo>
                    <a:pt x="2562593" y="8589893"/>
                  </a:lnTo>
                  <a:lnTo>
                    <a:pt x="2619743" y="8589893"/>
                  </a:lnTo>
                  <a:lnTo>
                    <a:pt x="2619743" y="8608979"/>
                  </a:lnTo>
                  <a:close/>
                </a:path>
                <a:path w="8792210" h="8609330">
                  <a:moveTo>
                    <a:pt x="2543543" y="8608979"/>
                  </a:moveTo>
                  <a:lnTo>
                    <a:pt x="2486394" y="8608979"/>
                  </a:lnTo>
                  <a:lnTo>
                    <a:pt x="2486394" y="8589893"/>
                  </a:lnTo>
                  <a:lnTo>
                    <a:pt x="2543543" y="8589893"/>
                  </a:lnTo>
                  <a:lnTo>
                    <a:pt x="2543543" y="8608979"/>
                  </a:lnTo>
                  <a:close/>
                </a:path>
                <a:path w="8792210" h="8609330">
                  <a:moveTo>
                    <a:pt x="2467344" y="8608979"/>
                  </a:moveTo>
                  <a:lnTo>
                    <a:pt x="2410193" y="8608979"/>
                  </a:lnTo>
                  <a:lnTo>
                    <a:pt x="2410193" y="8589893"/>
                  </a:lnTo>
                  <a:lnTo>
                    <a:pt x="2467344" y="8589893"/>
                  </a:lnTo>
                  <a:lnTo>
                    <a:pt x="2467344" y="8608979"/>
                  </a:lnTo>
                  <a:close/>
                </a:path>
                <a:path w="8792210" h="8609330">
                  <a:moveTo>
                    <a:pt x="2391143" y="8608979"/>
                  </a:moveTo>
                  <a:lnTo>
                    <a:pt x="2333993" y="8608979"/>
                  </a:lnTo>
                  <a:lnTo>
                    <a:pt x="2333993" y="8589893"/>
                  </a:lnTo>
                  <a:lnTo>
                    <a:pt x="2391143" y="8589893"/>
                  </a:lnTo>
                  <a:lnTo>
                    <a:pt x="2391143" y="8608979"/>
                  </a:lnTo>
                  <a:close/>
                </a:path>
                <a:path w="8792210" h="8609330">
                  <a:moveTo>
                    <a:pt x="2314943" y="8608979"/>
                  </a:moveTo>
                  <a:lnTo>
                    <a:pt x="2257793" y="8608979"/>
                  </a:lnTo>
                  <a:lnTo>
                    <a:pt x="2257793" y="8589893"/>
                  </a:lnTo>
                  <a:lnTo>
                    <a:pt x="2314943" y="8589893"/>
                  </a:lnTo>
                  <a:lnTo>
                    <a:pt x="2314943" y="8608979"/>
                  </a:lnTo>
                  <a:close/>
                </a:path>
                <a:path w="8792210" h="8609330">
                  <a:moveTo>
                    <a:pt x="2238744" y="8608979"/>
                  </a:moveTo>
                  <a:lnTo>
                    <a:pt x="2181593" y="8608979"/>
                  </a:lnTo>
                  <a:lnTo>
                    <a:pt x="2181593" y="8589893"/>
                  </a:lnTo>
                  <a:lnTo>
                    <a:pt x="2238744" y="8589893"/>
                  </a:lnTo>
                  <a:lnTo>
                    <a:pt x="2238744" y="8608979"/>
                  </a:lnTo>
                  <a:close/>
                </a:path>
                <a:path w="8792210" h="8609330">
                  <a:moveTo>
                    <a:pt x="2162543" y="8608979"/>
                  </a:moveTo>
                  <a:lnTo>
                    <a:pt x="2105393" y="8608979"/>
                  </a:lnTo>
                  <a:lnTo>
                    <a:pt x="2105393" y="8589893"/>
                  </a:lnTo>
                  <a:lnTo>
                    <a:pt x="2162543" y="8589893"/>
                  </a:lnTo>
                  <a:lnTo>
                    <a:pt x="2162543" y="8608979"/>
                  </a:lnTo>
                  <a:close/>
                </a:path>
                <a:path w="8792210" h="8609330">
                  <a:moveTo>
                    <a:pt x="2086343" y="8608979"/>
                  </a:moveTo>
                  <a:lnTo>
                    <a:pt x="2029193" y="8608979"/>
                  </a:lnTo>
                  <a:lnTo>
                    <a:pt x="2029193" y="8589893"/>
                  </a:lnTo>
                  <a:lnTo>
                    <a:pt x="2086343" y="8589893"/>
                  </a:lnTo>
                  <a:lnTo>
                    <a:pt x="2086343" y="8608979"/>
                  </a:lnTo>
                  <a:close/>
                </a:path>
                <a:path w="8792210" h="8609330">
                  <a:moveTo>
                    <a:pt x="2010144" y="8608979"/>
                  </a:moveTo>
                  <a:lnTo>
                    <a:pt x="1952993" y="8608979"/>
                  </a:lnTo>
                  <a:lnTo>
                    <a:pt x="1952993" y="8589893"/>
                  </a:lnTo>
                  <a:lnTo>
                    <a:pt x="2010144" y="8589893"/>
                  </a:lnTo>
                  <a:lnTo>
                    <a:pt x="2010144" y="8608979"/>
                  </a:lnTo>
                  <a:close/>
                </a:path>
                <a:path w="8792210" h="8609330">
                  <a:moveTo>
                    <a:pt x="1933943" y="8608979"/>
                  </a:moveTo>
                  <a:lnTo>
                    <a:pt x="1876793" y="8608979"/>
                  </a:lnTo>
                  <a:lnTo>
                    <a:pt x="1876793" y="8589893"/>
                  </a:lnTo>
                  <a:lnTo>
                    <a:pt x="1933943" y="8589893"/>
                  </a:lnTo>
                  <a:lnTo>
                    <a:pt x="1933943" y="8608979"/>
                  </a:lnTo>
                  <a:close/>
                </a:path>
                <a:path w="8792210" h="8609330">
                  <a:moveTo>
                    <a:pt x="1857743" y="8608979"/>
                  </a:moveTo>
                  <a:lnTo>
                    <a:pt x="1800593" y="8608979"/>
                  </a:lnTo>
                  <a:lnTo>
                    <a:pt x="1800593" y="8589893"/>
                  </a:lnTo>
                  <a:lnTo>
                    <a:pt x="1857743" y="8589893"/>
                  </a:lnTo>
                  <a:lnTo>
                    <a:pt x="1857743" y="8608979"/>
                  </a:lnTo>
                  <a:close/>
                </a:path>
                <a:path w="8792210" h="8609330">
                  <a:moveTo>
                    <a:pt x="1781544" y="8608979"/>
                  </a:moveTo>
                  <a:lnTo>
                    <a:pt x="1724393" y="8608979"/>
                  </a:lnTo>
                  <a:lnTo>
                    <a:pt x="1724393" y="8589893"/>
                  </a:lnTo>
                  <a:lnTo>
                    <a:pt x="1781544" y="8589893"/>
                  </a:lnTo>
                  <a:lnTo>
                    <a:pt x="1781544" y="8608979"/>
                  </a:lnTo>
                  <a:close/>
                </a:path>
                <a:path w="8792210" h="8609330">
                  <a:moveTo>
                    <a:pt x="1705343" y="8608979"/>
                  </a:moveTo>
                  <a:lnTo>
                    <a:pt x="1648194" y="8608979"/>
                  </a:lnTo>
                  <a:lnTo>
                    <a:pt x="1648194" y="8589893"/>
                  </a:lnTo>
                  <a:lnTo>
                    <a:pt x="1705343" y="8589893"/>
                  </a:lnTo>
                  <a:lnTo>
                    <a:pt x="1705343" y="8608979"/>
                  </a:lnTo>
                  <a:close/>
                </a:path>
                <a:path w="8792210" h="8609330">
                  <a:moveTo>
                    <a:pt x="1629143" y="8608979"/>
                  </a:moveTo>
                  <a:lnTo>
                    <a:pt x="1571993" y="8608979"/>
                  </a:lnTo>
                  <a:lnTo>
                    <a:pt x="1571993" y="8589893"/>
                  </a:lnTo>
                  <a:lnTo>
                    <a:pt x="1629143" y="8589893"/>
                  </a:lnTo>
                  <a:lnTo>
                    <a:pt x="1629143" y="8608979"/>
                  </a:lnTo>
                  <a:close/>
                </a:path>
                <a:path w="8792210" h="8609330">
                  <a:moveTo>
                    <a:pt x="1552943" y="8608979"/>
                  </a:moveTo>
                  <a:lnTo>
                    <a:pt x="1495793" y="8608979"/>
                  </a:lnTo>
                  <a:lnTo>
                    <a:pt x="1495793" y="8589893"/>
                  </a:lnTo>
                  <a:lnTo>
                    <a:pt x="1552943" y="8589893"/>
                  </a:lnTo>
                  <a:lnTo>
                    <a:pt x="1552943" y="8608979"/>
                  </a:lnTo>
                  <a:close/>
                </a:path>
                <a:path w="8792210" h="8609330">
                  <a:moveTo>
                    <a:pt x="1476743" y="8608979"/>
                  </a:moveTo>
                  <a:lnTo>
                    <a:pt x="1419594" y="8608979"/>
                  </a:lnTo>
                  <a:lnTo>
                    <a:pt x="1419594" y="8589893"/>
                  </a:lnTo>
                  <a:lnTo>
                    <a:pt x="1476743" y="8589893"/>
                  </a:lnTo>
                  <a:lnTo>
                    <a:pt x="1476743" y="8608979"/>
                  </a:lnTo>
                  <a:close/>
                </a:path>
                <a:path w="8792210" h="8609330">
                  <a:moveTo>
                    <a:pt x="1400543" y="8608979"/>
                  </a:moveTo>
                  <a:lnTo>
                    <a:pt x="1343393" y="8608979"/>
                  </a:lnTo>
                  <a:lnTo>
                    <a:pt x="1343393" y="8589893"/>
                  </a:lnTo>
                  <a:lnTo>
                    <a:pt x="1400543" y="8589893"/>
                  </a:lnTo>
                  <a:lnTo>
                    <a:pt x="1400543" y="8608979"/>
                  </a:lnTo>
                  <a:close/>
                </a:path>
                <a:path w="8792210" h="8609330">
                  <a:moveTo>
                    <a:pt x="1324343" y="8608979"/>
                  </a:moveTo>
                  <a:lnTo>
                    <a:pt x="1267193" y="8608979"/>
                  </a:lnTo>
                  <a:lnTo>
                    <a:pt x="1267193" y="8589893"/>
                  </a:lnTo>
                  <a:lnTo>
                    <a:pt x="1324343" y="8589893"/>
                  </a:lnTo>
                  <a:lnTo>
                    <a:pt x="1324343" y="8608979"/>
                  </a:lnTo>
                  <a:close/>
                </a:path>
                <a:path w="8792210" h="8609330">
                  <a:moveTo>
                    <a:pt x="1248143" y="8608979"/>
                  </a:moveTo>
                  <a:lnTo>
                    <a:pt x="1190993" y="8608979"/>
                  </a:lnTo>
                  <a:lnTo>
                    <a:pt x="1190993" y="8589893"/>
                  </a:lnTo>
                  <a:lnTo>
                    <a:pt x="1248143" y="8589893"/>
                  </a:lnTo>
                  <a:lnTo>
                    <a:pt x="1248143" y="8608979"/>
                  </a:lnTo>
                  <a:close/>
                </a:path>
                <a:path w="8792210" h="8609330">
                  <a:moveTo>
                    <a:pt x="1171943" y="8608979"/>
                  </a:moveTo>
                  <a:lnTo>
                    <a:pt x="1114793" y="8608979"/>
                  </a:lnTo>
                  <a:lnTo>
                    <a:pt x="1114793" y="8589893"/>
                  </a:lnTo>
                  <a:lnTo>
                    <a:pt x="1171943" y="8589893"/>
                  </a:lnTo>
                  <a:lnTo>
                    <a:pt x="1171943" y="8608979"/>
                  </a:lnTo>
                  <a:close/>
                </a:path>
                <a:path w="8792210" h="8609330">
                  <a:moveTo>
                    <a:pt x="1095743" y="8608979"/>
                  </a:moveTo>
                  <a:lnTo>
                    <a:pt x="1038593" y="8608979"/>
                  </a:lnTo>
                  <a:lnTo>
                    <a:pt x="1038593" y="8589893"/>
                  </a:lnTo>
                  <a:lnTo>
                    <a:pt x="1095743" y="8589893"/>
                  </a:lnTo>
                  <a:lnTo>
                    <a:pt x="1095743" y="8608979"/>
                  </a:lnTo>
                  <a:close/>
                </a:path>
                <a:path w="8792210" h="8609330">
                  <a:moveTo>
                    <a:pt x="1019543" y="8608979"/>
                  </a:moveTo>
                  <a:lnTo>
                    <a:pt x="962393" y="8608979"/>
                  </a:lnTo>
                  <a:lnTo>
                    <a:pt x="962393" y="8589893"/>
                  </a:lnTo>
                  <a:lnTo>
                    <a:pt x="1019543" y="8589893"/>
                  </a:lnTo>
                  <a:lnTo>
                    <a:pt x="1019543" y="8608979"/>
                  </a:lnTo>
                  <a:close/>
                </a:path>
                <a:path w="8792210" h="8609330">
                  <a:moveTo>
                    <a:pt x="943343" y="8608979"/>
                  </a:moveTo>
                  <a:lnTo>
                    <a:pt x="886193" y="8608979"/>
                  </a:lnTo>
                  <a:lnTo>
                    <a:pt x="886193" y="8589893"/>
                  </a:lnTo>
                  <a:lnTo>
                    <a:pt x="943343" y="8589893"/>
                  </a:lnTo>
                  <a:lnTo>
                    <a:pt x="943343" y="8608979"/>
                  </a:lnTo>
                  <a:close/>
                </a:path>
                <a:path w="8792210" h="8609330">
                  <a:moveTo>
                    <a:pt x="867143" y="8608979"/>
                  </a:moveTo>
                  <a:lnTo>
                    <a:pt x="809993" y="8608979"/>
                  </a:lnTo>
                  <a:lnTo>
                    <a:pt x="809993" y="8589893"/>
                  </a:lnTo>
                  <a:lnTo>
                    <a:pt x="867143" y="8589893"/>
                  </a:lnTo>
                  <a:lnTo>
                    <a:pt x="867143" y="8608979"/>
                  </a:lnTo>
                  <a:close/>
                </a:path>
                <a:path w="8792210" h="8609330">
                  <a:moveTo>
                    <a:pt x="790943" y="8608979"/>
                  </a:moveTo>
                  <a:lnTo>
                    <a:pt x="733793" y="8608979"/>
                  </a:lnTo>
                  <a:lnTo>
                    <a:pt x="733793" y="8589893"/>
                  </a:lnTo>
                  <a:lnTo>
                    <a:pt x="790943" y="8589893"/>
                  </a:lnTo>
                  <a:lnTo>
                    <a:pt x="790943" y="8608979"/>
                  </a:lnTo>
                  <a:close/>
                </a:path>
                <a:path w="8792210" h="8609330">
                  <a:moveTo>
                    <a:pt x="714744" y="8608979"/>
                  </a:moveTo>
                  <a:lnTo>
                    <a:pt x="657593" y="8608979"/>
                  </a:lnTo>
                  <a:lnTo>
                    <a:pt x="657593" y="8589893"/>
                  </a:lnTo>
                  <a:lnTo>
                    <a:pt x="714744" y="8589893"/>
                  </a:lnTo>
                  <a:lnTo>
                    <a:pt x="714744" y="8608979"/>
                  </a:lnTo>
                  <a:close/>
                </a:path>
                <a:path w="8792210" h="8609330">
                  <a:moveTo>
                    <a:pt x="638543" y="8608979"/>
                  </a:moveTo>
                  <a:lnTo>
                    <a:pt x="581393" y="8608979"/>
                  </a:lnTo>
                  <a:lnTo>
                    <a:pt x="581393" y="8589893"/>
                  </a:lnTo>
                  <a:lnTo>
                    <a:pt x="638543" y="8589893"/>
                  </a:lnTo>
                  <a:lnTo>
                    <a:pt x="638543" y="8608979"/>
                  </a:lnTo>
                  <a:close/>
                </a:path>
                <a:path w="8792210" h="8609330">
                  <a:moveTo>
                    <a:pt x="562343" y="8608979"/>
                  </a:moveTo>
                  <a:lnTo>
                    <a:pt x="505193" y="8608979"/>
                  </a:lnTo>
                  <a:lnTo>
                    <a:pt x="505193" y="8589893"/>
                  </a:lnTo>
                  <a:lnTo>
                    <a:pt x="562343" y="8589893"/>
                  </a:lnTo>
                  <a:lnTo>
                    <a:pt x="562343" y="8608979"/>
                  </a:lnTo>
                  <a:close/>
                </a:path>
                <a:path w="8792210" h="8609330">
                  <a:moveTo>
                    <a:pt x="486143" y="8608979"/>
                  </a:moveTo>
                  <a:lnTo>
                    <a:pt x="428993" y="8608979"/>
                  </a:lnTo>
                  <a:lnTo>
                    <a:pt x="428993" y="8589893"/>
                  </a:lnTo>
                  <a:lnTo>
                    <a:pt x="486143" y="8589893"/>
                  </a:lnTo>
                  <a:lnTo>
                    <a:pt x="486143" y="8608979"/>
                  </a:lnTo>
                  <a:close/>
                </a:path>
                <a:path w="8792210" h="8609330">
                  <a:moveTo>
                    <a:pt x="409943" y="8608979"/>
                  </a:moveTo>
                  <a:lnTo>
                    <a:pt x="352793" y="8608979"/>
                  </a:lnTo>
                  <a:lnTo>
                    <a:pt x="352793" y="8589893"/>
                  </a:lnTo>
                  <a:lnTo>
                    <a:pt x="409943" y="8589893"/>
                  </a:lnTo>
                  <a:lnTo>
                    <a:pt x="409943" y="8608979"/>
                  </a:lnTo>
                  <a:close/>
                </a:path>
                <a:path w="8792210" h="8609330">
                  <a:moveTo>
                    <a:pt x="333743" y="8608979"/>
                  </a:moveTo>
                  <a:lnTo>
                    <a:pt x="276593" y="8608979"/>
                  </a:lnTo>
                  <a:lnTo>
                    <a:pt x="276593" y="8589893"/>
                  </a:lnTo>
                  <a:lnTo>
                    <a:pt x="333743" y="8589893"/>
                  </a:lnTo>
                  <a:lnTo>
                    <a:pt x="333743" y="8608979"/>
                  </a:lnTo>
                  <a:close/>
                </a:path>
                <a:path w="8792210" h="8609330">
                  <a:moveTo>
                    <a:pt x="257543" y="8608979"/>
                  </a:moveTo>
                  <a:lnTo>
                    <a:pt x="200393" y="8608979"/>
                  </a:lnTo>
                  <a:lnTo>
                    <a:pt x="200393" y="8589893"/>
                  </a:lnTo>
                  <a:lnTo>
                    <a:pt x="257543" y="8589893"/>
                  </a:lnTo>
                  <a:lnTo>
                    <a:pt x="257543" y="8608979"/>
                  </a:lnTo>
                  <a:close/>
                </a:path>
                <a:path w="8792210" h="8609330">
                  <a:moveTo>
                    <a:pt x="181343" y="8608979"/>
                  </a:moveTo>
                  <a:lnTo>
                    <a:pt x="124193" y="8608979"/>
                  </a:lnTo>
                  <a:lnTo>
                    <a:pt x="124193" y="8589893"/>
                  </a:lnTo>
                  <a:lnTo>
                    <a:pt x="181343" y="8589893"/>
                  </a:lnTo>
                  <a:lnTo>
                    <a:pt x="181343" y="8608979"/>
                  </a:lnTo>
                  <a:close/>
                </a:path>
                <a:path w="8792210" h="8609330">
                  <a:moveTo>
                    <a:pt x="105143" y="8608979"/>
                  </a:moveTo>
                  <a:lnTo>
                    <a:pt x="95249" y="8608979"/>
                  </a:lnTo>
                  <a:lnTo>
                    <a:pt x="76580" y="8607132"/>
                  </a:lnTo>
                  <a:lnTo>
                    <a:pt x="58799" y="8601729"/>
                  </a:lnTo>
                  <a:lnTo>
                    <a:pt x="49893" y="8596974"/>
                  </a:lnTo>
                  <a:lnTo>
                    <a:pt x="58803" y="8580612"/>
                  </a:lnTo>
                  <a:lnTo>
                    <a:pt x="67472" y="8584673"/>
                  </a:lnTo>
                  <a:lnTo>
                    <a:pt x="76436" y="8587573"/>
                  </a:lnTo>
                  <a:lnTo>
                    <a:pt x="85695" y="8589313"/>
                  </a:lnTo>
                  <a:lnTo>
                    <a:pt x="95249" y="8589893"/>
                  </a:lnTo>
                  <a:lnTo>
                    <a:pt x="105143" y="8589893"/>
                  </a:lnTo>
                  <a:lnTo>
                    <a:pt x="105143" y="8608979"/>
                  </a:lnTo>
                  <a:close/>
                </a:path>
                <a:path w="8792210" h="8609330">
                  <a:moveTo>
                    <a:pt x="34174" y="8586228"/>
                  </a:moveTo>
                  <a:lnTo>
                    <a:pt x="27897" y="8581081"/>
                  </a:lnTo>
                  <a:lnTo>
                    <a:pt x="16002" y="8566574"/>
                  </a:lnTo>
                  <a:lnTo>
                    <a:pt x="7250" y="8550180"/>
                  </a:lnTo>
                  <a:lnTo>
                    <a:pt x="3768" y="8538721"/>
                  </a:lnTo>
                  <a:lnTo>
                    <a:pt x="21750" y="8533801"/>
                  </a:lnTo>
                  <a:lnTo>
                    <a:pt x="24975" y="8543220"/>
                  </a:lnTo>
                  <a:lnTo>
                    <a:pt x="29320" y="8551989"/>
                  </a:lnTo>
                  <a:lnTo>
                    <a:pt x="46170" y="8571983"/>
                  </a:lnTo>
                  <a:lnTo>
                    <a:pt x="34174" y="8586228"/>
                  </a:lnTo>
                  <a:close/>
                </a:path>
                <a:path w="8792210" h="8609330">
                  <a:moveTo>
                    <a:pt x="612" y="8519919"/>
                  </a:moveTo>
                  <a:lnTo>
                    <a:pt x="0" y="8513729"/>
                  </a:lnTo>
                  <a:lnTo>
                    <a:pt x="0" y="8462699"/>
                  </a:lnTo>
                  <a:lnTo>
                    <a:pt x="19049" y="8462699"/>
                  </a:lnTo>
                  <a:lnTo>
                    <a:pt x="19104" y="8517031"/>
                  </a:lnTo>
                  <a:lnTo>
                    <a:pt x="19214" y="8518696"/>
                  </a:lnTo>
                  <a:lnTo>
                    <a:pt x="612" y="8519919"/>
                  </a:lnTo>
                  <a:close/>
                </a:path>
                <a:path w="8792210" h="8609330">
                  <a:moveTo>
                    <a:pt x="19049" y="8443649"/>
                  </a:moveTo>
                  <a:lnTo>
                    <a:pt x="0" y="8443649"/>
                  </a:lnTo>
                  <a:lnTo>
                    <a:pt x="0" y="8386499"/>
                  </a:lnTo>
                  <a:lnTo>
                    <a:pt x="19049" y="8386499"/>
                  </a:lnTo>
                  <a:lnTo>
                    <a:pt x="19049" y="8443649"/>
                  </a:lnTo>
                  <a:close/>
                </a:path>
                <a:path w="8792210" h="8609330">
                  <a:moveTo>
                    <a:pt x="19049" y="8367449"/>
                  </a:moveTo>
                  <a:lnTo>
                    <a:pt x="0" y="8367449"/>
                  </a:lnTo>
                  <a:lnTo>
                    <a:pt x="0" y="8310299"/>
                  </a:lnTo>
                  <a:lnTo>
                    <a:pt x="19049" y="8310299"/>
                  </a:lnTo>
                  <a:lnTo>
                    <a:pt x="19049" y="8367449"/>
                  </a:lnTo>
                  <a:close/>
                </a:path>
                <a:path w="8792210" h="8609330">
                  <a:moveTo>
                    <a:pt x="19049" y="8291249"/>
                  </a:moveTo>
                  <a:lnTo>
                    <a:pt x="0" y="8291249"/>
                  </a:lnTo>
                  <a:lnTo>
                    <a:pt x="0" y="8234099"/>
                  </a:lnTo>
                  <a:lnTo>
                    <a:pt x="19049" y="8234099"/>
                  </a:lnTo>
                  <a:lnTo>
                    <a:pt x="19049" y="8291249"/>
                  </a:lnTo>
                  <a:close/>
                </a:path>
                <a:path w="8792210" h="8609330">
                  <a:moveTo>
                    <a:pt x="19049" y="8215049"/>
                  </a:moveTo>
                  <a:lnTo>
                    <a:pt x="0" y="8215049"/>
                  </a:lnTo>
                  <a:lnTo>
                    <a:pt x="0" y="8157899"/>
                  </a:lnTo>
                  <a:lnTo>
                    <a:pt x="19049" y="8157899"/>
                  </a:lnTo>
                  <a:lnTo>
                    <a:pt x="19049" y="8215049"/>
                  </a:lnTo>
                  <a:close/>
                </a:path>
                <a:path w="8792210" h="8609330">
                  <a:moveTo>
                    <a:pt x="19049" y="8138849"/>
                  </a:moveTo>
                  <a:lnTo>
                    <a:pt x="0" y="8138849"/>
                  </a:lnTo>
                  <a:lnTo>
                    <a:pt x="0" y="8081699"/>
                  </a:lnTo>
                  <a:lnTo>
                    <a:pt x="19049" y="8081699"/>
                  </a:lnTo>
                  <a:lnTo>
                    <a:pt x="19049" y="8138849"/>
                  </a:lnTo>
                  <a:close/>
                </a:path>
                <a:path w="8792210" h="8609330">
                  <a:moveTo>
                    <a:pt x="19049" y="8062649"/>
                  </a:moveTo>
                  <a:lnTo>
                    <a:pt x="0" y="8062649"/>
                  </a:lnTo>
                  <a:lnTo>
                    <a:pt x="0" y="8005499"/>
                  </a:lnTo>
                  <a:lnTo>
                    <a:pt x="19049" y="8005499"/>
                  </a:lnTo>
                  <a:lnTo>
                    <a:pt x="19049" y="8062649"/>
                  </a:lnTo>
                  <a:close/>
                </a:path>
                <a:path w="8792210" h="8609330">
                  <a:moveTo>
                    <a:pt x="19049" y="7986449"/>
                  </a:moveTo>
                  <a:lnTo>
                    <a:pt x="0" y="7986449"/>
                  </a:lnTo>
                  <a:lnTo>
                    <a:pt x="0" y="7929299"/>
                  </a:lnTo>
                  <a:lnTo>
                    <a:pt x="19049" y="7929299"/>
                  </a:lnTo>
                  <a:lnTo>
                    <a:pt x="19049" y="7986449"/>
                  </a:lnTo>
                  <a:close/>
                </a:path>
                <a:path w="8792210" h="8609330">
                  <a:moveTo>
                    <a:pt x="19049" y="7910249"/>
                  </a:moveTo>
                  <a:lnTo>
                    <a:pt x="0" y="7910249"/>
                  </a:lnTo>
                  <a:lnTo>
                    <a:pt x="0" y="7853099"/>
                  </a:lnTo>
                  <a:lnTo>
                    <a:pt x="19049" y="7853099"/>
                  </a:lnTo>
                  <a:lnTo>
                    <a:pt x="19049" y="7910249"/>
                  </a:lnTo>
                  <a:close/>
                </a:path>
                <a:path w="8792210" h="8609330">
                  <a:moveTo>
                    <a:pt x="19049" y="7834049"/>
                  </a:moveTo>
                  <a:lnTo>
                    <a:pt x="0" y="7834049"/>
                  </a:lnTo>
                  <a:lnTo>
                    <a:pt x="0" y="7776899"/>
                  </a:lnTo>
                  <a:lnTo>
                    <a:pt x="19049" y="7776899"/>
                  </a:lnTo>
                  <a:lnTo>
                    <a:pt x="19049" y="7834049"/>
                  </a:lnTo>
                  <a:close/>
                </a:path>
                <a:path w="8792210" h="8609330">
                  <a:moveTo>
                    <a:pt x="19049" y="7757849"/>
                  </a:moveTo>
                  <a:lnTo>
                    <a:pt x="0" y="7757849"/>
                  </a:lnTo>
                  <a:lnTo>
                    <a:pt x="0" y="7700699"/>
                  </a:lnTo>
                  <a:lnTo>
                    <a:pt x="19049" y="7700699"/>
                  </a:lnTo>
                  <a:lnTo>
                    <a:pt x="19049" y="7757849"/>
                  </a:lnTo>
                  <a:close/>
                </a:path>
                <a:path w="8792210" h="8609330">
                  <a:moveTo>
                    <a:pt x="19049" y="7681649"/>
                  </a:moveTo>
                  <a:lnTo>
                    <a:pt x="0" y="7681649"/>
                  </a:lnTo>
                  <a:lnTo>
                    <a:pt x="0" y="7624499"/>
                  </a:lnTo>
                  <a:lnTo>
                    <a:pt x="19049" y="7624499"/>
                  </a:lnTo>
                  <a:lnTo>
                    <a:pt x="19049" y="7681649"/>
                  </a:lnTo>
                  <a:close/>
                </a:path>
                <a:path w="8792210" h="8609330">
                  <a:moveTo>
                    <a:pt x="19049" y="7605449"/>
                  </a:moveTo>
                  <a:lnTo>
                    <a:pt x="0" y="7605449"/>
                  </a:lnTo>
                  <a:lnTo>
                    <a:pt x="0" y="7548299"/>
                  </a:lnTo>
                  <a:lnTo>
                    <a:pt x="19049" y="7548299"/>
                  </a:lnTo>
                  <a:lnTo>
                    <a:pt x="19049" y="7605449"/>
                  </a:lnTo>
                  <a:close/>
                </a:path>
                <a:path w="8792210" h="8609330">
                  <a:moveTo>
                    <a:pt x="19049" y="7529249"/>
                  </a:moveTo>
                  <a:lnTo>
                    <a:pt x="0" y="7529249"/>
                  </a:lnTo>
                  <a:lnTo>
                    <a:pt x="0" y="7472099"/>
                  </a:lnTo>
                  <a:lnTo>
                    <a:pt x="19049" y="7472099"/>
                  </a:lnTo>
                  <a:lnTo>
                    <a:pt x="19049" y="7529249"/>
                  </a:lnTo>
                  <a:close/>
                </a:path>
                <a:path w="8792210" h="8609330">
                  <a:moveTo>
                    <a:pt x="19049" y="7453049"/>
                  </a:moveTo>
                  <a:lnTo>
                    <a:pt x="0" y="7453049"/>
                  </a:lnTo>
                  <a:lnTo>
                    <a:pt x="0" y="7395899"/>
                  </a:lnTo>
                  <a:lnTo>
                    <a:pt x="19049" y="7395899"/>
                  </a:lnTo>
                  <a:lnTo>
                    <a:pt x="19049" y="7453049"/>
                  </a:lnTo>
                  <a:close/>
                </a:path>
                <a:path w="8792210" h="8609330">
                  <a:moveTo>
                    <a:pt x="19049" y="7376849"/>
                  </a:moveTo>
                  <a:lnTo>
                    <a:pt x="0" y="7376849"/>
                  </a:lnTo>
                  <a:lnTo>
                    <a:pt x="0" y="7319699"/>
                  </a:lnTo>
                  <a:lnTo>
                    <a:pt x="19049" y="7319699"/>
                  </a:lnTo>
                  <a:lnTo>
                    <a:pt x="19049" y="7376849"/>
                  </a:lnTo>
                  <a:close/>
                </a:path>
                <a:path w="8792210" h="8609330">
                  <a:moveTo>
                    <a:pt x="19049" y="7300649"/>
                  </a:moveTo>
                  <a:lnTo>
                    <a:pt x="0" y="7300649"/>
                  </a:lnTo>
                  <a:lnTo>
                    <a:pt x="0" y="7243499"/>
                  </a:lnTo>
                  <a:lnTo>
                    <a:pt x="19049" y="7243499"/>
                  </a:lnTo>
                  <a:lnTo>
                    <a:pt x="19049" y="7300649"/>
                  </a:lnTo>
                  <a:close/>
                </a:path>
                <a:path w="8792210" h="8609330">
                  <a:moveTo>
                    <a:pt x="19049" y="7224449"/>
                  </a:moveTo>
                  <a:lnTo>
                    <a:pt x="0" y="7224449"/>
                  </a:lnTo>
                  <a:lnTo>
                    <a:pt x="0" y="7167299"/>
                  </a:lnTo>
                  <a:lnTo>
                    <a:pt x="19049" y="7167299"/>
                  </a:lnTo>
                  <a:lnTo>
                    <a:pt x="19049" y="7224449"/>
                  </a:lnTo>
                  <a:close/>
                </a:path>
                <a:path w="8792210" h="8609330">
                  <a:moveTo>
                    <a:pt x="19049" y="7148249"/>
                  </a:moveTo>
                  <a:lnTo>
                    <a:pt x="0" y="7148249"/>
                  </a:lnTo>
                  <a:lnTo>
                    <a:pt x="0" y="7091099"/>
                  </a:lnTo>
                  <a:lnTo>
                    <a:pt x="19049" y="7091099"/>
                  </a:lnTo>
                  <a:lnTo>
                    <a:pt x="19049" y="7148249"/>
                  </a:lnTo>
                  <a:close/>
                </a:path>
                <a:path w="8792210" h="8609330">
                  <a:moveTo>
                    <a:pt x="19049" y="7072049"/>
                  </a:moveTo>
                  <a:lnTo>
                    <a:pt x="0" y="7072049"/>
                  </a:lnTo>
                  <a:lnTo>
                    <a:pt x="0" y="7014899"/>
                  </a:lnTo>
                  <a:lnTo>
                    <a:pt x="19049" y="7014899"/>
                  </a:lnTo>
                  <a:lnTo>
                    <a:pt x="19049" y="7072049"/>
                  </a:lnTo>
                  <a:close/>
                </a:path>
                <a:path w="8792210" h="8609330">
                  <a:moveTo>
                    <a:pt x="19049" y="6995849"/>
                  </a:moveTo>
                  <a:lnTo>
                    <a:pt x="0" y="6995849"/>
                  </a:lnTo>
                  <a:lnTo>
                    <a:pt x="0" y="6938699"/>
                  </a:lnTo>
                  <a:lnTo>
                    <a:pt x="19049" y="6938699"/>
                  </a:lnTo>
                  <a:lnTo>
                    <a:pt x="19049" y="6995849"/>
                  </a:lnTo>
                  <a:close/>
                </a:path>
                <a:path w="8792210" h="8609330">
                  <a:moveTo>
                    <a:pt x="19049" y="6919649"/>
                  </a:moveTo>
                  <a:lnTo>
                    <a:pt x="0" y="6919649"/>
                  </a:lnTo>
                  <a:lnTo>
                    <a:pt x="0" y="6862499"/>
                  </a:lnTo>
                  <a:lnTo>
                    <a:pt x="19049" y="6862499"/>
                  </a:lnTo>
                  <a:lnTo>
                    <a:pt x="19049" y="6919649"/>
                  </a:lnTo>
                  <a:close/>
                </a:path>
                <a:path w="8792210" h="8609330">
                  <a:moveTo>
                    <a:pt x="19049" y="6843449"/>
                  </a:moveTo>
                  <a:lnTo>
                    <a:pt x="0" y="6843449"/>
                  </a:lnTo>
                  <a:lnTo>
                    <a:pt x="0" y="6786299"/>
                  </a:lnTo>
                  <a:lnTo>
                    <a:pt x="19049" y="6786299"/>
                  </a:lnTo>
                  <a:lnTo>
                    <a:pt x="19049" y="6843449"/>
                  </a:lnTo>
                  <a:close/>
                </a:path>
                <a:path w="8792210" h="8609330">
                  <a:moveTo>
                    <a:pt x="19049" y="6767249"/>
                  </a:moveTo>
                  <a:lnTo>
                    <a:pt x="0" y="6767249"/>
                  </a:lnTo>
                  <a:lnTo>
                    <a:pt x="0" y="6710099"/>
                  </a:lnTo>
                  <a:lnTo>
                    <a:pt x="19049" y="6710099"/>
                  </a:lnTo>
                  <a:lnTo>
                    <a:pt x="19049" y="6767249"/>
                  </a:lnTo>
                  <a:close/>
                </a:path>
                <a:path w="8792210" h="8609330">
                  <a:moveTo>
                    <a:pt x="19049" y="6691049"/>
                  </a:moveTo>
                  <a:lnTo>
                    <a:pt x="0" y="6691049"/>
                  </a:lnTo>
                  <a:lnTo>
                    <a:pt x="0" y="6633899"/>
                  </a:lnTo>
                  <a:lnTo>
                    <a:pt x="19049" y="6633899"/>
                  </a:lnTo>
                  <a:lnTo>
                    <a:pt x="19049" y="6691049"/>
                  </a:lnTo>
                  <a:close/>
                </a:path>
                <a:path w="8792210" h="8609330">
                  <a:moveTo>
                    <a:pt x="19049" y="6614849"/>
                  </a:moveTo>
                  <a:lnTo>
                    <a:pt x="0" y="6614849"/>
                  </a:lnTo>
                  <a:lnTo>
                    <a:pt x="0" y="6557699"/>
                  </a:lnTo>
                  <a:lnTo>
                    <a:pt x="19049" y="6557699"/>
                  </a:lnTo>
                  <a:lnTo>
                    <a:pt x="19049" y="6614849"/>
                  </a:lnTo>
                  <a:close/>
                </a:path>
                <a:path w="8792210" h="8609330">
                  <a:moveTo>
                    <a:pt x="19049" y="6538649"/>
                  </a:moveTo>
                  <a:lnTo>
                    <a:pt x="0" y="6538649"/>
                  </a:lnTo>
                  <a:lnTo>
                    <a:pt x="0" y="6481499"/>
                  </a:lnTo>
                  <a:lnTo>
                    <a:pt x="19049" y="6481499"/>
                  </a:lnTo>
                  <a:lnTo>
                    <a:pt x="19049" y="6538649"/>
                  </a:lnTo>
                  <a:close/>
                </a:path>
                <a:path w="8792210" h="8609330">
                  <a:moveTo>
                    <a:pt x="19049" y="6462449"/>
                  </a:moveTo>
                  <a:lnTo>
                    <a:pt x="0" y="6462449"/>
                  </a:lnTo>
                  <a:lnTo>
                    <a:pt x="0" y="6405299"/>
                  </a:lnTo>
                  <a:lnTo>
                    <a:pt x="19049" y="6405299"/>
                  </a:lnTo>
                  <a:lnTo>
                    <a:pt x="19049" y="6462449"/>
                  </a:lnTo>
                  <a:close/>
                </a:path>
                <a:path w="8792210" h="8609330">
                  <a:moveTo>
                    <a:pt x="19049" y="6386249"/>
                  </a:moveTo>
                  <a:lnTo>
                    <a:pt x="0" y="6386249"/>
                  </a:lnTo>
                  <a:lnTo>
                    <a:pt x="0" y="6329099"/>
                  </a:lnTo>
                  <a:lnTo>
                    <a:pt x="19049" y="6329099"/>
                  </a:lnTo>
                  <a:lnTo>
                    <a:pt x="19049" y="6386249"/>
                  </a:lnTo>
                  <a:close/>
                </a:path>
                <a:path w="8792210" h="8609330">
                  <a:moveTo>
                    <a:pt x="19049" y="6310049"/>
                  </a:moveTo>
                  <a:lnTo>
                    <a:pt x="0" y="6310049"/>
                  </a:lnTo>
                  <a:lnTo>
                    <a:pt x="0" y="6252899"/>
                  </a:lnTo>
                  <a:lnTo>
                    <a:pt x="19049" y="6252899"/>
                  </a:lnTo>
                  <a:lnTo>
                    <a:pt x="19049" y="6310049"/>
                  </a:lnTo>
                  <a:close/>
                </a:path>
                <a:path w="8792210" h="8609330">
                  <a:moveTo>
                    <a:pt x="19049" y="6233849"/>
                  </a:moveTo>
                  <a:lnTo>
                    <a:pt x="0" y="6233849"/>
                  </a:lnTo>
                  <a:lnTo>
                    <a:pt x="0" y="6176699"/>
                  </a:lnTo>
                  <a:lnTo>
                    <a:pt x="19049" y="6176699"/>
                  </a:lnTo>
                  <a:lnTo>
                    <a:pt x="19049" y="6233849"/>
                  </a:lnTo>
                  <a:close/>
                </a:path>
                <a:path w="8792210" h="8609330">
                  <a:moveTo>
                    <a:pt x="19049" y="6157649"/>
                  </a:moveTo>
                  <a:lnTo>
                    <a:pt x="0" y="6157649"/>
                  </a:lnTo>
                  <a:lnTo>
                    <a:pt x="0" y="6100499"/>
                  </a:lnTo>
                  <a:lnTo>
                    <a:pt x="19049" y="6100499"/>
                  </a:lnTo>
                  <a:lnTo>
                    <a:pt x="19049" y="6157649"/>
                  </a:lnTo>
                  <a:close/>
                </a:path>
                <a:path w="8792210" h="8609330">
                  <a:moveTo>
                    <a:pt x="19049" y="6081449"/>
                  </a:moveTo>
                  <a:lnTo>
                    <a:pt x="0" y="6081449"/>
                  </a:lnTo>
                  <a:lnTo>
                    <a:pt x="0" y="6024299"/>
                  </a:lnTo>
                  <a:lnTo>
                    <a:pt x="19049" y="6024299"/>
                  </a:lnTo>
                  <a:lnTo>
                    <a:pt x="19049" y="6081449"/>
                  </a:lnTo>
                  <a:close/>
                </a:path>
                <a:path w="8792210" h="8609330">
                  <a:moveTo>
                    <a:pt x="19049" y="6005249"/>
                  </a:moveTo>
                  <a:lnTo>
                    <a:pt x="0" y="6005249"/>
                  </a:lnTo>
                  <a:lnTo>
                    <a:pt x="0" y="5948099"/>
                  </a:lnTo>
                  <a:lnTo>
                    <a:pt x="19049" y="5948099"/>
                  </a:lnTo>
                  <a:lnTo>
                    <a:pt x="19049" y="6005249"/>
                  </a:lnTo>
                  <a:close/>
                </a:path>
                <a:path w="8792210" h="8609330">
                  <a:moveTo>
                    <a:pt x="19049" y="5929049"/>
                  </a:moveTo>
                  <a:lnTo>
                    <a:pt x="0" y="5929049"/>
                  </a:lnTo>
                  <a:lnTo>
                    <a:pt x="0" y="5871899"/>
                  </a:lnTo>
                  <a:lnTo>
                    <a:pt x="19049" y="5871899"/>
                  </a:lnTo>
                  <a:lnTo>
                    <a:pt x="19049" y="5929049"/>
                  </a:lnTo>
                  <a:close/>
                </a:path>
                <a:path w="8792210" h="8609330">
                  <a:moveTo>
                    <a:pt x="19049" y="5852849"/>
                  </a:moveTo>
                  <a:lnTo>
                    <a:pt x="0" y="5852849"/>
                  </a:lnTo>
                  <a:lnTo>
                    <a:pt x="0" y="5795699"/>
                  </a:lnTo>
                  <a:lnTo>
                    <a:pt x="19049" y="5795699"/>
                  </a:lnTo>
                  <a:lnTo>
                    <a:pt x="19049" y="5852849"/>
                  </a:lnTo>
                  <a:close/>
                </a:path>
                <a:path w="8792210" h="8609330">
                  <a:moveTo>
                    <a:pt x="19049" y="5776649"/>
                  </a:moveTo>
                  <a:lnTo>
                    <a:pt x="0" y="5776649"/>
                  </a:lnTo>
                  <a:lnTo>
                    <a:pt x="0" y="5719499"/>
                  </a:lnTo>
                  <a:lnTo>
                    <a:pt x="19049" y="5719499"/>
                  </a:lnTo>
                  <a:lnTo>
                    <a:pt x="19049" y="5776649"/>
                  </a:lnTo>
                  <a:close/>
                </a:path>
                <a:path w="8792210" h="8609330">
                  <a:moveTo>
                    <a:pt x="19049" y="5700449"/>
                  </a:moveTo>
                  <a:lnTo>
                    <a:pt x="0" y="5700449"/>
                  </a:lnTo>
                  <a:lnTo>
                    <a:pt x="0" y="5643299"/>
                  </a:lnTo>
                  <a:lnTo>
                    <a:pt x="19049" y="5643299"/>
                  </a:lnTo>
                  <a:lnTo>
                    <a:pt x="19049" y="5700449"/>
                  </a:lnTo>
                  <a:close/>
                </a:path>
                <a:path w="8792210" h="8609330">
                  <a:moveTo>
                    <a:pt x="19049" y="5624249"/>
                  </a:moveTo>
                  <a:lnTo>
                    <a:pt x="0" y="5624249"/>
                  </a:lnTo>
                  <a:lnTo>
                    <a:pt x="0" y="5567099"/>
                  </a:lnTo>
                  <a:lnTo>
                    <a:pt x="19049" y="5567099"/>
                  </a:lnTo>
                  <a:lnTo>
                    <a:pt x="19049" y="5624249"/>
                  </a:lnTo>
                  <a:close/>
                </a:path>
                <a:path w="8792210" h="8609330">
                  <a:moveTo>
                    <a:pt x="19049" y="5548049"/>
                  </a:moveTo>
                  <a:lnTo>
                    <a:pt x="0" y="5548049"/>
                  </a:lnTo>
                  <a:lnTo>
                    <a:pt x="0" y="5490899"/>
                  </a:lnTo>
                  <a:lnTo>
                    <a:pt x="19049" y="5490899"/>
                  </a:lnTo>
                  <a:lnTo>
                    <a:pt x="19049" y="5548049"/>
                  </a:lnTo>
                  <a:close/>
                </a:path>
                <a:path w="8792210" h="8609330">
                  <a:moveTo>
                    <a:pt x="19049" y="5471849"/>
                  </a:moveTo>
                  <a:lnTo>
                    <a:pt x="0" y="5471849"/>
                  </a:lnTo>
                  <a:lnTo>
                    <a:pt x="0" y="5414699"/>
                  </a:lnTo>
                  <a:lnTo>
                    <a:pt x="19049" y="5414699"/>
                  </a:lnTo>
                  <a:lnTo>
                    <a:pt x="19049" y="5471849"/>
                  </a:lnTo>
                  <a:close/>
                </a:path>
                <a:path w="8792210" h="8609330">
                  <a:moveTo>
                    <a:pt x="19049" y="5395649"/>
                  </a:moveTo>
                  <a:lnTo>
                    <a:pt x="0" y="5395649"/>
                  </a:lnTo>
                  <a:lnTo>
                    <a:pt x="0" y="5338499"/>
                  </a:lnTo>
                  <a:lnTo>
                    <a:pt x="19049" y="5338499"/>
                  </a:lnTo>
                  <a:lnTo>
                    <a:pt x="19049" y="5395649"/>
                  </a:lnTo>
                  <a:close/>
                </a:path>
                <a:path w="8792210" h="8609330">
                  <a:moveTo>
                    <a:pt x="19049" y="5319449"/>
                  </a:moveTo>
                  <a:lnTo>
                    <a:pt x="0" y="5319449"/>
                  </a:lnTo>
                  <a:lnTo>
                    <a:pt x="0" y="5262299"/>
                  </a:lnTo>
                  <a:lnTo>
                    <a:pt x="19049" y="5262299"/>
                  </a:lnTo>
                  <a:lnTo>
                    <a:pt x="19049" y="5319449"/>
                  </a:lnTo>
                  <a:close/>
                </a:path>
                <a:path w="8792210" h="8609330">
                  <a:moveTo>
                    <a:pt x="19049" y="5243249"/>
                  </a:moveTo>
                  <a:lnTo>
                    <a:pt x="0" y="5243249"/>
                  </a:lnTo>
                  <a:lnTo>
                    <a:pt x="0" y="5186099"/>
                  </a:lnTo>
                  <a:lnTo>
                    <a:pt x="19049" y="5186099"/>
                  </a:lnTo>
                  <a:lnTo>
                    <a:pt x="19049" y="5243249"/>
                  </a:lnTo>
                  <a:close/>
                </a:path>
                <a:path w="8792210" h="8609330">
                  <a:moveTo>
                    <a:pt x="19049" y="5167049"/>
                  </a:moveTo>
                  <a:lnTo>
                    <a:pt x="0" y="5167049"/>
                  </a:lnTo>
                  <a:lnTo>
                    <a:pt x="0" y="5109899"/>
                  </a:lnTo>
                  <a:lnTo>
                    <a:pt x="19049" y="5109899"/>
                  </a:lnTo>
                  <a:lnTo>
                    <a:pt x="19049" y="5167049"/>
                  </a:lnTo>
                  <a:close/>
                </a:path>
                <a:path w="8792210" h="8609330">
                  <a:moveTo>
                    <a:pt x="19049" y="5090849"/>
                  </a:moveTo>
                  <a:lnTo>
                    <a:pt x="0" y="5090849"/>
                  </a:lnTo>
                  <a:lnTo>
                    <a:pt x="0" y="5033699"/>
                  </a:lnTo>
                  <a:lnTo>
                    <a:pt x="19049" y="5033699"/>
                  </a:lnTo>
                  <a:lnTo>
                    <a:pt x="19049" y="5090849"/>
                  </a:lnTo>
                  <a:close/>
                </a:path>
                <a:path w="8792210" h="8609330">
                  <a:moveTo>
                    <a:pt x="19049" y="5014649"/>
                  </a:moveTo>
                  <a:lnTo>
                    <a:pt x="0" y="5014649"/>
                  </a:lnTo>
                  <a:lnTo>
                    <a:pt x="0" y="4957499"/>
                  </a:lnTo>
                  <a:lnTo>
                    <a:pt x="19049" y="4957499"/>
                  </a:lnTo>
                  <a:lnTo>
                    <a:pt x="19049" y="5014649"/>
                  </a:lnTo>
                  <a:close/>
                </a:path>
                <a:path w="8792210" h="8609330">
                  <a:moveTo>
                    <a:pt x="19049" y="4938449"/>
                  </a:moveTo>
                  <a:lnTo>
                    <a:pt x="0" y="4938449"/>
                  </a:lnTo>
                  <a:lnTo>
                    <a:pt x="0" y="4881299"/>
                  </a:lnTo>
                  <a:lnTo>
                    <a:pt x="19049" y="4881299"/>
                  </a:lnTo>
                  <a:lnTo>
                    <a:pt x="19049" y="4938449"/>
                  </a:lnTo>
                  <a:close/>
                </a:path>
                <a:path w="8792210" h="8609330">
                  <a:moveTo>
                    <a:pt x="19049" y="4862250"/>
                  </a:moveTo>
                  <a:lnTo>
                    <a:pt x="0" y="4862250"/>
                  </a:lnTo>
                  <a:lnTo>
                    <a:pt x="0" y="4805100"/>
                  </a:lnTo>
                  <a:lnTo>
                    <a:pt x="19049" y="4805100"/>
                  </a:lnTo>
                  <a:lnTo>
                    <a:pt x="19049" y="4862250"/>
                  </a:lnTo>
                  <a:close/>
                </a:path>
                <a:path w="8792210" h="8609330">
                  <a:moveTo>
                    <a:pt x="19049" y="4786049"/>
                  </a:moveTo>
                  <a:lnTo>
                    <a:pt x="0" y="4786049"/>
                  </a:lnTo>
                  <a:lnTo>
                    <a:pt x="0" y="4728900"/>
                  </a:lnTo>
                  <a:lnTo>
                    <a:pt x="19049" y="4728900"/>
                  </a:lnTo>
                  <a:lnTo>
                    <a:pt x="19049" y="4786049"/>
                  </a:lnTo>
                  <a:close/>
                </a:path>
                <a:path w="8792210" h="8609330">
                  <a:moveTo>
                    <a:pt x="19049" y="4709850"/>
                  </a:moveTo>
                  <a:lnTo>
                    <a:pt x="0" y="4709850"/>
                  </a:lnTo>
                  <a:lnTo>
                    <a:pt x="0" y="4652700"/>
                  </a:lnTo>
                  <a:lnTo>
                    <a:pt x="19049" y="4652700"/>
                  </a:lnTo>
                  <a:lnTo>
                    <a:pt x="19049" y="4709850"/>
                  </a:lnTo>
                  <a:close/>
                </a:path>
                <a:path w="8792210" h="8609330">
                  <a:moveTo>
                    <a:pt x="19049" y="4633650"/>
                  </a:moveTo>
                  <a:lnTo>
                    <a:pt x="0" y="4633650"/>
                  </a:lnTo>
                  <a:lnTo>
                    <a:pt x="0" y="4576500"/>
                  </a:lnTo>
                  <a:lnTo>
                    <a:pt x="19049" y="4576500"/>
                  </a:lnTo>
                  <a:lnTo>
                    <a:pt x="19049" y="4633650"/>
                  </a:lnTo>
                  <a:close/>
                </a:path>
                <a:path w="8792210" h="8609330">
                  <a:moveTo>
                    <a:pt x="19049" y="4557450"/>
                  </a:moveTo>
                  <a:lnTo>
                    <a:pt x="0" y="4557450"/>
                  </a:lnTo>
                  <a:lnTo>
                    <a:pt x="0" y="4500300"/>
                  </a:lnTo>
                  <a:lnTo>
                    <a:pt x="19049" y="4500300"/>
                  </a:lnTo>
                  <a:lnTo>
                    <a:pt x="19049" y="4557450"/>
                  </a:lnTo>
                  <a:close/>
                </a:path>
                <a:path w="8792210" h="8609330">
                  <a:moveTo>
                    <a:pt x="19049" y="4481250"/>
                  </a:moveTo>
                  <a:lnTo>
                    <a:pt x="0" y="4481250"/>
                  </a:lnTo>
                  <a:lnTo>
                    <a:pt x="0" y="4424100"/>
                  </a:lnTo>
                  <a:lnTo>
                    <a:pt x="19049" y="4424100"/>
                  </a:lnTo>
                  <a:lnTo>
                    <a:pt x="19049" y="4481250"/>
                  </a:lnTo>
                  <a:close/>
                </a:path>
                <a:path w="8792210" h="8609330">
                  <a:moveTo>
                    <a:pt x="19049" y="4405050"/>
                  </a:moveTo>
                  <a:lnTo>
                    <a:pt x="0" y="4405050"/>
                  </a:lnTo>
                  <a:lnTo>
                    <a:pt x="0" y="4347900"/>
                  </a:lnTo>
                  <a:lnTo>
                    <a:pt x="19049" y="4347900"/>
                  </a:lnTo>
                  <a:lnTo>
                    <a:pt x="19049" y="4405050"/>
                  </a:lnTo>
                  <a:close/>
                </a:path>
                <a:path w="8792210" h="8609330">
                  <a:moveTo>
                    <a:pt x="19049" y="4328850"/>
                  </a:moveTo>
                  <a:lnTo>
                    <a:pt x="0" y="4328850"/>
                  </a:lnTo>
                  <a:lnTo>
                    <a:pt x="0" y="4271700"/>
                  </a:lnTo>
                  <a:lnTo>
                    <a:pt x="19049" y="4271700"/>
                  </a:lnTo>
                  <a:lnTo>
                    <a:pt x="19049" y="4328850"/>
                  </a:lnTo>
                  <a:close/>
                </a:path>
                <a:path w="8792210" h="8609330">
                  <a:moveTo>
                    <a:pt x="19049" y="4252650"/>
                  </a:moveTo>
                  <a:lnTo>
                    <a:pt x="0" y="4252650"/>
                  </a:lnTo>
                  <a:lnTo>
                    <a:pt x="0" y="4195500"/>
                  </a:lnTo>
                  <a:lnTo>
                    <a:pt x="19049" y="4195500"/>
                  </a:lnTo>
                  <a:lnTo>
                    <a:pt x="19049" y="4252650"/>
                  </a:lnTo>
                  <a:close/>
                </a:path>
                <a:path w="8792210" h="8609330">
                  <a:moveTo>
                    <a:pt x="19049" y="4176450"/>
                  </a:moveTo>
                  <a:lnTo>
                    <a:pt x="0" y="4176450"/>
                  </a:lnTo>
                  <a:lnTo>
                    <a:pt x="0" y="4119300"/>
                  </a:lnTo>
                  <a:lnTo>
                    <a:pt x="19049" y="4119300"/>
                  </a:lnTo>
                  <a:lnTo>
                    <a:pt x="19049" y="4176450"/>
                  </a:lnTo>
                  <a:close/>
                </a:path>
                <a:path w="8792210" h="8609330">
                  <a:moveTo>
                    <a:pt x="19049" y="4100250"/>
                  </a:moveTo>
                  <a:lnTo>
                    <a:pt x="0" y="4100250"/>
                  </a:lnTo>
                  <a:lnTo>
                    <a:pt x="0" y="4043100"/>
                  </a:lnTo>
                  <a:lnTo>
                    <a:pt x="19049" y="4043100"/>
                  </a:lnTo>
                  <a:lnTo>
                    <a:pt x="19049" y="4100250"/>
                  </a:lnTo>
                  <a:close/>
                </a:path>
                <a:path w="8792210" h="8609330">
                  <a:moveTo>
                    <a:pt x="19049" y="4024050"/>
                  </a:moveTo>
                  <a:lnTo>
                    <a:pt x="0" y="4024050"/>
                  </a:lnTo>
                  <a:lnTo>
                    <a:pt x="0" y="3966900"/>
                  </a:lnTo>
                  <a:lnTo>
                    <a:pt x="19049" y="3966900"/>
                  </a:lnTo>
                  <a:lnTo>
                    <a:pt x="19049" y="4024050"/>
                  </a:lnTo>
                  <a:close/>
                </a:path>
                <a:path w="8792210" h="8609330">
                  <a:moveTo>
                    <a:pt x="19049" y="3947850"/>
                  </a:moveTo>
                  <a:lnTo>
                    <a:pt x="0" y="3947850"/>
                  </a:lnTo>
                  <a:lnTo>
                    <a:pt x="0" y="3890700"/>
                  </a:lnTo>
                  <a:lnTo>
                    <a:pt x="19049" y="3890700"/>
                  </a:lnTo>
                  <a:lnTo>
                    <a:pt x="19049" y="3947850"/>
                  </a:lnTo>
                  <a:close/>
                </a:path>
                <a:path w="8792210" h="8609330">
                  <a:moveTo>
                    <a:pt x="19049" y="3871650"/>
                  </a:moveTo>
                  <a:lnTo>
                    <a:pt x="0" y="3871650"/>
                  </a:lnTo>
                  <a:lnTo>
                    <a:pt x="0" y="3814500"/>
                  </a:lnTo>
                  <a:lnTo>
                    <a:pt x="19049" y="3814500"/>
                  </a:lnTo>
                  <a:lnTo>
                    <a:pt x="19049" y="3871650"/>
                  </a:lnTo>
                  <a:close/>
                </a:path>
                <a:path w="8792210" h="8609330">
                  <a:moveTo>
                    <a:pt x="19049" y="3795450"/>
                  </a:moveTo>
                  <a:lnTo>
                    <a:pt x="0" y="3795450"/>
                  </a:lnTo>
                  <a:lnTo>
                    <a:pt x="0" y="3738300"/>
                  </a:lnTo>
                  <a:lnTo>
                    <a:pt x="19049" y="3738300"/>
                  </a:lnTo>
                  <a:lnTo>
                    <a:pt x="19049" y="3795450"/>
                  </a:lnTo>
                  <a:close/>
                </a:path>
                <a:path w="8792210" h="8609330">
                  <a:moveTo>
                    <a:pt x="19049" y="3719250"/>
                  </a:moveTo>
                  <a:lnTo>
                    <a:pt x="0" y="3719250"/>
                  </a:lnTo>
                  <a:lnTo>
                    <a:pt x="0" y="3662100"/>
                  </a:lnTo>
                  <a:lnTo>
                    <a:pt x="19049" y="3662100"/>
                  </a:lnTo>
                  <a:lnTo>
                    <a:pt x="19049" y="3719250"/>
                  </a:lnTo>
                  <a:close/>
                </a:path>
                <a:path w="8792210" h="8609330">
                  <a:moveTo>
                    <a:pt x="19049" y="3643050"/>
                  </a:moveTo>
                  <a:lnTo>
                    <a:pt x="0" y="3643050"/>
                  </a:lnTo>
                  <a:lnTo>
                    <a:pt x="0" y="3585900"/>
                  </a:lnTo>
                  <a:lnTo>
                    <a:pt x="19049" y="3585900"/>
                  </a:lnTo>
                  <a:lnTo>
                    <a:pt x="19049" y="3643050"/>
                  </a:lnTo>
                  <a:close/>
                </a:path>
                <a:path w="8792210" h="8609330">
                  <a:moveTo>
                    <a:pt x="19049" y="3566850"/>
                  </a:moveTo>
                  <a:lnTo>
                    <a:pt x="0" y="3566850"/>
                  </a:lnTo>
                  <a:lnTo>
                    <a:pt x="0" y="3509700"/>
                  </a:lnTo>
                  <a:lnTo>
                    <a:pt x="19049" y="3509700"/>
                  </a:lnTo>
                  <a:lnTo>
                    <a:pt x="19049" y="3566850"/>
                  </a:lnTo>
                  <a:close/>
                </a:path>
                <a:path w="8792210" h="8609330">
                  <a:moveTo>
                    <a:pt x="19049" y="3490650"/>
                  </a:moveTo>
                  <a:lnTo>
                    <a:pt x="0" y="3490650"/>
                  </a:lnTo>
                  <a:lnTo>
                    <a:pt x="0" y="3433500"/>
                  </a:lnTo>
                  <a:lnTo>
                    <a:pt x="19049" y="3433500"/>
                  </a:lnTo>
                  <a:lnTo>
                    <a:pt x="19049" y="3490650"/>
                  </a:lnTo>
                  <a:close/>
                </a:path>
                <a:path w="8792210" h="8609330">
                  <a:moveTo>
                    <a:pt x="19049" y="3414450"/>
                  </a:moveTo>
                  <a:lnTo>
                    <a:pt x="0" y="3414450"/>
                  </a:lnTo>
                  <a:lnTo>
                    <a:pt x="0" y="3357300"/>
                  </a:lnTo>
                  <a:lnTo>
                    <a:pt x="19049" y="3357300"/>
                  </a:lnTo>
                  <a:lnTo>
                    <a:pt x="19049" y="3414450"/>
                  </a:lnTo>
                  <a:close/>
                </a:path>
                <a:path w="8792210" h="8609330">
                  <a:moveTo>
                    <a:pt x="19049" y="3338250"/>
                  </a:moveTo>
                  <a:lnTo>
                    <a:pt x="0" y="3338250"/>
                  </a:lnTo>
                  <a:lnTo>
                    <a:pt x="0" y="3281100"/>
                  </a:lnTo>
                  <a:lnTo>
                    <a:pt x="19049" y="3281100"/>
                  </a:lnTo>
                  <a:lnTo>
                    <a:pt x="19049" y="3338250"/>
                  </a:lnTo>
                  <a:close/>
                </a:path>
                <a:path w="8792210" h="8609330">
                  <a:moveTo>
                    <a:pt x="19049" y="3262050"/>
                  </a:moveTo>
                  <a:lnTo>
                    <a:pt x="0" y="3262050"/>
                  </a:lnTo>
                  <a:lnTo>
                    <a:pt x="0" y="3204900"/>
                  </a:lnTo>
                  <a:lnTo>
                    <a:pt x="19049" y="3204900"/>
                  </a:lnTo>
                  <a:lnTo>
                    <a:pt x="19049" y="3262050"/>
                  </a:lnTo>
                  <a:close/>
                </a:path>
                <a:path w="8792210" h="8609330">
                  <a:moveTo>
                    <a:pt x="19049" y="3185850"/>
                  </a:moveTo>
                  <a:lnTo>
                    <a:pt x="0" y="3185850"/>
                  </a:lnTo>
                  <a:lnTo>
                    <a:pt x="0" y="3128700"/>
                  </a:lnTo>
                  <a:lnTo>
                    <a:pt x="19049" y="3128700"/>
                  </a:lnTo>
                  <a:lnTo>
                    <a:pt x="19049" y="3185850"/>
                  </a:lnTo>
                  <a:close/>
                </a:path>
                <a:path w="8792210" h="8609330">
                  <a:moveTo>
                    <a:pt x="19049" y="3109650"/>
                  </a:moveTo>
                  <a:lnTo>
                    <a:pt x="0" y="3109650"/>
                  </a:lnTo>
                  <a:lnTo>
                    <a:pt x="0" y="3052500"/>
                  </a:lnTo>
                  <a:lnTo>
                    <a:pt x="19049" y="3052500"/>
                  </a:lnTo>
                  <a:lnTo>
                    <a:pt x="19049" y="3109650"/>
                  </a:lnTo>
                  <a:close/>
                </a:path>
                <a:path w="8792210" h="8609330">
                  <a:moveTo>
                    <a:pt x="19049" y="3033450"/>
                  </a:moveTo>
                  <a:lnTo>
                    <a:pt x="0" y="3033450"/>
                  </a:lnTo>
                  <a:lnTo>
                    <a:pt x="0" y="2976300"/>
                  </a:lnTo>
                  <a:lnTo>
                    <a:pt x="19049" y="2976300"/>
                  </a:lnTo>
                  <a:lnTo>
                    <a:pt x="19049" y="3033450"/>
                  </a:lnTo>
                  <a:close/>
                </a:path>
                <a:path w="8792210" h="8609330">
                  <a:moveTo>
                    <a:pt x="19049" y="2957250"/>
                  </a:moveTo>
                  <a:lnTo>
                    <a:pt x="0" y="2957250"/>
                  </a:lnTo>
                  <a:lnTo>
                    <a:pt x="0" y="2900100"/>
                  </a:lnTo>
                  <a:lnTo>
                    <a:pt x="19049" y="2900100"/>
                  </a:lnTo>
                  <a:lnTo>
                    <a:pt x="19049" y="2957250"/>
                  </a:lnTo>
                  <a:close/>
                </a:path>
                <a:path w="8792210" h="8609330">
                  <a:moveTo>
                    <a:pt x="19049" y="2881050"/>
                  </a:moveTo>
                  <a:lnTo>
                    <a:pt x="0" y="2881050"/>
                  </a:lnTo>
                  <a:lnTo>
                    <a:pt x="0" y="2823900"/>
                  </a:lnTo>
                  <a:lnTo>
                    <a:pt x="19049" y="2823900"/>
                  </a:lnTo>
                  <a:lnTo>
                    <a:pt x="19049" y="2881050"/>
                  </a:lnTo>
                  <a:close/>
                </a:path>
                <a:path w="8792210" h="8609330">
                  <a:moveTo>
                    <a:pt x="19049" y="2804850"/>
                  </a:moveTo>
                  <a:lnTo>
                    <a:pt x="0" y="2804850"/>
                  </a:lnTo>
                  <a:lnTo>
                    <a:pt x="0" y="2747700"/>
                  </a:lnTo>
                  <a:lnTo>
                    <a:pt x="19049" y="2747700"/>
                  </a:lnTo>
                  <a:lnTo>
                    <a:pt x="19049" y="2804850"/>
                  </a:lnTo>
                  <a:close/>
                </a:path>
                <a:path w="8792210" h="8609330">
                  <a:moveTo>
                    <a:pt x="19049" y="2728650"/>
                  </a:moveTo>
                  <a:lnTo>
                    <a:pt x="0" y="2728650"/>
                  </a:lnTo>
                  <a:lnTo>
                    <a:pt x="0" y="2671500"/>
                  </a:lnTo>
                  <a:lnTo>
                    <a:pt x="19049" y="2671500"/>
                  </a:lnTo>
                  <a:lnTo>
                    <a:pt x="19049" y="2728650"/>
                  </a:lnTo>
                  <a:close/>
                </a:path>
                <a:path w="8792210" h="8609330">
                  <a:moveTo>
                    <a:pt x="19049" y="2652450"/>
                  </a:moveTo>
                  <a:lnTo>
                    <a:pt x="0" y="2652450"/>
                  </a:lnTo>
                  <a:lnTo>
                    <a:pt x="0" y="2595300"/>
                  </a:lnTo>
                  <a:lnTo>
                    <a:pt x="19049" y="2595300"/>
                  </a:lnTo>
                  <a:lnTo>
                    <a:pt x="19049" y="2652450"/>
                  </a:lnTo>
                  <a:close/>
                </a:path>
                <a:path w="8792210" h="8609330">
                  <a:moveTo>
                    <a:pt x="19049" y="2576250"/>
                  </a:moveTo>
                  <a:lnTo>
                    <a:pt x="0" y="2576250"/>
                  </a:lnTo>
                  <a:lnTo>
                    <a:pt x="0" y="2519100"/>
                  </a:lnTo>
                  <a:lnTo>
                    <a:pt x="19049" y="2519100"/>
                  </a:lnTo>
                  <a:lnTo>
                    <a:pt x="19049" y="2576250"/>
                  </a:lnTo>
                  <a:close/>
                </a:path>
                <a:path w="8792210" h="8609330">
                  <a:moveTo>
                    <a:pt x="19049" y="2500050"/>
                  </a:moveTo>
                  <a:lnTo>
                    <a:pt x="0" y="2500050"/>
                  </a:lnTo>
                  <a:lnTo>
                    <a:pt x="0" y="2442900"/>
                  </a:lnTo>
                  <a:lnTo>
                    <a:pt x="19049" y="2442900"/>
                  </a:lnTo>
                  <a:lnTo>
                    <a:pt x="19049" y="2500050"/>
                  </a:lnTo>
                  <a:close/>
                </a:path>
                <a:path w="8792210" h="8609330">
                  <a:moveTo>
                    <a:pt x="19049" y="2423850"/>
                  </a:moveTo>
                  <a:lnTo>
                    <a:pt x="0" y="2423850"/>
                  </a:lnTo>
                  <a:lnTo>
                    <a:pt x="0" y="2366700"/>
                  </a:lnTo>
                  <a:lnTo>
                    <a:pt x="19049" y="2366700"/>
                  </a:lnTo>
                  <a:lnTo>
                    <a:pt x="19049" y="2423850"/>
                  </a:lnTo>
                  <a:close/>
                </a:path>
                <a:path w="8792210" h="8609330">
                  <a:moveTo>
                    <a:pt x="19049" y="2347650"/>
                  </a:moveTo>
                  <a:lnTo>
                    <a:pt x="0" y="2347650"/>
                  </a:lnTo>
                  <a:lnTo>
                    <a:pt x="0" y="2290500"/>
                  </a:lnTo>
                  <a:lnTo>
                    <a:pt x="19049" y="2290500"/>
                  </a:lnTo>
                  <a:lnTo>
                    <a:pt x="19049" y="2347650"/>
                  </a:lnTo>
                  <a:close/>
                </a:path>
                <a:path w="8792210" h="8609330">
                  <a:moveTo>
                    <a:pt x="19049" y="2271450"/>
                  </a:moveTo>
                  <a:lnTo>
                    <a:pt x="0" y="2271450"/>
                  </a:lnTo>
                  <a:lnTo>
                    <a:pt x="0" y="2214300"/>
                  </a:lnTo>
                  <a:lnTo>
                    <a:pt x="19049" y="2214300"/>
                  </a:lnTo>
                  <a:lnTo>
                    <a:pt x="19049" y="2271450"/>
                  </a:lnTo>
                  <a:close/>
                </a:path>
                <a:path w="8792210" h="8609330">
                  <a:moveTo>
                    <a:pt x="19049" y="2195250"/>
                  </a:moveTo>
                  <a:lnTo>
                    <a:pt x="0" y="2195250"/>
                  </a:lnTo>
                  <a:lnTo>
                    <a:pt x="0" y="2138100"/>
                  </a:lnTo>
                  <a:lnTo>
                    <a:pt x="19049" y="2138100"/>
                  </a:lnTo>
                  <a:lnTo>
                    <a:pt x="19049" y="2195250"/>
                  </a:lnTo>
                  <a:close/>
                </a:path>
                <a:path w="8792210" h="8609330">
                  <a:moveTo>
                    <a:pt x="19049" y="2119050"/>
                  </a:moveTo>
                  <a:lnTo>
                    <a:pt x="0" y="2119050"/>
                  </a:lnTo>
                  <a:lnTo>
                    <a:pt x="0" y="2061900"/>
                  </a:lnTo>
                  <a:lnTo>
                    <a:pt x="19049" y="2061900"/>
                  </a:lnTo>
                  <a:lnTo>
                    <a:pt x="19049" y="2119050"/>
                  </a:lnTo>
                  <a:close/>
                </a:path>
                <a:path w="8792210" h="8609330">
                  <a:moveTo>
                    <a:pt x="19049" y="2042850"/>
                  </a:moveTo>
                  <a:lnTo>
                    <a:pt x="0" y="2042850"/>
                  </a:lnTo>
                  <a:lnTo>
                    <a:pt x="0" y="1985700"/>
                  </a:lnTo>
                  <a:lnTo>
                    <a:pt x="19049" y="1985700"/>
                  </a:lnTo>
                  <a:lnTo>
                    <a:pt x="19049" y="2042850"/>
                  </a:lnTo>
                  <a:close/>
                </a:path>
                <a:path w="8792210" h="8609330">
                  <a:moveTo>
                    <a:pt x="19049" y="1966650"/>
                  </a:moveTo>
                  <a:lnTo>
                    <a:pt x="0" y="1966650"/>
                  </a:lnTo>
                  <a:lnTo>
                    <a:pt x="0" y="1909500"/>
                  </a:lnTo>
                  <a:lnTo>
                    <a:pt x="19049" y="1909500"/>
                  </a:lnTo>
                  <a:lnTo>
                    <a:pt x="19049" y="1966650"/>
                  </a:lnTo>
                  <a:close/>
                </a:path>
                <a:path w="8792210" h="8609330">
                  <a:moveTo>
                    <a:pt x="19049" y="1890450"/>
                  </a:moveTo>
                  <a:lnTo>
                    <a:pt x="0" y="1890450"/>
                  </a:lnTo>
                  <a:lnTo>
                    <a:pt x="0" y="1833300"/>
                  </a:lnTo>
                  <a:lnTo>
                    <a:pt x="19049" y="1833300"/>
                  </a:lnTo>
                  <a:lnTo>
                    <a:pt x="19049" y="1890450"/>
                  </a:lnTo>
                  <a:close/>
                </a:path>
                <a:path w="8792210" h="8609330">
                  <a:moveTo>
                    <a:pt x="19049" y="1814250"/>
                  </a:moveTo>
                  <a:lnTo>
                    <a:pt x="0" y="1814250"/>
                  </a:lnTo>
                  <a:lnTo>
                    <a:pt x="0" y="1757100"/>
                  </a:lnTo>
                  <a:lnTo>
                    <a:pt x="19049" y="1757100"/>
                  </a:lnTo>
                  <a:lnTo>
                    <a:pt x="19049" y="1814250"/>
                  </a:lnTo>
                  <a:close/>
                </a:path>
                <a:path w="8792210" h="8609330">
                  <a:moveTo>
                    <a:pt x="19049" y="1738050"/>
                  </a:moveTo>
                  <a:lnTo>
                    <a:pt x="0" y="1738050"/>
                  </a:lnTo>
                  <a:lnTo>
                    <a:pt x="0" y="1680900"/>
                  </a:lnTo>
                  <a:lnTo>
                    <a:pt x="19049" y="1680900"/>
                  </a:lnTo>
                  <a:lnTo>
                    <a:pt x="19049" y="1738050"/>
                  </a:lnTo>
                  <a:close/>
                </a:path>
                <a:path w="8792210" h="8609330">
                  <a:moveTo>
                    <a:pt x="19049" y="1661850"/>
                  </a:moveTo>
                  <a:lnTo>
                    <a:pt x="0" y="1661850"/>
                  </a:lnTo>
                  <a:lnTo>
                    <a:pt x="0" y="1604700"/>
                  </a:lnTo>
                  <a:lnTo>
                    <a:pt x="19049" y="1604700"/>
                  </a:lnTo>
                  <a:lnTo>
                    <a:pt x="19049" y="1661850"/>
                  </a:lnTo>
                  <a:close/>
                </a:path>
                <a:path w="8792210" h="8609330">
                  <a:moveTo>
                    <a:pt x="19049" y="1585650"/>
                  </a:moveTo>
                  <a:lnTo>
                    <a:pt x="0" y="1585650"/>
                  </a:lnTo>
                  <a:lnTo>
                    <a:pt x="0" y="1528500"/>
                  </a:lnTo>
                  <a:lnTo>
                    <a:pt x="19049" y="1528500"/>
                  </a:lnTo>
                  <a:lnTo>
                    <a:pt x="19049" y="1585650"/>
                  </a:lnTo>
                  <a:close/>
                </a:path>
                <a:path w="8792210" h="8609330">
                  <a:moveTo>
                    <a:pt x="19049" y="1509450"/>
                  </a:moveTo>
                  <a:lnTo>
                    <a:pt x="0" y="1509450"/>
                  </a:lnTo>
                  <a:lnTo>
                    <a:pt x="0" y="1452300"/>
                  </a:lnTo>
                  <a:lnTo>
                    <a:pt x="19049" y="1452300"/>
                  </a:lnTo>
                  <a:lnTo>
                    <a:pt x="19049" y="1509450"/>
                  </a:lnTo>
                  <a:close/>
                </a:path>
                <a:path w="8792210" h="8609330">
                  <a:moveTo>
                    <a:pt x="19049" y="1433250"/>
                  </a:moveTo>
                  <a:lnTo>
                    <a:pt x="0" y="1433250"/>
                  </a:lnTo>
                  <a:lnTo>
                    <a:pt x="0" y="1376100"/>
                  </a:lnTo>
                  <a:lnTo>
                    <a:pt x="19049" y="1376100"/>
                  </a:lnTo>
                  <a:lnTo>
                    <a:pt x="19049" y="1433250"/>
                  </a:lnTo>
                  <a:close/>
                </a:path>
                <a:path w="8792210" h="8609330">
                  <a:moveTo>
                    <a:pt x="19049" y="1357050"/>
                  </a:moveTo>
                  <a:lnTo>
                    <a:pt x="0" y="1357050"/>
                  </a:lnTo>
                  <a:lnTo>
                    <a:pt x="0" y="1299900"/>
                  </a:lnTo>
                  <a:lnTo>
                    <a:pt x="19049" y="1299900"/>
                  </a:lnTo>
                  <a:lnTo>
                    <a:pt x="19049" y="1357050"/>
                  </a:lnTo>
                  <a:close/>
                </a:path>
                <a:path w="8792210" h="8609330">
                  <a:moveTo>
                    <a:pt x="19049" y="1280850"/>
                  </a:moveTo>
                  <a:lnTo>
                    <a:pt x="0" y="1280850"/>
                  </a:lnTo>
                  <a:lnTo>
                    <a:pt x="0" y="1223700"/>
                  </a:lnTo>
                  <a:lnTo>
                    <a:pt x="19049" y="1223700"/>
                  </a:lnTo>
                  <a:lnTo>
                    <a:pt x="19049" y="1280850"/>
                  </a:lnTo>
                  <a:close/>
                </a:path>
                <a:path w="8792210" h="8609330">
                  <a:moveTo>
                    <a:pt x="19049" y="1204650"/>
                  </a:moveTo>
                  <a:lnTo>
                    <a:pt x="0" y="1204650"/>
                  </a:lnTo>
                  <a:lnTo>
                    <a:pt x="0" y="1147500"/>
                  </a:lnTo>
                  <a:lnTo>
                    <a:pt x="19049" y="1147500"/>
                  </a:lnTo>
                  <a:lnTo>
                    <a:pt x="19049" y="1204650"/>
                  </a:lnTo>
                  <a:close/>
                </a:path>
                <a:path w="8792210" h="8609330">
                  <a:moveTo>
                    <a:pt x="19049" y="1128450"/>
                  </a:moveTo>
                  <a:lnTo>
                    <a:pt x="0" y="1128450"/>
                  </a:lnTo>
                  <a:lnTo>
                    <a:pt x="0" y="1071300"/>
                  </a:lnTo>
                  <a:lnTo>
                    <a:pt x="19049" y="1071300"/>
                  </a:lnTo>
                  <a:lnTo>
                    <a:pt x="19049" y="1128450"/>
                  </a:lnTo>
                  <a:close/>
                </a:path>
                <a:path w="8792210" h="8609330">
                  <a:moveTo>
                    <a:pt x="19049" y="1052250"/>
                  </a:moveTo>
                  <a:lnTo>
                    <a:pt x="0" y="1052250"/>
                  </a:lnTo>
                  <a:lnTo>
                    <a:pt x="0" y="995100"/>
                  </a:lnTo>
                  <a:lnTo>
                    <a:pt x="19049" y="995100"/>
                  </a:lnTo>
                  <a:lnTo>
                    <a:pt x="19049" y="1052250"/>
                  </a:lnTo>
                  <a:close/>
                </a:path>
                <a:path w="8792210" h="8609330">
                  <a:moveTo>
                    <a:pt x="19049" y="976050"/>
                  </a:moveTo>
                  <a:lnTo>
                    <a:pt x="0" y="976050"/>
                  </a:lnTo>
                  <a:lnTo>
                    <a:pt x="0" y="918900"/>
                  </a:lnTo>
                  <a:lnTo>
                    <a:pt x="19049" y="918900"/>
                  </a:lnTo>
                  <a:lnTo>
                    <a:pt x="19049" y="976050"/>
                  </a:lnTo>
                  <a:close/>
                </a:path>
                <a:path w="8792210" h="8609330">
                  <a:moveTo>
                    <a:pt x="19049" y="899850"/>
                  </a:moveTo>
                  <a:lnTo>
                    <a:pt x="0" y="899850"/>
                  </a:lnTo>
                  <a:lnTo>
                    <a:pt x="0" y="842700"/>
                  </a:lnTo>
                  <a:lnTo>
                    <a:pt x="19049" y="842700"/>
                  </a:lnTo>
                  <a:lnTo>
                    <a:pt x="19049" y="899850"/>
                  </a:lnTo>
                  <a:close/>
                </a:path>
                <a:path w="8792210" h="8609330">
                  <a:moveTo>
                    <a:pt x="19049" y="823650"/>
                  </a:moveTo>
                  <a:lnTo>
                    <a:pt x="0" y="823650"/>
                  </a:lnTo>
                  <a:lnTo>
                    <a:pt x="0" y="766500"/>
                  </a:lnTo>
                  <a:lnTo>
                    <a:pt x="19049" y="766500"/>
                  </a:lnTo>
                  <a:lnTo>
                    <a:pt x="19049" y="823650"/>
                  </a:lnTo>
                  <a:close/>
                </a:path>
                <a:path w="8792210" h="8609330">
                  <a:moveTo>
                    <a:pt x="19049" y="747450"/>
                  </a:moveTo>
                  <a:lnTo>
                    <a:pt x="0" y="747450"/>
                  </a:lnTo>
                  <a:lnTo>
                    <a:pt x="0" y="690300"/>
                  </a:lnTo>
                  <a:lnTo>
                    <a:pt x="19049" y="690300"/>
                  </a:lnTo>
                  <a:lnTo>
                    <a:pt x="19049" y="747450"/>
                  </a:lnTo>
                  <a:close/>
                </a:path>
                <a:path w="8792210" h="8609330">
                  <a:moveTo>
                    <a:pt x="19049" y="671250"/>
                  </a:moveTo>
                  <a:lnTo>
                    <a:pt x="0" y="671250"/>
                  </a:lnTo>
                  <a:lnTo>
                    <a:pt x="0" y="614100"/>
                  </a:lnTo>
                  <a:lnTo>
                    <a:pt x="19049" y="614100"/>
                  </a:lnTo>
                  <a:lnTo>
                    <a:pt x="19049" y="671250"/>
                  </a:lnTo>
                  <a:close/>
                </a:path>
                <a:path w="8792210" h="8609330">
                  <a:moveTo>
                    <a:pt x="19049" y="595050"/>
                  </a:moveTo>
                  <a:lnTo>
                    <a:pt x="0" y="595050"/>
                  </a:lnTo>
                  <a:lnTo>
                    <a:pt x="0" y="537900"/>
                  </a:lnTo>
                  <a:lnTo>
                    <a:pt x="19049" y="537900"/>
                  </a:lnTo>
                  <a:lnTo>
                    <a:pt x="19049" y="595050"/>
                  </a:lnTo>
                  <a:close/>
                </a:path>
                <a:path w="8792210" h="8609330">
                  <a:moveTo>
                    <a:pt x="19049" y="518850"/>
                  </a:moveTo>
                  <a:lnTo>
                    <a:pt x="0" y="518850"/>
                  </a:lnTo>
                  <a:lnTo>
                    <a:pt x="0" y="461700"/>
                  </a:lnTo>
                  <a:lnTo>
                    <a:pt x="19049" y="461700"/>
                  </a:lnTo>
                  <a:lnTo>
                    <a:pt x="19049" y="518850"/>
                  </a:lnTo>
                  <a:close/>
                </a:path>
                <a:path w="8792210" h="8609330">
                  <a:moveTo>
                    <a:pt x="19049" y="442650"/>
                  </a:moveTo>
                  <a:lnTo>
                    <a:pt x="0" y="442650"/>
                  </a:lnTo>
                  <a:lnTo>
                    <a:pt x="0" y="385500"/>
                  </a:lnTo>
                  <a:lnTo>
                    <a:pt x="19049" y="385500"/>
                  </a:lnTo>
                  <a:lnTo>
                    <a:pt x="19049" y="442650"/>
                  </a:lnTo>
                  <a:close/>
                </a:path>
                <a:path w="8792210" h="8609330">
                  <a:moveTo>
                    <a:pt x="19049" y="366450"/>
                  </a:moveTo>
                  <a:lnTo>
                    <a:pt x="0" y="366450"/>
                  </a:lnTo>
                  <a:lnTo>
                    <a:pt x="0" y="309300"/>
                  </a:lnTo>
                  <a:lnTo>
                    <a:pt x="19049" y="309300"/>
                  </a:lnTo>
                  <a:lnTo>
                    <a:pt x="19049" y="366450"/>
                  </a:lnTo>
                  <a:close/>
                </a:path>
                <a:path w="8792210" h="8609330">
                  <a:moveTo>
                    <a:pt x="19049" y="290250"/>
                  </a:moveTo>
                  <a:lnTo>
                    <a:pt x="0" y="290250"/>
                  </a:lnTo>
                  <a:lnTo>
                    <a:pt x="0" y="233100"/>
                  </a:lnTo>
                  <a:lnTo>
                    <a:pt x="19049" y="233100"/>
                  </a:lnTo>
                  <a:lnTo>
                    <a:pt x="19049" y="290250"/>
                  </a:lnTo>
                  <a:close/>
                </a:path>
                <a:path w="8792210" h="8609330">
                  <a:moveTo>
                    <a:pt x="19049" y="214050"/>
                  </a:moveTo>
                  <a:lnTo>
                    <a:pt x="0" y="214050"/>
                  </a:lnTo>
                  <a:lnTo>
                    <a:pt x="0" y="156900"/>
                  </a:lnTo>
                  <a:lnTo>
                    <a:pt x="19049" y="156900"/>
                  </a:lnTo>
                  <a:lnTo>
                    <a:pt x="19049" y="214050"/>
                  </a:lnTo>
                  <a:close/>
                </a:path>
                <a:path w="8792210" h="8609330">
                  <a:moveTo>
                    <a:pt x="19049" y="137850"/>
                  </a:moveTo>
                  <a:lnTo>
                    <a:pt x="0" y="137850"/>
                  </a:lnTo>
                  <a:lnTo>
                    <a:pt x="0" y="95249"/>
                  </a:lnTo>
                  <a:lnTo>
                    <a:pt x="1447" y="80623"/>
                  </a:lnTo>
                  <a:lnTo>
                    <a:pt x="19961" y="83513"/>
                  </a:lnTo>
                  <a:lnTo>
                    <a:pt x="19353" y="87406"/>
                  </a:lnTo>
                  <a:lnTo>
                    <a:pt x="19049" y="91324"/>
                  </a:lnTo>
                  <a:lnTo>
                    <a:pt x="19049" y="137850"/>
                  </a:lnTo>
                  <a:close/>
                </a:path>
                <a:path w="8792210" h="8609330">
                  <a:moveTo>
                    <a:pt x="23812" y="68750"/>
                  </a:moveTo>
                  <a:lnTo>
                    <a:pt x="6211" y="62216"/>
                  </a:lnTo>
                  <a:lnTo>
                    <a:pt x="7250" y="58799"/>
                  </a:lnTo>
                  <a:lnTo>
                    <a:pt x="16002" y="42405"/>
                  </a:lnTo>
                  <a:lnTo>
                    <a:pt x="27897" y="27898"/>
                  </a:lnTo>
                  <a:lnTo>
                    <a:pt x="40723" y="17381"/>
                  </a:lnTo>
                  <a:lnTo>
                    <a:pt x="51548" y="32844"/>
                  </a:lnTo>
                  <a:lnTo>
                    <a:pt x="47907" y="35393"/>
                  </a:lnTo>
                  <a:lnTo>
                    <a:pt x="44513" y="38240"/>
                  </a:lnTo>
                  <a:lnTo>
                    <a:pt x="41368" y="41386"/>
                  </a:lnTo>
                  <a:lnTo>
                    <a:pt x="35859" y="47508"/>
                  </a:lnTo>
                  <a:lnTo>
                    <a:pt x="31096" y="54109"/>
                  </a:lnTo>
                  <a:lnTo>
                    <a:pt x="27081" y="61190"/>
                  </a:lnTo>
                  <a:lnTo>
                    <a:pt x="23812" y="68750"/>
                  </a:lnTo>
                  <a:close/>
                </a:path>
                <a:path w="8792210" h="8609330">
                  <a:moveTo>
                    <a:pt x="64852" y="25393"/>
                  </a:moveTo>
                  <a:lnTo>
                    <a:pt x="57306" y="8047"/>
                  </a:lnTo>
                  <a:lnTo>
                    <a:pt x="58799" y="7250"/>
                  </a:lnTo>
                  <a:lnTo>
                    <a:pt x="76580" y="1847"/>
                  </a:lnTo>
                  <a:lnTo>
                    <a:pt x="95249" y="0"/>
                  </a:lnTo>
                  <a:lnTo>
                    <a:pt x="152399" y="0"/>
                  </a:lnTo>
                  <a:lnTo>
                    <a:pt x="152399" y="19068"/>
                  </a:lnTo>
                  <a:lnTo>
                    <a:pt x="95249" y="19068"/>
                  </a:lnTo>
                  <a:lnTo>
                    <a:pt x="87403" y="19463"/>
                  </a:lnTo>
                  <a:lnTo>
                    <a:pt x="79721" y="20649"/>
                  </a:lnTo>
                  <a:lnTo>
                    <a:pt x="72204" y="22626"/>
                  </a:lnTo>
                  <a:lnTo>
                    <a:pt x="64852" y="25393"/>
                  </a:lnTo>
                  <a:close/>
                </a:path>
              </a:pathLst>
            </a:custGeom>
            <a:solidFill>
              <a:srgbClr val="A66656"/>
            </a:solidFill>
            <a:ln w="28575">
              <a:solidFill>
                <a:srgbClr val="FF0000"/>
              </a:solidFill>
              <a:prstDash val="dash"/>
            </a:ln>
          </p:spPr>
          <p:txBody>
            <a:bodyPr wrap="square" lIns="0" tIns="0" rIns="0" bIns="0" rtlCol="0"/>
            <a:lstStyle/>
            <a:p>
              <a:endParaRPr dirty="0"/>
            </a:p>
          </p:txBody>
        </p:sp>
        <p:pic>
          <p:nvPicPr>
            <p:cNvPr id="76" name="object 76"/>
            <p:cNvPicPr/>
            <p:nvPr/>
          </p:nvPicPr>
          <p:blipFill>
            <a:blip r:embed="rId10" cstate="print"/>
            <a:stretch>
              <a:fillRect/>
            </a:stretch>
          </p:blipFill>
          <p:spPr>
            <a:xfrm>
              <a:off x="9307508" y="3806690"/>
              <a:ext cx="685799" cy="685799"/>
            </a:xfrm>
            <a:prstGeom prst="rect">
              <a:avLst/>
            </a:prstGeom>
          </p:spPr>
        </p:pic>
        <p:pic>
          <p:nvPicPr>
            <p:cNvPr id="77" name="object 77"/>
            <p:cNvPicPr/>
            <p:nvPr/>
          </p:nvPicPr>
          <p:blipFill>
            <a:blip r:embed="rId11" cstate="print"/>
            <a:stretch>
              <a:fillRect/>
            </a:stretch>
          </p:blipFill>
          <p:spPr>
            <a:xfrm>
              <a:off x="9317034" y="1851913"/>
              <a:ext cx="666749" cy="666749"/>
            </a:xfrm>
            <a:prstGeom prst="rect">
              <a:avLst/>
            </a:prstGeom>
          </p:spPr>
        </p:pic>
      </p:grpSp>
      <p:sp>
        <p:nvSpPr>
          <p:cNvPr id="80" name="object 80"/>
          <p:cNvSpPr txBox="1"/>
          <p:nvPr/>
        </p:nvSpPr>
        <p:spPr>
          <a:xfrm>
            <a:off x="5781056" y="6929777"/>
            <a:ext cx="3122295" cy="3200235"/>
          </a:xfrm>
          <a:prstGeom prst="rect">
            <a:avLst/>
          </a:prstGeom>
        </p:spPr>
        <p:txBody>
          <a:bodyPr vert="horz" wrap="square" lIns="0" tIns="29845" rIns="0" bIns="0" rtlCol="0">
            <a:spAutoFit/>
          </a:bodyPr>
          <a:lstStyle/>
          <a:p>
            <a:pPr algn="ctr" rtl="0"/>
            <a:r>
              <a:rPr lang="en-IN" sz="1900" b="1" dirty="0">
                <a:latin typeface="Arial Black" panose="020B0A04020102020204" pitchFamily="34" charset="0"/>
              </a:rPr>
              <a:t>Market Viability</a:t>
            </a:r>
          </a:p>
          <a:p>
            <a:pPr algn="just" rtl="0"/>
            <a:r>
              <a:rPr lang="en-IN" sz="1200" dirty="0">
                <a:latin typeface="Lucida Sans Unicode" panose="020B0602030504020204" pitchFamily="34" charset="0"/>
                <a:cs typeface="Lucida Sans Unicode" panose="020B0602030504020204" pitchFamily="34" charset="0"/>
              </a:rPr>
              <a:t>The global Marine/Ocean Big Data Market is growing at a </a:t>
            </a:r>
            <a:r>
              <a:rPr lang="en-IN" sz="1200" b="1" dirty="0">
                <a:latin typeface="Lucida Sans Unicode" panose="020B0602030504020204" pitchFamily="34" charset="0"/>
                <a:cs typeface="Lucida Sans Unicode" panose="020B0602030504020204" pitchFamily="34" charset="0"/>
              </a:rPr>
              <a:t>12.2% CAGR</a:t>
            </a:r>
            <a:r>
              <a:rPr lang="en-IN" sz="1200" dirty="0">
                <a:latin typeface="Lucida Sans Unicode" panose="020B0602030504020204" pitchFamily="34" charset="0"/>
                <a:cs typeface="Lucida Sans Unicode" panose="020B0602030504020204" pitchFamily="34" charset="0"/>
              </a:rPr>
              <a:t>, from </a:t>
            </a:r>
            <a:r>
              <a:rPr lang="en-IN" sz="1200" b="1" dirty="0">
                <a:latin typeface="Lucida Sans Unicode" panose="020B0602030504020204" pitchFamily="34" charset="0"/>
                <a:cs typeface="Lucida Sans Unicode" panose="020B0602030504020204" pitchFamily="34" charset="0"/>
              </a:rPr>
              <a:t>$0.99B (2024)</a:t>
            </a:r>
            <a:r>
              <a:rPr lang="en-IN" sz="1200" dirty="0">
                <a:latin typeface="Lucida Sans Unicode" panose="020B0602030504020204" pitchFamily="34" charset="0"/>
                <a:cs typeface="Lucida Sans Unicode" panose="020B0602030504020204" pitchFamily="34" charset="0"/>
              </a:rPr>
              <a:t> to </a:t>
            </a:r>
            <a:r>
              <a:rPr lang="en-IN" sz="1200" b="1" dirty="0">
                <a:latin typeface="Lucida Sans Unicode" panose="020B0602030504020204" pitchFamily="34" charset="0"/>
                <a:cs typeface="Lucida Sans Unicode" panose="020B0602030504020204" pitchFamily="34" charset="0"/>
              </a:rPr>
              <a:t>$2.83B (2033)</a:t>
            </a:r>
            <a:r>
              <a:rPr lang="en-IN" sz="1200" dirty="0">
                <a:latin typeface="Lucida Sans Unicode" panose="020B0602030504020204" pitchFamily="34" charset="0"/>
                <a:cs typeface="Lucida Sans Unicode" panose="020B0602030504020204" pitchFamily="34" charset="0"/>
              </a:rPr>
              <a:t> — while India's Blue Economy, still only ~4% of GDP, has a government target of 10%+ within the decade</a:t>
            </a:r>
            <a:r>
              <a:rPr lang="en-IN" sz="1200" dirty="0"/>
              <a:t>.</a:t>
            </a:r>
          </a:p>
          <a:p>
            <a:pPr rtl="0"/>
            <a:endParaRPr lang="en-IN" sz="2400" dirty="0"/>
          </a:p>
          <a:p>
            <a:pPr algn="ctr" rtl="0"/>
            <a:r>
              <a:rPr lang="en-IN" sz="1900" b="1" dirty="0">
                <a:latin typeface="Arial Black" panose="020B0A04020102020204" pitchFamily="34" charset="0"/>
              </a:rPr>
              <a:t>Institutional Viability</a:t>
            </a:r>
          </a:p>
          <a:p>
            <a:pPr algn="just" rtl="0"/>
            <a:r>
              <a:rPr lang="en-IN" sz="1200" dirty="0" err="1">
                <a:latin typeface="Lucida Sans Unicode" panose="020B0602030504020204" pitchFamily="34" charset="0"/>
                <a:cs typeface="Lucida Sans Unicode" panose="020B0602030504020204" pitchFamily="34" charset="0"/>
              </a:rPr>
              <a:t>MoES's</a:t>
            </a:r>
            <a:r>
              <a:rPr lang="en-IN" sz="1200" dirty="0">
                <a:latin typeface="Lucida Sans Unicode" panose="020B0602030504020204" pitchFamily="34" charset="0"/>
                <a:cs typeface="Lucida Sans Unicode" panose="020B0602030504020204" pitchFamily="34" charset="0"/>
              </a:rPr>
              <a:t> Deep Ocean Mission budget grew from </a:t>
            </a:r>
            <a:r>
              <a:rPr lang="en-IN" sz="1200" b="1" dirty="0">
                <a:latin typeface="Lucida Sans Unicode" panose="020B0602030504020204" pitchFamily="34" charset="0"/>
                <a:cs typeface="Lucida Sans Unicode" panose="020B0602030504020204" pitchFamily="34" charset="0"/>
              </a:rPr>
              <a:t>₹3,064.8 Cr → ₹3,649.8 Cr</a:t>
            </a:r>
            <a:r>
              <a:rPr lang="en-IN" sz="1200" dirty="0">
                <a:latin typeface="Lucida Sans Unicode" panose="020B0602030504020204" pitchFamily="34" charset="0"/>
                <a:cs typeface="Lucida Sans Unicode" panose="020B0602030504020204" pitchFamily="34" charset="0"/>
              </a:rPr>
              <a:t> in one year, showing sustained government investment in this exact space.</a:t>
            </a:r>
          </a:p>
          <a:p>
            <a:pPr rtl="0"/>
            <a:endParaRPr lang="en-IN" sz="2400" dirty="0"/>
          </a:p>
        </p:txBody>
      </p:sp>
      <p:sp>
        <p:nvSpPr>
          <p:cNvPr id="81" name="object 81"/>
          <p:cNvSpPr/>
          <p:nvPr/>
        </p:nvSpPr>
        <p:spPr>
          <a:xfrm>
            <a:off x="3761070" y="774605"/>
            <a:ext cx="1840864" cy="454659"/>
          </a:xfrm>
          <a:custGeom>
            <a:avLst/>
            <a:gdLst/>
            <a:ahLst/>
            <a:cxnLst/>
            <a:rect l="l" t="t" r="r" b="b"/>
            <a:pathLst>
              <a:path w="1840864" h="454659">
                <a:moveTo>
                  <a:pt x="1726573" y="454659"/>
                </a:moveTo>
                <a:lnTo>
                  <a:pt x="113664" y="454659"/>
                </a:lnTo>
                <a:lnTo>
                  <a:pt x="69421" y="445727"/>
                </a:lnTo>
                <a:lnTo>
                  <a:pt x="33291" y="421367"/>
                </a:lnTo>
                <a:lnTo>
                  <a:pt x="8932" y="385238"/>
                </a:lnTo>
                <a:lnTo>
                  <a:pt x="0" y="340994"/>
                </a:lnTo>
                <a:lnTo>
                  <a:pt x="0" y="113664"/>
                </a:lnTo>
                <a:lnTo>
                  <a:pt x="8932" y="69421"/>
                </a:lnTo>
                <a:lnTo>
                  <a:pt x="33291" y="33291"/>
                </a:lnTo>
                <a:lnTo>
                  <a:pt x="69421" y="8932"/>
                </a:lnTo>
                <a:lnTo>
                  <a:pt x="113664" y="0"/>
                </a:lnTo>
                <a:lnTo>
                  <a:pt x="1726573" y="0"/>
                </a:lnTo>
                <a:lnTo>
                  <a:pt x="1770071" y="8652"/>
                </a:lnTo>
                <a:lnTo>
                  <a:pt x="1806947" y="33291"/>
                </a:lnTo>
                <a:lnTo>
                  <a:pt x="1831586" y="70167"/>
                </a:lnTo>
                <a:lnTo>
                  <a:pt x="1840238" y="113664"/>
                </a:lnTo>
                <a:lnTo>
                  <a:pt x="1840238" y="340994"/>
                </a:lnTo>
                <a:lnTo>
                  <a:pt x="1831586" y="384492"/>
                </a:lnTo>
                <a:lnTo>
                  <a:pt x="1806947" y="421367"/>
                </a:lnTo>
                <a:lnTo>
                  <a:pt x="1770071" y="446007"/>
                </a:lnTo>
                <a:lnTo>
                  <a:pt x="1726573" y="454659"/>
                </a:lnTo>
                <a:close/>
              </a:path>
            </a:pathLst>
          </a:custGeom>
          <a:solidFill>
            <a:srgbClr val="000000"/>
          </a:solidFill>
        </p:spPr>
        <p:txBody>
          <a:bodyPr wrap="square" lIns="0" tIns="0" rIns="0" bIns="0" rtlCol="0"/>
          <a:lstStyle/>
          <a:p>
            <a:endParaRPr/>
          </a:p>
        </p:txBody>
      </p:sp>
      <p:sp>
        <p:nvSpPr>
          <p:cNvPr id="82" name="object 82"/>
          <p:cNvSpPr txBox="1"/>
          <p:nvPr/>
        </p:nvSpPr>
        <p:spPr>
          <a:xfrm>
            <a:off x="1349104" y="1297035"/>
            <a:ext cx="7512684" cy="1469633"/>
          </a:xfrm>
          <a:prstGeom prst="rect">
            <a:avLst/>
          </a:prstGeom>
        </p:spPr>
        <p:txBody>
          <a:bodyPr vert="horz" wrap="square" lIns="0" tIns="12700" rIns="0" bIns="0" rtlCol="0">
            <a:spAutoFit/>
          </a:bodyPr>
          <a:lstStyle/>
          <a:p>
            <a:pPr marL="1986280">
              <a:lnSpc>
                <a:spcPct val="100000"/>
              </a:lnSpc>
              <a:spcBef>
                <a:spcPts val="1835"/>
              </a:spcBef>
            </a:pPr>
            <a:r>
              <a:rPr spc="-100" dirty="0">
                <a:latin typeface="Arial Black"/>
                <a:cs typeface="Arial Black"/>
              </a:rPr>
              <a:t>Technical</a:t>
            </a:r>
            <a:r>
              <a:rPr spc="-195" dirty="0">
                <a:latin typeface="Arial Black"/>
                <a:cs typeface="Arial Black"/>
              </a:rPr>
              <a:t> </a:t>
            </a:r>
            <a:r>
              <a:rPr spc="-10" dirty="0">
                <a:latin typeface="Arial Black"/>
                <a:cs typeface="Arial Black"/>
              </a:rPr>
              <a:t>Feasibility</a:t>
            </a:r>
            <a:endParaRPr dirty="0">
              <a:latin typeface="Arial Black"/>
              <a:cs typeface="Arial Black"/>
            </a:endParaRPr>
          </a:p>
          <a:p>
            <a:pPr marL="24130" marR="27305" algn="just">
              <a:lnSpc>
                <a:spcPct val="100000"/>
              </a:lnSpc>
              <a:spcBef>
                <a:spcPts val="150"/>
              </a:spcBef>
            </a:pPr>
            <a:r>
              <a:rPr lang="en-IN" sz="1200" dirty="0">
                <a:latin typeface="Lucida Sans Unicode" panose="020B0602030504020204" pitchFamily="34" charset="0"/>
                <a:cs typeface="Lucida Sans Unicode" panose="020B0602030504020204" pitchFamily="34" charset="0"/>
              </a:rPr>
              <a:t>Our entire stack relies on mature, freely available, open-source technologies — WebGL is supported natively in every modern browser, and our source data (Copernicus Marine Service, Argo, IOOS) is published under open data-access policies with no licensing barrier. There is no dependency on proprietary or unavailable technology.</a:t>
            </a:r>
            <a:endParaRPr lang="en-US" sz="1200" dirty="0">
              <a:latin typeface="Lucida Sans Unicode" panose="020B0602030504020204" pitchFamily="34" charset="0"/>
              <a:cs typeface="Lucida Sans Unicode" panose="020B0602030504020204" pitchFamily="34" charset="0"/>
            </a:endParaRPr>
          </a:p>
          <a:p>
            <a:pPr marL="1976755">
              <a:lnSpc>
                <a:spcPct val="100000"/>
              </a:lnSpc>
            </a:pPr>
            <a:r>
              <a:rPr lang="en-IN" sz="2400" dirty="0"/>
              <a:t>.</a:t>
            </a:r>
            <a:endParaRPr sz="2100" dirty="0">
              <a:latin typeface="Arial Black"/>
              <a:cs typeface="Arial Black"/>
            </a:endParaRPr>
          </a:p>
        </p:txBody>
      </p:sp>
      <p:sp>
        <p:nvSpPr>
          <p:cNvPr id="83" name="object 83"/>
          <p:cNvSpPr/>
          <p:nvPr/>
        </p:nvSpPr>
        <p:spPr>
          <a:xfrm>
            <a:off x="12715444" y="774605"/>
            <a:ext cx="2070100" cy="454659"/>
          </a:xfrm>
          <a:custGeom>
            <a:avLst/>
            <a:gdLst/>
            <a:ahLst/>
            <a:cxnLst/>
            <a:rect l="l" t="t" r="r" b="b"/>
            <a:pathLst>
              <a:path w="2070100" h="454659">
                <a:moveTo>
                  <a:pt x="1956364" y="454659"/>
                </a:moveTo>
                <a:lnTo>
                  <a:pt x="113664" y="454659"/>
                </a:lnTo>
                <a:lnTo>
                  <a:pt x="69421" y="445727"/>
                </a:lnTo>
                <a:lnTo>
                  <a:pt x="33291" y="421367"/>
                </a:lnTo>
                <a:lnTo>
                  <a:pt x="8932" y="385238"/>
                </a:lnTo>
                <a:lnTo>
                  <a:pt x="0" y="340994"/>
                </a:lnTo>
                <a:lnTo>
                  <a:pt x="0" y="113664"/>
                </a:lnTo>
                <a:lnTo>
                  <a:pt x="8932" y="69421"/>
                </a:lnTo>
                <a:lnTo>
                  <a:pt x="33291" y="33291"/>
                </a:lnTo>
                <a:lnTo>
                  <a:pt x="69421" y="8932"/>
                </a:lnTo>
                <a:lnTo>
                  <a:pt x="113664" y="0"/>
                </a:lnTo>
                <a:lnTo>
                  <a:pt x="1956364" y="0"/>
                </a:lnTo>
                <a:lnTo>
                  <a:pt x="1999862" y="8652"/>
                </a:lnTo>
                <a:lnTo>
                  <a:pt x="2036737" y="33291"/>
                </a:lnTo>
                <a:lnTo>
                  <a:pt x="2061377" y="70167"/>
                </a:lnTo>
                <a:lnTo>
                  <a:pt x="2070029" y="113664"/>
                </a:lnTo>
                <a:lnTo>
                  <a:pt x="2070029" y="340994"/>
                </a:lnTo>
                <a:lnTo>
                  <a:pt x="2061377" y="384492"/>
                </a:lnTo>
                <a:lnTo>
                  <a:pt x="2036737" y="421367"/>
                </a:lnTo>
                <a:lnTo>
                  <a:pt x="1999862" y="446007"/>
                </a:lnTo>
                <a:lnTo>
                  <a:pt x="1956364" y="454659"/>
                </a:lnTo>
                <a:close/>
              </a:path>
            </a:pathLst>
          </a:custGeom>
          <a:solidFill>
            <a:srgbClr val="000000"/>
          </a:solidFill>
        </p:spPr>
        <p:txBody>
          <a:bodyPr wrap="square" lIns="0" tIns="0" rIns="0" bIns="0" rtlCol="0"/>
          <a:lstStyle/>
          <a:p>
            <a:endParaRPr/>
          </a:p>
        </p:txBody>
      </p:sp>
      <p:sp>
        <p:nvSpPr>
          <p:cNvPr id="91" name="object 91"/>
          <p:cNvSpPr txBox="1"/>
          <p:nvPr/>
        </p:nvSpPr>
        <p:spPr>
          <a:xfrm>
            <a:off x="14432335" y="1652060"/>
            <a:ext cx="3346078" cy="1961434"/>
          </a:xfrm>
          <a:prstGeom prst="rect">
            <a:avLst/>
          </a:prstGeom>
        </p:spPr>
        <p:txBody>
          <a:bodyPr vert="horz" wrap="square" lIns="0" tIns="22225" rIns="0" bIns="0" rtlCol="0">
            <a:spAutoFit/>
          </a:bodyPr>
          <a:lstStyle/>
          <a:p>
            <a:pPr marL="379095" marR="5080" indent="-367030" algn="just">
              <a:lnSpc>
                <a:spcPct val="100000"/>
              </a:lnSpc>
              <a:spcBef>
                <a:spcPts val="175"/>
              </a:spcBef>
              <a:tabLst>
                <a:tab pos="1003935" algn="l"/>
                <a:tab pos="2317115" algn="l"/>
              </a:tabLst>
            </a:pPr>
            <a:r>
              <a:rPr lang="en-IN" b="1" dirty="0">
                <a:latin typeface="Arial Black" panose="020B0A04020102020204" pitchFamily="34" charset="0"/>
              </a:rPr>
              <a:t>2. Real-Time 3D Rendering Across Varying Hardware</a:t>
            </a:r>
            <a:br>
              <a:rPr lang="en-IN" sz="1600" dirty="0"/>
            </a:br>
            <a:r>
              <a:rPr lang="en-IN" sz="1200" dirty="0">
                <a:latin typeface="Lucida Sans Unicode" panose="020B0602030504020204" pitchFamily="34" charset="0"/>
                <a:cs typeface="Lucida Sans Unicode" panose="020B0602030504020204" pitchFamily="34" charset="0"/>
              </a:rPr>
              <a:t>INCOIS forecasters and public users will access the platform on a wide range of devices, from powerful workstations to modest institutional laptops, and WebGL performance varies significantly across GPU classes.</a:t>
            </a:r>
            <a:endParaRPr sz="1200" dirty="0">
              <a:latin typeface="Lucida Sans Unicode" panose="020B0602030504020204" pitchFamily="34" charset="0"/>
              <a:cs typeface="Lucida Sans Unicode" panose="020B0602030504020204" pitchFamily="34" charset="0"/>
            </a:endParaRPr>
          </a:p>
        </p:txBody>
      </p:sp>
      <p:sp>
        <p:nvSpPr>
          <p:cNvPr id="92" name="object 92"/>
          <p:cNvSpPr txBox="1"/>
          <p:nvPr/>
        </p:nvSpPr>
        <p:spPr>
          <a:xfrm>
            <a:off x="10093730" y="3766260"/>
            <a:ext cx="3514970" cy="2322431"/>
          </a:xfrm>
          <a:prstGeom prst="rect">
            <a:avLst/>
          </a:prstGeom>
        </p:spPr>
        <p:txBody>
          <a:bodyPr vert="horz" wrap="square" lIns="0" tIns="13970" rIns="0" bIns="0" rtlCol="0">
            <a:spAutoFit/>
          </a:bodyPr>
          <a:lstStyle/>
          <a:p>
            <a:pPr marL="395605" marR="5080" indent="-383540" algn="just">
              <a:lnSpc>
                <a:spcPct val="100000"/>
              </a:lnSpc>
              <a:spcBef>
                <a:spcPts val="110"/>
              </a:spcBef>
            </a:pPr>
            <a:r>
              <a:rPr lang="en-IN" b="1" dirty="0">
                <a:latin typeface="Arial Black" panose="020B0A04020102020204" pitchFamily="34" charset="0"/>
              </a:rPr>
              <a:t>3. Integrating Heterogeneous Instrument Data Formats</a:t>
            </a:r>
            <a:br>
              <a:rPr lang="en-IN" sz="1600" dirty="0"/>
            </a:br>
            <a:r>
              <a:rPr lang="en-IN" sz="1300" dirty="0">
                <a:latin typeface="Lucida Sans Unicode" panose="020B0602030504020204" pitchFamily="34" charset="0"/>
                <a:cs typeface="Lucida Sans Unicode" panose="020B0602030504020204" pitchFamily="34" charset="0"/>
              </a:rPr>
              <a:t>Argo floats, gliders, and future sensors like HF-Radar each arrive in different file formats and structures, risking a fragile pipeline that breaks every time a new instrument type is added.</a:t>
            </a:r>
            <a:endParaRPr sz="1300" dirty="0">
              <a:latin typeface="Lucida Sans Unicode" panose="020B0602030504020204" pitchFamily="34" charset="0"/>
              <a:cs typeface="Lucida Sans Unicode" panose="020B0602030504020204" pitchFamily="34" charset="0"/>
            </a:endParaRPr>
          </a:p>
        </p:txBody>
      </p:sp>
      <p:sp>
        <p:nvSpPr>
          <p:cNvPr id="99" name="object 99"/>
          <p:cNvSpPr txBox="1"/>
          <p:nvPr/>
        </p:nvSpPr>
        <p:spPr>
          <a:xfrm>
            <a:off x="11125200" y="6411360"/>
            <a:ext cx="8351520" cy="319959"/>
          </a:xfrm>
          <a:prstGeom prst="rect">
            <a:avLst/>
          </a:prstGeom>
        </p:spPr>
        <p:txBody>
          <a:bodyPr vert="horz" wrap="square" lIns="0" tIns="12065" rIns="0" bIns="0" rtlCol="0">
            <a:spAutoFit/>
          </a:bodyPr>
          <a:lstStyle/>
          <a:p>
            <a:pPr marL="12700" marR="5080">
              <a:lnSpc>
                <a:spcPct val="100000"/>
              </a:lnSpc>
              <a:spcBef>
                <a:spcPts val="95"/>
              </a:spcBef>
              <a:tabLst>
                <a:tab pos="1555750" algn="l"/>
                <a:tab pos="2388870" algn="l"/>
                <a:tab pos="4690110" algn="l"/>
                <a:tab pos="5420360" algn="l"/>
                <a:tab pos="6793230" algn="l"/>
                <a:tab pos="7828915" algn="l"/>
              </a:tabLst>
            </a:pPr>
            <a:r>
              <a:rPr lang="en-IN" sz="2000" dirty="0">
                <a:latin typeface="Arial Black" panose="020B0A04020102020204" pitchFamily="34" charset="0"/>
              </a:rPr>
              <a:t>How we plan to overcome them:</a:t>
            </a:r>
            <a:endParaRPr sz="1950" dirty="0">
              <a:latin typeface="Arial Black" panose="020B0A04020102020204" pitchFamily="34" charset="0"/>
              <a:cs typeface="Arial Black"/>
            </a:endParaRPr>
          </a:p>
        </p:txBody>
      </p:sp>
      <p:sp>
        <p:nvSpPr>
          <p:cNvPr id="117" name="object 117"/>
          <p:cNvSpPr txBox="1">
            <a:spLocks noGrp="1"/>
          </p:cNvSpPr>
          <p:nvPr>
            <p:ph type="sldNum" sz="quarter" idx="7"/>
          </p:nvPr>
        </p:nvSpPr>
        <p:spPr>
          <a:prstGeom prst="rect">
            <a:avLst/>
          </a:prstGeom>
        </p:spPr>
        <p:txBody>
          <a:bodyPr vert="horz" wrap="square" lIns="0" tIns="25400" rIns="0" bIns="0" rtlCol="0">
            <a:spAutoFit/>
          </a:bodyPr>
          <a:lstStyle/>
          <a:p>
            <a:pPr marL="38100">
              <a:lnSpc>
                <a:spcPct val="100000"/>
              </a:lnSpc>
              <a:spcBef>
                <a:spcPts val="200"/>
              </a:spcBef>
            </a:pPr>
            <a:fld id="{81D60167-4931-47E6-BA6A-407CBD079E47}" type="slidenum">
              <a:rPr spc="-50" dirty="0"/>
              <a:t>4</a:t>
            </a:fld>
            <a:endParaRPr spc="-50" dirty="0"/>
          </a:p>
        </p:txBody>
      </p:sp>
      <p:sp>
        <p:nvSpPr>
          <p:cNvPr id="118" name="object 118"/>
          <p:cNvSpPr txBox="1">
            <a:spLocks noGrp="1"/>
          </p:cNvSpPr>
          <p:nvPr>
            <p:ph type="ftr" sz="quarter" idx="5"/>
          </p:nvPr>
        </p:nvSpPr>
        <p:spPr>
          <a:xfrm>
            <a:off x="7577813" y="10018292"/>
            <a:ext cx="3879792" cy="452688"/>
          </a:xfrm>
          <a:prstGeom prst="rect">
            <a:avLst/>
          </a:prstGeom>
        </p:spPr>
        <p:txBody>
          <a:bodyPr vert="horz" wrap="square" lIns="0" tIns="21590" rIns="0" bIns="0" rtlCol="0">
            <a:spAutoFit/>
          </a:bodyPr>
          <a:lstStyle/>
          <a:p>
            <a:pPr marL="12700">
              <a:lnSpc>
                <a:spcPct val="100000"/>
              </a:lnSpc>
              <a:spcBef>
                <a:spcPts val="170"/>
              </a:spcBef>
            </a:pPr>
            <a:r>
              <a:rPr lang="en-IN" spc="100" dirty="0"/>
              <a:t>SAGAR-DRISHTI</a:t>
            </a:r>
            <a:r>
              <a:rPr spc="254" dirty="0"/>
              <a:t>-</a:t>
            </a:r>
            <a:r>
              <a:rPr spc="-60" dirty="0"/>
              <a:t> </a:t>
            </a:r>
            <a:r>
              <a:rPr dirty="0"/>
              <a:t>@SIH</a:t>
            </a:r>
            <a:r>
              <a:rPr spc="-55" dirty="0"/>
              <a:t> </a:t>
            </a:r>
            <a:r>
              <a:rPr spc="75" dirty="0"/>
              <a:t>Idea</a:t>
            </a:r>
            <a:r>
              <a:rPr lang="en-IN" spc="75" dirty="0"/>
              <a:t>Submission</a:t>
            </a:r>
            <a:r>
              <a:rPr spc="-60" dirty="0"/>
              <a:t> </a:t>
            </a:r>
            <a:r>
              <a:rPr spc="90" dirty="0"/>
              <a:t>Submission</a:t>
            </a:r>
          </a:p>
        </p:txBody>
      </p:sp>
      <p:sp>
        <p:nvSpPr>
          <p:cNvPr id="122" name="TextBox 121">
            <a:extLst>
              <a:ext uri="{FF2B5EF4-FFF2-40B4-BE49-F238E27FC236}">
                <a16:creationId xmlns:a16="http://schemas.microsoft.com/office/drawing/2014/main" id="{9CEEF4A3-9985-DFFC-38CC-F813FC311C86}"/>
              </a:ext>
            </a:extLst>
          </p:cNvPr>
          <p:cNvSpPr txBox="1"/>
          <p:nvPr/>
        </p:nvSpPr>
        <p:spPr>
          <a:xfrm>
            <a:off x="1217066" y="2562734"/>
            <a:ext cx="7840496" cy="1738938"/>
          </a:xfrm>
          <a:prstGeom prst="rect">
            <a:avLst/>
          </a:prstGeom>
          <a:noFill/>
        </p:spPr>
        <p:txBody>
          <a:bodyPr wrap="square" rtlCol="0">
            <a:spAutoFit/>
          </a:bodyPr>
          <a:lstStyle/>
          <a:p>
            <a:pPr marL="1976755" algn="just">
              <a:lnSpc>
                <a:spcPct val="100000"/>
              </a:lnSpc>
            </a:pPr>
            <a:r>
              <a:rPr lang="en-US" spc="-60" dirty="0">
                <a:latin typeface="Arial Black"/>
                <a:cs typeface="Arial Black"/>
              </a:rPr>
              <a:t>Operational</a:t>
            </a:r>
            <a:r>
              <a:rPr lang="en-US" spc="-190" dirty="0">
                <a:latin typeface="Arial Black"/>
                <a:cs typeface="Arial Black"/>
              </a:rPr>
              <a:t> </a:t>
            </a:r>
            <a:r>
              <a:rPr lang="en-US" spc="-10" dirty="0">
                <a:latin typeface="Arial Black"/>
                <a:cs typeface="Arial Black"/>
              </a:rPr>
              <a:t>Feasibility</a:t>
            </a:r>
            <a:endParaRPr lang="en-US" dirty="0">
              <a:latin typeface="Arial Black"/>
              <a:cs typeface="Arial Black"/>
            </a:endParaRPr>
          </a:p>
          <a:p>
            <a:pPr marL="12700" algn="just">
              <a:lnSpc>
                <a:spcPct val="100000"/>
              </a:lnSpc>
              <a:spcBef>
                <a:spcPts val="600"/>
              </a:spcBef>
            </a:pPr>
            <a:r>
              <a:rPr lang="en-US" sz="1200" dirty="0">
                <a:latin typeface="Lucida Sans Unicode" panose="020B0602030504020204" pitchFamily="34" charset="0"/>
                <a:cs typeface="Lucida Sans Unicode" panose="020B0602030504020204" pitchFamily="34" charset="0"/>
              </a:rPr>
              <a:t>The Government of India is already actively investing in this exact space — </a:t>
            </a:r>
            <a:r>
              <a:rPr lang="en-US" sz="1200" dirty="0" err="1">
                <a:latin typeface="Lucida Sans Unicode" panose="020B0602030504020204" pitchFamily="34" charset="0"/>
                <a:cs typeface="Lucida Sans Unicode" panose="020B0602030504020204" pitchFamily="34" charset="0"/>
              </a:rPr>
              <a:t>MoES's</a:t>
            </a:r>
            <a:r>
              <a:rPr lang="en-US" sz="1200" dirty="0">
                <a:latin typeface="Lucida Sans Unicode" panose="020B0602030504020204" pitchFamily="34" charset="0"/>
                <a:cs typeface="Lucida Sans Unicode" panose="020B0602030504020204" pitchFamily="34" charset="0"/>
              </a:rPr>
              <a:t> Deep Ocean Mission budget grew from ₹3,064.8 crore (2024–25) to ₹3,649.8 crore (2025–26), and the 2024 PRITHVI Scheme allocated ₹4,797 crore across ocean and climate observation systems. Our platform slots directly into this existing, funded, growing institutional push rather than needing to create demand from scratch</a:t>
            </a:r>
            <a:r>
              <a:rPr lang="en-US" sz="1800" dirty="0"/>
              <a:t>.</a:t>
            </a:r>
            <a:endParaRPr lang="en-US" sz="2000" dirty="0">
              <a:latin typeface="Lucida Sans Unicode"/>
              <a:cs typeface="Lucida Sans Unicode"/>
            </a:endParaRPr>
          </a:p>
          <a:p>
            <a:pPr algn="just"/>
            <a:endParaRPr lang="en-IN" dirty="0"/>
          </a:p>
        </p:txBody>
      </p:sp>
      <p:sp>
        <p:nvSpPr>
          <p:cNvPr id="123" name="TextBox 122">
            <a:extLst>
              <a:ext uri="{FF2B5EF4-FFF2-40B4-BE49-F238E27FC236}">
                <a16:creationId xmlns:a16="http://schemas.microsoft.com/office/drawing/2014/main" id="{2161BA1B-0E9B-4336-A1DE-854C5F7208C6}"/>
              </a:ext>
            </a:extLst>
          </p:cNvPr>
          <p:cNvSpPr txBox="1"/>
          <p:nvPr/>
        </p:nvSpPr>
        <p:spPr>
          <a:xfrm>
            <a:off x="1230295" y="4161928"/>
            <a:ext cx="7840496" cy="1500411"/>
          </a:xfrm>
          <a:prstGeom prst="rect">
            <a:avLst/>
          </a:prstGeom>
          <a:noFill/>
        </p:spPr>
        <p:txBody>
          <a:bodyPr wrap="square" rtlCol="0">
            <a:spAutoFit/>
          </a:bodyPr>
          <a:lstStyle/>
          <a:p>
            <a:pPr marL="1986280">
              <a:lnSpc>
                <a:spcPct val="100000"/>
              </a:lnSpc>
            </a:pPr>
            <a:r>
              <a:rPr lang="en-US" spc="-105" dirty="0">
                <a:latin typeface="Arial Black"/>
                <a:cs typeface="Arial Black"/>
              </a:rPr>
              <a:t>Economic</a:t>
            </a:r>
            <a:r>
              <a:rPr lang="en-US" spc="-220" dirty="0">
                <a:latin typeface="Arial Black"/>
                <a:cs typeface="Arial Black"/>
              </a:rPr>
              <a:t> </a:t>
            </a:r>
            <a:r>
              <a:rPr lang="en-US" spc="-10" dirty="0">
                <a:latin typeface="Arial Black"/>
                <a:cs typeface="Arial Black"/>
              </a:rPr>
              <a:t>Feasibility</a:t>
            </a:r>
            <a:endParaRPr lang="en-US" dirty="0">
              <a:latin typeface="Arial Black"/>
              <a:cs typeface="Arial Black"/>
            </a:endParaRPr>
          </a:p>
          <a:p>
            <a:pPr algn="just">
              <a:lnSpc>
                <a:spcPct val="100000"/>
              </a:lnSpc>
              <a:spcBef>
                <a:spcPts val="855"/>
              </a:spcBef>
            </a:pPr>
            <a:r>
              <a:rPr lang="en-US" sz="1200" dirty="0">
                <a:latin typeface="Lucida Sans Unicode" panose="020B0602030504020204" pitchFamily="34" charset="0"/>
                <a:cs typeface="Lucida Sans Unicode" panose="020B0602030504020204" pitchFamily="34" charset="0"/>
              </a:rPr>
              <a:t>Our platform is built entirely on open-source software — React, Three.js, </a:t>
            </a:r>
            <a:r>
              <a:rPr lang="en-US" sz="1200" dirty="0" err="1">
                <a:latin typeface="Lucida Sans Unicode" panose="020B0602030504020204" pitchFamily="34" charset="0"/>
                <a:cs typeface="Lucida Sans Unicode" panose="020B0602030504020204" pitchFamily="34" charset="0"/>
              </a:rPr>
              <a:t>FastAPI</a:t>
            </a:r>
            <a:r>
              <a:rPr lang="en-US" sz="1200" dirty="0">
                <a:latin typeface="Lucida Sans Unicode" panose="020B0602030504020204" pitchFamily="34" charset="0"/>
                <a:cs typeface="Lucida Sans Unicode" panose="020B0602030504020204" pitchFamily="34" charset="0"/>
              </a:rPr>
              <a:t>, </a:t>
            </a:r>
            <a:r>
              <a:rPr lang="en-US" sz="1200" dirty="0" err="1">
                <a:latin typeface="Lucida Sans Unicode" panose="020B0602030504020204" pitchFamily="34" charset="0"/>
                <a:cs typeface="Lucida Sans Unicode" panose="020B0602030504020204" pitchFamily="34" charset="0"/>
              </a:rPr>
              <a:t>xarray</a:t>
            </a:r>
            <a:r>
              <a:rPr lang="en-US" sz="1200" dirty="0">
                <a:latin typeface="Lucida Sans Unicode" panose="020B0602030504020204" pitchFamily="34" charset="0"/>
                <a:cs typeface="Lucida Sans Unicode" panose="020B0602030504020204" pitchFamily="34" charset="0"/>
              </a:rPr>
              <a:t> — eliminating the recurring per-seat licensing costs of tools like MATLAB or ArcGIS, which typically run into lakhs of rupees annually per institution. This makes deployment substantially cheaper to scale across INCOIS's forecaster and researcher base than the desktop tools it would replace.</a:t>
            </a:r>
          </a:p>
          <a:p>
            <a:pPr algn="just"/>
            <a:endParaRPr lang="en-IN" dirty="0"/>
          </a:p>
        </p:txBody>
      </p:sp>
      <p:sp>
        <p:nvSpPr>
          <p:cNvPr id="125" name="TextBox 124">
            <a:extLst>
              <a:ext uri="{FF2B5EF4-FFF2-40B4-BE49-F238E27FC236}">
                <a16:creationId xmlns:a16="http://schemas.microsoft.com/office/drawing/2014/main" id="{B84FEE12-D0F0-DF7A-2773-9240083657AD}"/>
              </a:ext>
            </a:extLst>
          </p:cNvPr>
          <p:cNvSpPr txBox="1"/>
          <p:nvPr/>
        </p:nvSpPr>
        <p:spPr>
          <a:xfrm>
            <a:off x="1229678" y="5574325"/>
            <a:ext cx="7840496" cy="1107996"/>
          </a:xfrm>
          <a:prstGeom prst="rect">
            <a:avLst/>
          </a:prstGeom>
          <a:noFill/>
        </p:spPr>
        <p:txBody>
          <a:bodyPr wrap="square" rtlCol="0">
            <a:spAutoFit/>
          </a:bodyPr>
          <a:lstStyle/>
          <a:p>
            <a:pPr marL="1986280">
              <a:lnSpc>
                <a:spcPct val="100000"/>
              </a:lnSpc>
            </a:pPr>
            <a:r>
              <a:rPr lang="en-US" spc="-105" dirty="0">
                <a:latin typeface="Arial Black"/>
                <a:cs typeface="Arial Black"/>
              </a:rPr>
              <a:t>Data &amp; Regulatory </a:t>
            </a:r>
            <a:r>
              <a:rPr lang="en-US" spc="-10" dirty="0">
                <a:latin typeface="Arial Black"/>
                <a:cs typeface="Arial Black"/>
              </a:rPr>
              <a:t>Feasibility</a:t>
            </a:r>
            <a:endParaRPr lang="en-US" dirty="0">
              <a:latin typeface="Arial Black"/>
              <a:cs typeface="Arial Black"/>
            </a:endParaRPr>
          </a:p>
          <a:p>
            <a:pPr algn="just"/>
            <a:r>
              <a:rPr lang="en-IN" sz="1200" dirty="0">
                <a:latin typeface="Lucida Sans Unicode" panose="020B0602030504020204" pitchFamily="34" charset="0"/>
                <a:cs typeface="Lucida Sans Unicode" panose="020B0602030504020204" pitchFamily="34" charset="0"/>
              </a:rPr>
              <a:t>Our architecture is built around CF-Convention and OGC WMS/WCS standards — the same standards INCOIS's own data already complies with — meaning integration doesn't require new data-governance approval processes, only adoption of a new visualization layer on top of existing, already-compliant data pipelines.</a:t>
            </a:r>
          </a:p>
        </p:txBody>
      </p:sp>
      <p:pic>
        <p:nvPicPr>
          <p:cNvPr id="128" name="Picture 127" descr="Global Marine/Ocean Big Data Market Growth bar chart">
            <a:extLst>
              <a:ext uri="{FF2B5EF4-FFF2-40B4-BE49-F238E27FC236}">
                <a16:creationId xmlns:a16="http://schemas.microsoft.com/office/drawing/2014/main" id="{F0FEB3C4-4AC7-8B7C-9EB5-4B5B9C251415}"/>
              </a:ext>
            </a:extLst>
          </p:cNvPr>
          <p:cNvPicPr>
            <a:picLocks noChangeAspect="1"/>
          </p:cNvPicPr>
          <p:nvPr/>
        </p:nvPicPr>
        <p:blipFill>
          <a:blip r:embed="rId12"/>
          <a:srcRect t="11813" b="19091"/>
          <a:stretch>
            <a:fillRect/>
          </a:stretch>
        </p:blipFill>
        <p:spPr>
          <a:xfrm>
            <a:off x="187699" y="6894385"/>
            <a:ext cx="5335977" cy="2858083"/>
          </a:xfrm>
          <a:prstGeom prst="rect">
            <a:avLst/>
          </a:prstGeom>
        </p:spPr>
      </p:pic>
      <p:sp>
        <p:nvSpPr>
          <p:cNvPr id="130" name="TextBox 129">
            <a:extLst>
              <a:ext uri="{FF2B5EF4-FFF2-40B4-BE49-F238E27FC236}">
                <a16:creationId xmlns:a16="http://schemas.microsoft.com/office/drawing/2014/main" id="{F4F7B4D2-B5CB-FEAE-526B-1697EBCA7B72}"/>
              </a:ext>
            </a:extLst>
          </p:cNvPr>
          <p:cNvSpPr txBox="1"/>
          <p:nvPr/>
        </p:nvSpPr>
        <p:spPr>
          <a:xfrm>
            <a:off x="3714361" y="787588"/>
            <a:ext cx="1980139" cy="415498"/>
          </a:xfrm>
          <a:prstGeom prst="rect">
            <a:avLst/>
          </a:prstGeom>
          <a:noFill/>
        </p:spPr>
        <p:txBody>
          <a:bodyPr wrap="square" rtlCol="0">
            <a:spAutoFit/>
          </a:bodyPr>
          <a:lstStyle/>
          <a:p>
            <a:r>
              <a:rPr lang="en-IN" sz="2100" b="1" dirty="0">
                <a:solidFill>
                  <a:schemeClr val="bg1"/>
                </a:solidFill>
                <a:latin typeface="Tahoma" panose="020B0604030504040204" pitchFamily="34" charset="0"/>
                <a:ea typeface="Tahoma" panose="020B0604030504040204" pitchFamily="34" charset="0"/>
                <a:cs typeface="Tahoma" panose="020B0604030504040204" pitchFamily="34" charset="0"/>
              </a:rPr>
              <a:t>FEASIBILITY</a:t>
            </a:r>
          </a:p>
        </p:txBody>
      </p:sp>
      <p:sp>
        <p:nvSpPr>
          <p:cNvPr id="131" name="TextBox 130">
            <a:extLst>
              <a:ext uri="{FF2B5EF4-FFF2-40B4-BE49-F238E27FC236}">
                <a16:creationId xmlns:a16="http://schemas.microsoft.com/office/drawing/2014/main" id="{CB6A2336-1D5B-48DE-BCC1-C07394F5128F}"/>
              </a:ext>
            </a:extLst>
          </p:cNvPr>
          <p:cNvSpPr txBox="1"/>
          <p:nvPr/>
        </p:nvSpPr>
        <p:spPr>
          <a:xfrm>
            <a:off x="10019581" y="1572414"/>
            <a:ext cx="3514970" cy="1846659"/>
          </a:xfrm>
          <a:prstGeom prst="rect">
            <a:avLst/>
          </a:prstGeom>
          <a:noFill/>
        </p:spPr>
        <p:txBody>
          <a:bodyPr wrap="square" rtlCol="0">
            <a:spAutoFit/>
          </a:bodyPr>
          <a:lstStyle/>
          <a:p>
            <a:pPr algn="just"/>
            <a:r>
              <a:rPr lang="en-IN" b="1" dirty="0">
                <a:latin typeface="Arial Black" panose="020B0A04020102020204" pitchFamily="34" charset="0"/>
              </a:rPr>
              <a:t>1. Handling Massive Multi-Dimensional Datasets in a Browser</a:t>
            </a:r>
            <a:br>
              <a:rPr lang="en-IN" dirty="0"/>
            </a:br>
            <a:r>
              <a:rPr lang="en-IN" sz="1200" dirty="0">
                <a:latin typeface="Lucida Sans Unicode" panose="020B0602030504020204" pitchFamily="34" charset="0"/>
                <a:cs typeface="Lucida Sans Unicode" panose="020B0602030504020204" pitchFamily="34" charset="0"/>
              </a:rPr>
              <a:t>Our source datasets exceed 5.8 GB per file, spanning latitude, longitude, depth, and time — far too large to load directly into a browser without causing severe lag or crashes.</a:t>
            </a:r>
          </a:p>
        </p:txBody>
      </p:sp>
      <p:sp>
        <p:nvSpPr>
          <p:cNvPr id="132" name="TextBox 131">
            <a:extLst>
              <a:ext uri="{FF2B5EF4-FFF2-40B4-BE49-F238E27FC236}">
                <a16:creationId xmlns:a16="http://schemas.microsoft.com/office/drawing/2014/main" id="{B58C6071-10BC-1598-0808-37A1DF79C843}"/>
              </a:ext>
            </a:extLst>
          </p:cNvPr>
          <p:cNvSpPr txBox="1"/>
          <p:nvPr/>
        </p:nvSpPr>
        <p:spPr>
          <a:xfrm>
            <a:off x="14632286" y="3722841"/>
            <a:ext cx="3040521" cy="2585323"/>
          </a:xfrm>
          <a:prstGeom prst="rect">
            <a:avLst/>
          </a:prstGeom>
          <a:noFill/>
        </p:spPr>
        <p:txBody>
          <a:bodyPr wrap="square" rtlCol="0">
            <a:spAutoFit/>
          </a:bodyPr>
          <a:lstStyle/>
          <a:p>
            <a:pPr algn="just"/>
            <a:r>
              <a:rPr lang="en-IN" b="1" dirty="0">
                <a:latin typeface="Arial Black" panose="020B0A04020102020204" pitchFamily="34" charset="0"/>
              </a:rPr>
              <a:t>4. Meeting Government-Grade Security &amp; Interoperability Standards</a:t>
            </a:r>
            <a:br>
              <a:rPr lang="en-IN" dirty="0"/>
            </a:br>
            <a:r>
              <a:rPr lang="en-IN" sz="1200" dirty="0">
                <a:latin typeface="Lucida Sans Unicode" panose="020B0602030504020204" pitchFamily="34" charset="0"/>
                <a:cs typeface="Lucida Sans Unicode" panose="020B0602030504020204" pitchFamily="34" charset="0"/>
              </a:rPr>
              <a:t>Before any real INCOIS deployment, the platform must support role-based access, audit logging, and OGC-standard interoperability — requirements a hackathon-stage prototype doesn't yet fully implement.</a:t>
            </a:r>
          </a:p>
        </p:txBody>
      </p:sp>
      <p:pic>
        <p:nvPicPr>
          <p:cNvPr id="136" name="Picture 135">
            <a:extLst>
              <a:ext uri="{FF2B5EF4-FFF2-40B4-BE49-F238E27FC236}">
                <a16:creationId xmlns:a16="http://schemas.microsoft.com/office/drawing/2014/main" id="{D0904F15-44C9-6089-93BC-CA8AB440C4A1}"/>
              </a:ext>
            </a:extLst>
          </p:cNvPr>
          <p:cNvPicPr>
            <a:picLocks noChangeAspect="1"/>
          </p:cNvPicPr>
          <p:nvPr/>
        </p:nvPicPr>
        <p:blipFill>
          <a:blip r:embed="rId13"/>
          <a:stretch>
            <a:fillRect/>
          </a:stretch>
        </p:blipFill>
        <p:spPr>
          <a:xfrm>
            <a:off x="13662764" y="1655865"/>
            <a:ext cx="722745" cy="722745"/>
          </a:xfrm>
          <a:prstGeom prst="rect">
            <a:avLst/>
          </a:prstGeom>
        </p:spPr>
      </p:pic>
      <p:pic>
        <p:nvPicPr>
          <p:cNvPr id="140" name="Picture 139">
            <a:extLst>
              <a:ext uri="{FF2B5EF4-FFF2-40B4-BE49-F238E27FC236}">
                <a16:creationId xmlns:a16="http://schemas.microsoft.com/office/drawing/2014/main" id="{EA2E99CF-FF6C-7C97-00DD-28E57F1DD41F}"/>
              </a:ext>
            </a:extLst>
          </p:cNvPr>
          <p:cNvPicPr>
            <a:picLocks noChangeAspect="1"/>
          </p:cNvPicPr>
          <p:nvPr/>
        </p:nvPicPr>
        <p:blipFill>
          <a:blip r:embed="rId14"/>
          <a:stretch>
            <a:fillRect/>
          </a:stretch>
        </p:blipFill>
        <p:spPr>
          <a:xfrm>
            <a:off x="13706074" y="3619645"/>
            <a:ext cx="926212" cy="926212"/>
          </a:xfrm>
          <a:prstGeom prst="rect">
            <a:avLst/>
          </a:prstGeom>
        </p:spPr>
      </p:pic>
      <p:sp>
        <p:nvSpPr>
          <p:cNvPr id="142" name="TextBox 141">
            <a:extLst>
              <a:ext uri="{FF2B5EF4-FFF2-40B4-BE49-F238E27FC236}">
                <a16:creationId xmlns:a16="http://schemas.microsoft.com/office/drawing/2014/main" id="{3AD0CEC8-E205-6FE0-EA9D-9ADE49D71C57}"/>
              </a:ext>
            </a:extLst>
          </p:cNvPr>
          <p:cNvSpPr txBox="1"/>
          <p:nvPr/>
        </p:nvSpPr>
        <p:spPr>
          <a:xfrm>
            <a:off x="9326875" y="6732461"/>
            <a:ext cx="2002901" cy="3139321"/>
          </a:xfrm>
          <a:prstGeom prst="rect">
            <a:avLst/>
          </a:prstGeom>
          <a:noFill/>
        </p:spPr>
        <p:txBody>
          <a:bodyPr wrap="square">
            <a:spAutoFit/>
          </a:bodyPr>
          <a:lstStyle/>
          <a:p>
            <a:pPr algn="just" rtl="0">
              <a:buNone/>
            </a:pPr>
            <a:r>
              <a:rPr lang="en-IN" b="1" dirty="0">
                <a:latin typeface="Arial Black" panose="020B0A04020102020204" pitchFamily="34" charset="0"/>
              </a:rPr>
              <a:t>1. Volumetric Tiling &amp; Scoped Delivery</a:t>
            </a:r>
            <a:br>
              <a:rPr lang="en-IN" dirty="0"/>
            </a:br>
            <a:r>
              <a:rPr lang="en-IN" dirty="0">
                <a:latin typeface="Lucida Sans Unicode" panose="020B0602030504020204" pitchFamily="34" charset="0"/>
                <a:cs typeface="Lucida Sans Unicode" panose="020B0602030504020204" pitchFamily="34" charset="0"/>
              </a:rPr>
              <a:t>Zarr-style chunking serves only the exact slice requested — never the full dataset.</a:t>
            </a:r>
          </a:p>
          <a:p>
            <a:pPr algn="just" rtl="0">
              <a:buNone/>
            </a:pPr>
            <a:r>
              <a:rPr lang="en-IN" dirty="0">
                <a:latin typeface="Lucida Sans Unicode" panose="020B0602030504020204" pitchFamily="34" charset="0"/>
                <a:cs typeface="Lucida Sans Unicode" panose="020B0602030504020204" pitchFamily="34" charset="0"/>
              </a:rPr>
              <a:t>needed later.</a:t>
            </a:r>
          </a:p>
        </p:txBody>
      </p:sp>
      <p:sp>
        <p:nvSpPr>
          <p:cNvPr id="144" name="TextBox 143">
            <a:extLst>
              <a:ext uri="{FF2B5EF4-FFF2-40B4-BE49-F238E27FC236}">
                <a16:creationId xmlns:a16="http://schemas.microsoft.com/office/drawing/2014/main" id="{B2A6E375-FC87-F9A3-4C0D-AD1791136A5A}"/>
              </a:ext>
            </a:extLst>
          </p:cNvPr>
          <p:cNvSpPr txBox="1"/>
          <p:nvPr/>
        </p:nvSpPr>
        <p:spPr>
          <a:xfrm>
            <a:off x="11457605" y="6765424"/>
            <a:ext cx="2028949" cy="3416320"/>
          </a:xfrm>
          <a:prstGeom prst="rect">
            <a:avLst/>
          </a:prstGeom>
          <a:noFill/>
        </p:spPr>
        <p:txBody>
          <a:bodyPr wrap="square">
            <a:spAutoFit/>
          </a:bodyPr>
          <a:lstStyle/>
          <a:p>
            <a:pPr algn="just" rtl="0"/>
            <a:r>
              <a:rPr lang="en-IN" b="1" dirty="0">
                <a:latin typeface="Arial Black" panose="020B0A04020102020204" pitchFamily="34" charset="0"/>
              </a:rPr>
              <a:t>2. Adaptive Rendering (LOD)</a:t>
            </a:r>
            <a:br>
              <a:rPr lang="en-IN" dirty="0"/>
            </a:br>
            <a:r>
              <a:rPr lang="en-IN" dirty="0">
                <a:latin typeface="Lucida Sans Unicode" panose="020B0602030504020204" pitchFamily="34" charset="0"/>
                <a:cs typeface="Lucida Sans Unicode" panose="020B0602030504020204" pitchFamily="34" charset="0"/>
              </a:rPr>
              <a:t>Grid resolution auto-</a:t>
            </a:r>
            <a:r>
              <a:rPr lang="en-IN" dirty="0" err="1">
                <a:latin typeface="Lucida Sans Unicode" panose="020B0602030504020204" pitchFamily="34" charset="0"/>
                <a:cs typeface="Lucida Sans Unicode" panose="020B0602030504020204" pitchFamily="34" charset="0"/>
              </a:rPr>
              <a:t>downsamples</a:t>
            </a:r>
            <a:r>
              <a:rPr lang="en-IN" dirty="0">
                <a:latin typeface="Lucida Sans Unicode" panose="020B0602030504020204" pitchFamily="34" charset="0"/>
                <a:cs typeface="Lucida Sans Unicode" panose="020B0602030504020204" pitchFamily="34" charset="0"/>
              </a:rPr>
              <a:t> on lower-end hardware — degrades gracefully, never crashes.</a:t>
            </a:r>
          </a:p>
          <a:p>
            <a:pPr algn="just" rtl="0">
              <a:buNone/>
            </a:pPr>
            <a:endParaRPr lang="en-IN" dirty="0"/>
          </a:p>
        </p:txBody>
      </p:sp>
      <p:sp>
        <p:nvSpPr>
          <p:cNvPr id="145" name="TextBox 144">
            <a:extLst>
              <a:ext uri="{FF2B5EF4-FFF2-40B4-BE49-F238E27FC236}">
                <a16:creationId xmlns:a16="http://schemas.microsoft.com/office/drawing/2014/main" id="{0BB2A50A-7AEA-18CB-98DE-20B55B6F5C11}"/>
              </a:ext>
            </a:extLst>
          </p:cNvPr>
          <p:cNvSpPr txBox="1"/>
          <p:nvPr/>
        </p:nvSpPr>
        <p:spPr>
          <a:xfrm>
            <a:off x="13617811" y="6819362"/>
            <a:ext cx="2028950" cy="2862322"/>
          </a:xfrm>
          <a:prstGeom prst="rect">
            <a:avLst/>
          </a:prstGeom>
          <a:noFill/>
        </p:spPr>
        <p:txBody>
          <a:bodyPr wrap="square">
            <a:spAutoFit/>
          </a:bodyPr>
          <a:lstStyle/>
          <a:p>
            <a:pPr algn="just" rtl="0"/>
            <a:r>
              <a:rPr lang="en-IN" b="1" dirty="0">
                <a:latin typeface="Arial Black" panose="020B0A04020102020204" pitchFamily="34" charset="0"/>
              </a:rPr>
              <a:t>3. Modular Ingestion Framework</a:t>
            </a:r>
            <a:br>
              <a:rPr lang="en-IN" dirty="0"/>
            </a:br>
            <a:r>
              <a:rPr lang="en-IN" dirty="0">
                <a:latin typeface="Lucida Sans Unicode" panose="020B0602030504020204" pitchFamily="34" charset="0"/>
                <a:cs typeface="Lucida Sans Unicode" panose="020B0602030504020204" pitchFamily="34" charset="0"/>
              </a:rPr>
              <a:t>New instruments onboard via config files, not core code rewrites.</a:t>
            </a:r>
          </a:p>
          <a:p>
            <a:pPr algn="just" rtl="0">
              <a:buNone/>
            </a:pPr>
            <a:endParaRPr lang="en-IN" dirty="0"/>
          </a:p>
        </p:txBody>
      </p:sp>
      <p:sp>
        <p:nvSpPr>
          <p:cNvPr id="146" name="TextBox 145">
            <a:extLst>
              <a:ext uri="{FF2B5EF4-FFF2-40B4-BE49-F238E27FC236}">
                <a16:creationId xmlns:a16="http://schemas.microsoft.com/office/drawing/2014/main" id="{60D21267-83D4-14BA-5AE6-FE3F2860FFFA}"/>
              </a:ext>
            </a:extLst>
          </p:cNvPr>
          <p:cNvSpPr txBox="1"/>
          <p:nvPr/>
        </p:nvSpPr>
        <p:spPr>
          <a:xfrm>
            <a:off x="15706626" y="6770777"/>
            <a:ext cx="2028950" cy="2862322"/>
          </a:xfrm>
          <a:prstGeom prst="rect">
            <a:avLst/>
          </a:prstGeom>
          <a:noFill/>
        </p:spPr>
        <p:txBody>
          <a:bodyPr wrap="square">
            <a:spAutoFit/>
          </a:bodyPr>
          <a:lstStyle/>
          <a:p>
            <a:pPr algn="just" rtl="0"/>
            <a:r>
              <a:rPr lang="en-IN" b="1" dirty="0">
                <a:latin typeface="Arial Black" panose="020B0A04020102020204" pitchFamily="34" charset="0"/>
              </a:rPr>
              <a:t>4. Security Built In from Day One</a:t>
            </a:r>
            <a:br>
              <a:rPr lang="en-IN" dirty="0"/>
            </a:br>
            <a:r>
              <a:rPr lang="en-IN" dirty="0">
                <a:latin typeface="Lucida Sans Unicode" panose="020B0602030504020204" pitchFamily="34" charset="0"/>
                <a:cs typeface="Lucida Sans Unicode" panose="020B0602030504020204" pitchFamily="34" charset="0"/>
              </a:rPr>
              <a:t>OAuth2, audit logging, and OGC compliance are architected in from the start — no redesign</a:t>
            </a:r>
          </a:p>
          <a:p>
            <a:pPr algn="just" rtl="0"/>
            <a:endParaRPr lang="en-IN" dirty="0"/>
          </a:p>
        </p:txBody>
      </p:sp>
      <p:sp>
        <p:nvSpPr>
          <p:cNvPr id="147" name="TextBox 146">
            <a:extLst>
              <a:ext uri="{FF2B5EF4-FFF2-40B4-BE49-F238E27FC236}">
                <a16:creationId xmlns:a16="http://schemas.microsoft.com/office/drawing/2014/main" id="{D218D342-9BFF-B4D2-202A-BF7218A3DAF5}"/>
              </a:ext>
            </a:extLst>
          </p:cNvPr>
          <p:cNvSpPr txBox="1"/>
          <p:nvPr/>
        </p:nvSpPr>
        <p:spPr>
          <a:xfrm>
            <a:off x="12811253" y="785517"/>
            <a:ext cx="1980139" cy="415498"/>
          </a:xfrm>
          <a:prstGeom prst="rect">
            <a:avLst/>
          </a:prstGeom>
          <a:noFill/>
        </p:spPr>
        <p:txBody>
          <a:bodyPr wrap="square" rtlCol="0">
            <a:spAutoFit/>
          </a:bodyPr>
          <a:lstStyle/>
          <a:p>
            <a:r>
              <a:rPr lang="en-IN" sz="2100" b="1" dirty="0">
                <a:solidFill>
                  <a:schemeClr val="bg1"/>
                </a:solidFill>
                <a:latin typeface="Tahoma" panose="020B0604030504040204" pitchFamily="34" charset="0"/>
                <a:ea typeface="Tahoma" panose="020B0604030504040204" pitchFamily="34" charset="0"/>
                <a:cs typeface="Tahoma" panose="020B0604030504040204" pitchFamily="34" charset="0"/>
              </a:rPr>
              <a:t>CHALLENGES</a:t>
            </a:r>
          </a:p>
        </p:txBody>
      </p:sp>
      <p:pic>
        <p:nvPicPr>
          <p:cNvPr id="28" name="Picture 27">
            <a:extLst>
              <a:ext uri="{FF2B5EF4-FFF2-40B4-BE49-F238E27FC236}">
                <a16:creationId xmlns:a16="http://schemas.microsoft.com/office/drawing/2014/main" id="{151D66D8-FA5D-7C5F-C474-052256A361B2}"/>
              </a:ext>
            </a:extLst>
          </p:cNvPr>
          <p:cNvPicPr>
            <a:picLocks noChangeAspect="1"/>
          </p:cNvPicPr>
          <p:nvPr/>
        </p:nvPicPr>
        <p:blipFill>
          <a:blip r:embed="rId15"/>
          <a:srcRect l="22059" t="17489" r="23886" b="19227"/>
          <a:stretch>
            <a:fillRect/>
          </a:stretch>
        </p:blipFill>
        <p:spPr>
          <a:xfrm>
            <a:off x="277960" y="216026"/>
            <a:ext cx="1216152" cy="777240"/>
          </a:xfrm>
          <a:prstGeom prst="rect">
            <a:avLst/>
          </a:prstGeom>
        </p:spPr>
      </p:pic>
      <p:sp>
        <p:nvSpPr>
          <p:cNvPr id="30" name="Rectangle 29">
            <a:extLst>
              <a:ext uri="{FF2B5EF4-FFF2-40B4-BE49-F238E27FC236}">
                <a16:creationId xmlns:a16="http://schemas.microsoft.com/office/drawing/2014/main" id="{A85E5ADE-B470-4103-9A85-B114FFB9D665}"/>
              </a:ext>
            </a:extLst>
          </p:cNvPr>
          <p:cNvSpPr/>
          <p:nvPr/>
        </p:nvSpPr>
        <p:spPr>
          <a:xfrm>
            <a:off x="15925800" y="0"/>
            <a:ext cx="3352800" cy="8319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5E0F134B-9849-F9FF-2175-02D08A6DCE01}"/>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6224086" y="88640"/>
            <a:ext cx="2057400" cy="9714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 y="9989188"/>
            <a:ext cx="18288000" cy="297815"/>
          </a:xfrm>
          <a:custGeom>
            <a:avLst/>
            <a:gdLst/>
            <a:ahLst/>
            <a:cxnLst/>
            <a:rect l="l" t="t" r="r" b="b"/>
            <a:pathLst>
              <a:path w="18288000" h="297815">
                <a:moveTo>
                  <a:pt x="18287998" y="297811"/>
                </a:moveTo>
                <a:lnTo>
                  <a:pt x="0" y="297811"/>
                </a:lnTo>
                <a:lnTo>
                  <a:pt x="0" y="0"/>
                </a:lnTo>
                <a:lnTo>
                  <a:pt x="18287998" y="0"/>
                </a:lnTo>
                <a:lnTo>
                  <a:pt x="18287998" y="297811"/>
                </a:lnTo>
                <a:close/>
              </a:path>
            </a:pathLst>
          </a:custGeom>
          <a:solidFill>
            <a:srgbClr val="004EAB"/>
          </a:solidFill>
        </p:spPr>
        <p:txBody>
          <a:bodyPr wrap="square" lIns="0" tIns="0" rIns="0" bIns="0" rtlCol="0"/>
          <a:lstStyle/>
          <a:p>
            <a:endParaRPr/>
          </a:p>
        </p:txBody>
      </p:sp>
      <p:sp>
        <p:nvSpPr>
          <p:cNvPr id="6" name="object 6" descr="$PPTXTitle"/>
          <p:cNvSpPr txBox="1">
            <a:spLocks noGrp="1"/>
          </p:cNvSpPr>
          <p:nvPr>
            <p:ph type="title"/>
          </p:nvPr>
        </p:nvSpPr>
        <p:spPr>
          <a:xfrm>
            <a:off x="5396760" y="14652"/>
            <a:ext cx="7868919" cy="807693"/>
          </a:xfrm>
          <a:prstGeom prst="rect">
            <a:avLst/>
          </a:prstGeom>
        </p:spPr>
        <p:txBody>
          <a:bodyPr vert="horz" wrap="square" lIns="0" tIns="114082" rIns="0" bIns="0" rtlCol="0">
            <a:spAutoFit/>
          </a:bodyPr>
          <a:lstStyle/>
          <a:p>
            <a:pPr marL="1104265">
              <a:lnSpc>
                <a:spcPct val="100000"/>
              </a:lnSpc>
              <a:spcBef>
                <a:spcPts val="100"/>
              </a:spcBef>
            </a:pPr>
            <a:r>
              <a:rPr lang="en-IN" spc="-335" dirty="0"/>
              <a:t>IMPACTS</a:t>
            </a:r>
            <a:r>
              <a:rPr lang="en-IN" spc="-280" dirty="0"/>
              <a:t> </a:t>
            </a:r>
            <a:r>
              <a:rPr lang="en-IN" spc="-545" dirty="0"/>
              <a:t>AND</a:t>
            </a:r>
            <a:r>
              <a:rPr lang="en-IN" spc="-270" dirty="0"/>
              <a:t> </a:t>
            </a:r>
            <a:r>
              <a:rPr lang="en-IN" spc="-360" dirty="0"/>
              <a:t>BENEFITS</a:t>
            </a:r>
          </a:p>
        </p:txBody>
      </p:sp>
      <p:grpSp>
        <p:nvGrpSpPr>
          <p:cNvPr id="8" name="object 8"/>
          <p:cNvGrpSpPr/>
          <p:nvPr/>
        </p:nvGrpSpPr>
        <p:grpSpPr>
          <a:xfrm>
            <a:off x="9397522" y="8646155"/>
            <a:ext cx="4538980" cy="1215390"/>
            <a:chOff x="9397522" y="8646155"/>
            <a:chExt cx="4538980" cy="1215390"/>
          </a:xfrm>
        </p:grpSpPr>
        <p:pic>
          <p:nvPicPr>
            <p:cNvPr id="9" name="object 9"/>
            <p:cNvPicPr/>
            <p:nvPr/>
          </p:nvPicPr>
          <p:blipFill>
            <a:blip r:embed="rId2" cstate="print"/>
            <a:stretch>
              <a:fillRect/>
            </a:stretch>
          </p:blipFill>
          <p:spPr>
            <a:xfrm>
              <a:off x="9397522" y="8646156"/>
              <a:ext cx="4538414" cy="1215152"/>
            </a:xfrm>
            <a:prstGeom prst="rect">
              <a:avLst/>
            </a:prstGeom>
          </p:spPr>
        </p:pic>
        <p:sp>
          <p:nvSpPr>
            <p:cNvPr id="10" name="object 10"/>
            <p:cNvSpPr/>
            <p:nvPr/>
          </p:nvSpPr>
          <p:spPr>
            <a:xfrm>
              <a:off x="9397700" y="8646155"/>
              <a:ext cx="3729990" cy="1215390"/>
            </a:xfrm>
            <a:custGeom>
              <a:avLst/>
              <a:gdLst/>
              <a:ahLst/>
              <a:cxnLst/>
              <a:rect l="l" t="t" r="r" b="b"/>
              <a:pathLst>
                <a:path w="3729990" h="1215390">
                  <a:moveTo>
                    <a:pt x="238112" y="38099"/>
                  </a:moveTo>
                  <a:lnTo>
                    <a:pt x="200012" y="38099"/>
                  </a:lnTo>
                  <a:lnTo>
                    <a:pt x="200012" y="0"/>
                  </a:lnTo>
                  <a:lnTo>
                    <a:pt x="238112" y="0"/>
                  </a:lnTo>
                  <a:lnTo>
                    <a:pt x="238112" y="38099"/>
                  </a:lnTo>
                  <a:close/>
                </a:path>
                <a:path w="3729990" h="1215390">
                  <a:moveTo>
                    <a:pt x="314312" y="38099"/>
                  </a:moveTo>
                  <a:lnTo>
                    <a:pt x="276212" y="38099"/>
                  </a:lnTo>
                  <a:lnTo>
                    <a:pt x="276212" y="0"/>
                  </a:lnTo>
                  <a:lnTo>
                    <a:pt x="314312" y="0"/>
                  </a:lnTo>
                  <a:lnTo>
                    <a:pt x="314312" y="38099"/>
                  </a:lnTo>
                  <a:close/>
                </a:path>
                <a:path w="3729990" h="1215390">
                  <a:moveTo>
                    <a:pt x="390512" y="38099"/>
                  </a:moveTo>
                  <a:lnTo>
                    <a:pt x="352412" y="38099"/>
                  </a:lnTo>
                  <a:lnTo>
                    <a:pt x="352412" y="0"/>
                  </a:lnTo>
                  <a:lnTo>
                    <a:pt x="390512" y="0"/>
                  </a:lnTo>
                  <a:lnTo>
                    <a:pt x="390512" y="38099"/>
                  </a:lnTo>
                  <a:close/>
                </a:path>
                <a:path w="3729990" h="1215390">
                  <a:moveTo>
                    <a:pt x="466712" y="38099"/>
                  </a:moveTo>
                  <a:lnTo>
                    <a:pt x="428612" y="38099"/>
                  </a:lnTo>
                  <a:lnTo>
                    <a:pt x="428612" y="0"/>
                  </a:lnTo>
                  <a:lnTo>
                    <a:pt x="466712" y="0"/>
                  </a:lnTo>
                  <a:lnTo>
                    <a:pt x="466712" y="38099"/>
                  </a:lnTo>
                  <a:close/>
                </a:path>
                <a:path w="3729990" h="1215390">
                  <a:moveTo>
                    <a:pt x="542912" y="38099"/>
                  </a:moveTo>
                  <a:lnTo>
                    <a:pt x="504812" y="38099"/>
                  </a:lnTo>
                  <a:lnTo>
                    <a:pt x="504812" y="0"/>
                  </a:lnTo>
                  <a:lnTo>
                    <a:pt x="542912" y="0"/>
                  </a:lnTo>
                  <a:lnTo>
                    <a:pt x="542912" y="38099"/>
                  </a:lnTo>
                  <a:close/>
                </a:path>
                <a:path w="3729990" h="1215390">
                  <a:moveTo>
                    <a:pt x="619112" y="38099"/>
                  </a:moveTo>
                  <a:lnTo>
                    <a:pt x="581012" y="38099"/>
                  </a:lnTo>
                  <a:lnTo>
                    <a:pt x="581012" y="0"/>
                  </a:lnTo>
                  <a:lnTo>
                    <a:pt x="619112" y="0"/>
                  </a:lnTo>
                  <a:lnTo>
                    <a:pt x="619112" y="38099"/>
                  </a:lnTo>
                  <a:close/>
                </a:path>
                <a:path w="3729990" h="1215390">
                  <a:moveTo>
                    <a:pt x="695312" y="38099"/>
                  </a:moveTo>
                  <a:lnTo>
                    <a:pt x="657212" y="38099"/>
                  </a:lnTo>
                  <a:lnTo>
                    <a:pt x="657212" y="0"/>
                  </a:lnTo>
                  <a:lnTo>
                    <a:pt x="695312" y="0"/>
                  </a:lnTo>
                  <a:lnTo>
                    <a:pt x="695312" y="38099"/>
                  </a:lnTo>
                  <a:close/>
                </a:path>
                <a:path w="3729990" h="1215390">
                  <a:moveTo>
                    <a:pt x="771512" y="38099"/>
                  </a:moveTo>
                  <a:lnTo>
                    <a:pt x="733412" y="38099"/>
                  </a:lnTo>
                  <a:lnTo>
                    <a:pt x="733412" y="0"/>
                  </a:lnTo>
                  <a:lnTo>
                    <a:pt x="771512" y="0"/>
                  </a:lnTo>
                  <a:lnTo>
                    <a:pt x="771512" y="38099"/>
                  </a:lnTo>
                  <a:close/>
                </a:path>
                <a:path w="3729990" h="1215390">
                  <a:moveTo>
                    <a:pt x="847712" y="38099"/>
                  </a:moveTo>
                  <a:lnTo>
                    <a:pt x="809612" y="38099"/>
                  </a:lnTo>
                  <a:lnTo>
                    <a:pt x="809612" y="0"/>
                  </a:lnTo>
                  <a:lnTo>
                    <a:pt x="847712" y="0"/>
                  </a:lnTo>
                  <a:lnTo>
                    <a:pt x="847712" y="38099"/>
                  </a:lnTo>
                  <a:close/>
                </a:path>
                <a:path w="3729990" h="1215390">
                  <a:moveTo>
                    <a:pt x="923912" y="38099"/>
                  </a:moveTo>
                  <a:lnTo>
                    <a:pt x="885812" y="38099"/>
                  </a:lnTo>
                  <a:lnTo>
                    <a:pt x="885812" y="0"/>
                  </a:lnTo>
                  <a:lnTo>
                    <a:pt x="923912" y="0"/>
                  </a:lnTo>
                  <a:lnTo>
                    <a:pt x="923912" y="38099"/>
                  </a:lnTo>
                  <a:close/>
                </a:path>
                <a:path w="3729990" h="1215390">
                  <a:moveTo>
                    <a:pt x="1000112" y="38099"/>
                  </a:moveTo>
                  <a:lnTo>
                    <a:pt x="962012" y="38099"/>
                  </a:lnTo>
                  <a:lnTo>
                    <a:pt x="962012" y="0"/>
                  </a:lnTo>
                  <a:lnTo>
                    <a:pt x="1000112" y="0"/>
                  </a:lnTo>
                  <a:lnTo>
                    <a:pt x="1000112" y="38099"/>
                  </a:lnTo>
                  <a:close/>
                </a:path>
                <a:path w="3729990" h="1215390">
                  <a:moveTo>
                    <a:pt x="1076312" y="38099"/>
                  </a:moveTo>
                  <a:lnTo>
                    <a:pt x="1038212" y="38099"/>
                  </a:lnTo>
                  <a:lnTo>
                    <a:pt x="1038212" y="0"/>
                  </a:lnTo>
                  <a:lnTo>
                    <a:pt x="1076312" y="0"/>
                  </a:lnTo>
                  <a:lnTo>
                    <a:pt x="1076312" y="38099"/>
                  </a:lnTo>
                  <a:close/>
                </a:path>
                <a:path w="3729990" h="1215390">
                  <a:moveTo>
                    <a:pt x="1152512" y="38099"/>
                  </a:moveTo>
                  <a:lnTo>
                    <a:pt x="1114412" y="38099"/>
                  </a:lnTo>
                  <a:lnTo>
                    <a:pt x="1114412" y="0"/>
                  </a:lnTo>
                  <a:lnTo>
                    <a:pt x="1152512" y="0"/>
                  </a:lnTo>
                  <a:lnTo>
                    <a:pt x="1152512" y="38099"/>
                  </a:lnTo>
                  <a:close/>
                </a:path>
                <a:path w="3729990" h="1215390">
                  <a:moveTo>
                    <a:pt x="1228712" y="38099"/>
                  </a:moveTo>
                  <a:lnTo>
                    <a:pt x="1190612" y="38099"/>
                  </a:lnTo>
                  <a:lnTo>
                    <a:pt x="1190612" y="0"/>
                  </a:lnTo>
                  <a:lnTo>
                    <a:pt x="1228712" y="0"/>
                  </a:lnTo>
                  <a:lnTo>
                    <a:pt x="1228712" y="38099"/>
                  </a:lnTo>
                  <a:close/>
                </a:path>
                <a:path w="3729990" h="1215390">
                  <a:moveTo>
                    <a:pt x="1304912" y="38099"/>
                  </a:moveTo>
                  <a:lnTo>
                    <a:pt x="1266812" y="38099"/>
                  </a:lnTo>
                  <a:lnTo>
                    <a:pt x="1266812" y="0"/>
                  </a:lnTo>
                  <a:lnTo>
                    <a:pt x="1304912" y="0"/>
                  </a:lnTo>
                  <a:lnTo>
                    <a:pt x="1304912" y="38099"/>
                  </a:lnTo>
                  <a:close/>
                </a:path>
                <a:path w="3729990" h="1215390">
                  <a:moveTo>
                    <a:pt x="1381112" y="38099"/>
                  </a:moveTo>
                  <a:lnTo>
                    <a:pt x="1343012" y="38099"/>
                  </a:lnTo>
                  <a:lnTo>
                    <a:pt x="1343012" y="0"/>
                  </a:lnTo>
                  <a:lnTo>
                    <a:pt x="1381112" y="0"/>
                  </a:lnTo>
                  <a:lnTo>
                    <a:pt x="1381112" y="38099"/>
                  </a:lnTo>
                  <a:close/>
                </a:path>
                <a:path w="3729990" h="1215390">
                  <a:moveTo>
                    <a:pt x="1457312" y="38099"/>
                  </a:moveTo>
                  <a:lnTo>
                    <a:pt x="1419212" y="38099"/>
                  </a:lnTo>
                  <a:lnTo>
                    <a:pt x="1419212" y="0"/>
                  </a:lnTo>
                  <a:lnTo>
                    <a:pt x="1457312" y="0"/>
                  </a:lnTo>
                  <a:lnTo>
                    <a:pt x="1457312" y="38099"/>
                  </a:lnTo>
                  <a:close/>
                </a:path>
                <a:path w="3729990" h="1215390">
                  <a:moveTo>
                    <a:pt x="1533512" y="38099"/>
                  </a:moveTo>
                  <a:lnTo>
                    <a:pt x="1495412" y="38099"/>
                  </a:lnTo>
                  <a:lnTo>
                    <a:pt x="1495412" y="0"/>
                  </a:lnTo>
                  <a:lnTo>
                    <a:pt x="1533512" y="0"/>
                  </a:lnTo>
                  <a:lnTo>
                    <a:pt x="1533512" y="38099"/>
                  </a:lnTo>
                  <a:close/>
                </a:path>
                <a:path w="3729990" h="1215390">
                  <a:moveTo>
                    <a:pt x="1609712" y="38099"/>
                  </a:moveTo>
                  <a:lnTo>
                    <a:pt x="1571612" y="38099"/>
                  </a:lnTo>
                  <a:lnTo>
                    <a:pt x="1571612" y="0"/>
                  </a:lnTo>
                  <a:lnTo>
                    <a:pt x="1609712" y="0"/>
                  </a:lnTo>
                  <a:lnTo>
                    <a:pt x="1609712" y="38099"/>
                  </a:lnTo>
                  <a:close/>
                </a:path>
                <a:path w="3729990" h="1215390">
                  <a:moveTo>
                    <a:pt x="1685912" y="38099"/>
                  </a:moveTo>
                  <a:lnTo>
                    <a:pt x="1647812" y="38099"/>
                  </a:lnTo>
                  <a:lnTo>
                    <a:pt x="1647812" y="0"/>
                  </a:lnTo>
                  <a:lnTo>
                    <a:pt x="1685912" y="0"/>
                  </a:lnTo>
                  <a:lnTo>
                    <a:pt x="1685912" y="38099"/>
                  </a:lnTo>
                  <a:close/>
                </a:path>
                <a:path w="3729990" h="1215390">
                  <a:moveTo>
                    <a:pt x="1762112" y="38099"/>
                  </a:moveTo>
                  <a:lnTo>
                    <a:pt x="1724012" y="38099"/>
                  </a:lnTo>
                  <a:lnTo>
                    <a:pt x="1724012" y="0"/>
                  </a:lnTo>
                  <a:lnTo>
                    <a:pt x="1762112" y="0"/>
                  </a:lnTo>
                  <a:lnTo>
                    <a:pt x="1762112" y="38099"/>
                  </a:lnTo>
                  <a:close/>
                </a:path>
                <a:path w="3729990" h="1215390">
                  <a:moveTo>
                    <a:pt x="1838312" y="38099"/>
                  </a:moveTo>
                  <a:lnTo>
                    <a:pt x="1800212" y="38099"/>
                  </a:lnTo>
                  <a:lnTo>
                    <a:pt x="1800212" y="0"/>
                  </a:lnTo>
                  <a:lnTo>
                    <a:pt x="1838312" y="0"/>
                  </a:lnTo>
                  <a:lnTo>
                    <a:pt x="1838312" y="38099"/>
                  </a:lnTo>
                  <a:close/>
                </a:path>
                <a:path w="3729990" h="1215390">
                  <a:moveTo>
                    <a:pt x="1914512" y="38099"/>
                  </a:moveTo>
                  <a:lnTo>
                    <a:pt x="1876412" y="38099"/>
                  </a:lnTo>
                  <a:lnTo>
                    <a:pt x="1876412" y="0"/>
                  </a:lnTo>
                  <a:lnTo>
                    <a:pt x="1914512" y="0"/>
                  </a:lnTo>
                  <a:lnTo>
                    <a:pt x="1914512" y="38099"/>
                  </a:lnTo>
                  <a:close/>
                </a:path>
                <a:path w="3729990" h="1215390">
                  <a:moveTo>
                    <a:pt x="1990712" y="38099"/>
                  </a:moveTo>
                  <a:lnTo>
                    <a:pt x="1952612" y="38099"/>
                  </a:lnTo>
                  <a:lnTo>
                    <a:pt x="1952612" y="0"/>
                  </a:lnTo>
                  <a:lnTo>
                    <a:pt x="1990712" y="0"/>
                  </a:lnTo>
                  <a:lnTo>
                    <a:pt x="1990712" y="38099"/>
                  </a:lnTo>
                  <a:close/>
                </a:path>
                <a:path w="3729990" h="1215390">
                  <a:moveTo>
                    <a:pt x="2066912" y="38099"/>
                  </a:moveTo>
                  <a:lnTo>
                    <a:pt x="2028812" y="38099"/>
                  </a:lnTo>
                  <a:lnTo>
                    <a:pt x="2028812" y="0"/>
                  </a:lnTo>
                  <a:lnTo>
                    <a:pt x="2066912" y="0"/>
                  </a:lnTo>
                  <a:lnTo>
                    <a:pt x="2066912" y="38099"/>
                  </a:lnTo>
                  <a:close/>
                </a:path>
                <a:path w="3729990" h="1215390">
                  <a:moveTo>
                    <a:pt x="2143112" y="38099"/>
                  </a:moveTo>
                  <a:lnTo>
                    <a:pt x="2105012" y="38099"/>
                  </a:lnTo>
                  <a:lnTo>
                    <a:pt x="2105012" y="0"/>
                  </a:lnTo>
                  <a:lnTo>
                    <a:pt x="2143112" y="0"/>
                  </a:lnTo>
                  <a:lnTo>
                    <a:pt x="2143112" y="38099"/>
                  </a:lnTo>
                  <a:close/>
                </a:path>
                <a:path w="3729990" h="1215390">
                  <a:moveTo>
                    <a:pt x="2219312" y="38099"/>
                  </a:moveTo>
                  <a:lnTo>
                    <a:pt x="2181212" y="38099"/>
                  </a:lnTo>
                  <a:lnTo>
                    <a:pt x="2181212" y="0"/>
                  </a:lnTo>
                  <a:lnTo>
                    <a:pt x="2219312" y="0"/>
                  </a:lnTo>
                  <a:lnTo>
                    <a:pt x="2219312" y="38099"/>
                  </a:lnTo>
                  <a:close/>
                </a:path>
                <a:path w="3729990" h="1215390">
                  <a:moveTo>
                    <a:pt x="2295512" y="38099"/>
                  </a:moveTo>
                  <a:lnTo>
                    <a:pt x="2257412" y="38099"/>
                  </a:lnTo>
                  <a:lnTo>
                    <a:pt x="2257412" y="0"/>
                  </a:lnTo>
                  <a:lnTo>
                    <a:pt x="2295512" y="0"/>
                  </a:lnTo>
                  <a:lnTo>
                    <a:pt x="2295512" y="38099"/>
                  </a:lnTo>
                  <a:close/>
                </a:path>
                <a:path w="3729990" h="1215390">
                  <a:moveTo>
                    <a:pt x="2371712" y="38099"/>
                  </a:moveTo>
                  <a:lnTo>
                    <a:pt x="2333612" y="38099"/>
                  </a:lnTo>
                  <a:lnTo>
                    <a:pt x="2333612" y="0"/>
                  </a:lnTo>
                  <a:lnTo>
                    <a:pt x="2371712" y="0"/>
                  </a:lnTo>
                  <a:lnTo>
                    <a:pt x="2371712" y="38099"/>
                  </a:lnTo>
                  <a:close/>
                </a:path>
                <a:path w="3729990" h="1215390">
                  <a:moveTo>
                    <a:pt x="2447912" y="38099"/>
                  </a:moveTo>
                  <a:lnTo>
                    <a:pt x="2409812" y="38099"/>
                  </a:lnTo>
                  <a:lnTo>
                    <a:pt x="2409812" y="0"/>
                  </a:lnTo>
                  <a:lnTo>
                    <a:pt x="2447912" y="0"/>
                  </a:lnTo>
                  <a:lnTo>
                    <a:pt x="2447912" y="38099"/>
                  </a:lnTo>
                  <a:close/>
                </a:path>
                <a:path w="3729990" h="1215390">
                  <a:moveTo>
                    <a:pt x="2524112" y="38099"/>
                  </a:moveTo>
                  <a:lnTo>
                    <a:pt x="2486012" y="38099"/>
                  </a:lnTo>
                  <a:lnTo>
                    <a:pt x="2486012" y="0"/>
                  </a:lnTo>
                  <a:lnTo>
                    <a:pt x="2524112" y="0"/>
                  </a:lnTo>
                  <a:lnTo>
                    <a:pt x="2524112" y="38099"/>
                  </a:lnTo>
                  <a:close/>
                </a:path>
                <a:path w="3729990" h="1215390">
                  <a:moveTo>
                    <a:pt x="2600312" y="38099"/>
                  </a:moveTo>
                  <a:lnTo>
                    <a:pt x="2562212" y="38099"/>
                  </a:lnTo>
                  <a:lnTo>
                    <a:pt x="2562212" y="0"/>
                  </a:lnTo>
                  <a:lnTo>
                    <a:pt x="2600312" y="0"/>
                  </a:lnTo>
                  <a:lnTo>
                    <a:pt x="2600312" y="38099"/>
                  </a:lnTo>
                  <a:close/>
                </a:path>
                <a:path w="3729990" h="1215390">
                  <a:moveTo>
                    <a:pt x="2676512" y="38099"/>
                  </a:moveTo>
                  <a:lnTo>
                    <a:pt x="2638412" y="38099"/>
                  </a:lnTo>
                  <a:lnTo>
                    <a:pt x="2638412" y="0"/>
                  </a:lnTo>
                  <a:lnTo>
                    <a:pt x="2676512" y="0"/>
                  </a:lnTo>
                  <a:lnTo>
                    <a:pt x="2676512" y="38099"/>
                  </a:lnTo>
                  <a:close/>
                </a:path>
                <a:path w="3729990" h="1215390">
                  <a:moveTo>
                    <a:pt x="2752712" y="38099"/>
                  </a:moveTo>
                  <a:lnTo>
                    <a:pt x="2714612" y="38099"/>
                  </a:lnTo>
                  <a:lnTo>
                    <a:pt x="2714612" y="0"/>
                  </a:lnTo>
                  <a:lnTo>
                    <a:pt x="2752712" y="0"/>
                  </a:lnTo>
                  <a:lnTo>
                    <a:pt x="2752712" y="38099"/>
                  </a:lnTo>
                  <a:close/>
                </a:path>
                <a:path w="3729990" h="1215390">
                  <a:moveTo>
                    <a:pt x="2828912" y="38099"/>
                  </a:moveTo>
                  <a:lnTo>
                    <a:pt x="2790812" y="38099"/>
                  </a:lnTo>
                  <a:lnTo>
                    <a:pt x="2790812" y="0"/>
                  </a:lnTo>
                  <a:lnTo>
                    <a:pt x="2828912" y="0"/>
                  </a:lnTo>
                  <a:lnTo>
                    <a:pt x="2828912" y="38099"/>
                  </a:lnTo>
                  <a:close/>
                </a:path>
                <a:path w="3729990" h="1215390">
                  <a:moveTo>
                    <a:pt x="2905112" y="38099"/>
                  </a:moveTo>
                  <a:lnTo>
                    <a:pt x="2867012" y="38099"/>
                  </a:lnTo>
                  <a:lnTo>
                    <a:pt x="2867012" y="0"/>
                  </a:lnTo>
                  <a:lnTo>
                    <a:pt x="2905112" y="0"/>
                  </a:lnTo>
                  <a:lnTo>
                    <a:pt x="2905112" y="38099"/>
                  </a:lnTo>
                  <a:close/>
                </a:path>
                <a:path w="3729990" h="1215390">
                  <a:moveTo>
                    <a:pt x="2981312" y="38099"/>
                  </a:moveTo>
                  <a:lnTo>
                    <a:pt x="2943212" y="38099"/>
                  </a:lnTo>
                  <a:lnTo>
                    <a:pt x="2943212" y="0"/>
                  </a:lnTo>
                  <a:lnTo>
                    <a:pt x="2981312" y="0"/>
                  </a:lnTo>
                  <a:lnTo>
                    <a:pt x="2981312" y="38099"/>
                  </a:lnTo>
                  <a:close/>
                </a:path>
                <a:path w="3729990" h="1215390">
                  <a:moveTo>
                    <a:pt x="3057512" y="38099"/>
                  </a:moveTo>
                  <a:lnTo>
                    <a:pt x="3019412" y="38099"/>
                  </a:lnTo>
                  <a:lnTo>
                    <a:pt x="3019412" y="0"/>
                  </a:lnTo>
                  <a:lnTo>
                    <a:pt x="3057512" y="0"/>
                  </a:lnTo>
                  <a:lnTo>
                    <a:pt x="3057512" y="38099"/>
                  </a:lnTo>
                  <a:close/>
                </a:path>
                <a:path w="3729990" h="1215390">
                  <a:moveTo>
                    <a:pt x="3133712" y="38099"/>
                  </a:moveTo>
                  <a:lnTo>
                    <a:pt x="3095612" y="38099"/>
                  </a:lnTo>
                  <a:lnTo>
                    <a:pt x="3095612" y="0"/>
                  </a:lnTo>
                  <a:lnTo>
                    <a:pt x="3133712" y="0"/>
                  </a:lnTo>
                  <a:lnTo>
                    <a:pt x="3133712" y="38099"/>
                  </a:lnTo>
                  <a:close/>
                </a:path>
                <a:path w="3729990" h="1215390">
                  <a:moveTo>
                    <a:pt x="3209912" y="38099"/>
                  </a:moveTo>
                  <a:lnTo>
                    <a:pt x="3171812" y="38099"/>
                  </a:lnTo>
                  <a:lnTo>
                    <a:pt x="3171812" y="0"/>
                  </a:lnTo>
                  <a:lnTo>
                    <a:pt x="3209912" y="0"/>
                  </a:lnTo>
                  <a:lnTo>
                    <a:pt x="3209912" y="38099"/>
                  </a:lnTo>
                  <a:close/>
                </a:path>
                <a:path w="3729990" h="1215390">
                  <a:moveTo>
                    <a:pt x="3286112" y="38099"/>
                  </a:moveTo>
                  <a:lnTo>
                    <a:pt x="3248012" y="38099"/>
                  </a:lnTo>
                  <a:lnTo>
                    <a:pt x="3248012" y="0"/>
                  </a:lnTo>
                  <a:lnTo>
                    <a:pt x="3286112" y="0"/>
                  </a:lnTo>
                  <a:lnTo>
                    <a:pt x="3286112" y="38099"/>
                  </a:lnTo>
                  <a:close/>
                </a:path>
                <a:path w="3729990" h="1215390">
                  <a:moveTo>
                    <a:pt x="3362312" y="38099"/>
                  </a:moveTo>
                  <a:lnTo>
                    <a:pt x="3324212" y="38099"/>
                  </a:lnTo>
                  <a:lnTo>
                    <a:pt x="3324212" y="0"/>
                  </a:lnTo>
                  <a:lnTo>
                    <a:pt x="3362312" y="0"/>
                  </a:lnTo>
                  <a:lnTo>
                    <a:pt x="3362312" y="38099"/>
                  </a:lnTo>
                  <a:close/>
                </a:path>
                <a:path w="3729990" h="1215390">
                  <a:moveTo>
                    <a:pt x="3438512" y="38099"/>
                  </a:moveTo>
                  <a:lnTo>
                    <a:pt x="3400412" y="38099"/>
                  </a:lnTo>
                  <a:lnTo>
                    <a:pt x="3400412" y="0"/>
                  </a:lnTo>
                  <a:lnTo>
                    <a:pt x="3438512" y="0"/>
                  </a:lnTo>
                  <a:lnTo>
                    <a:pt x="3438512" y="38099"/>
                  </a:lnTo>
                  <a:close/>
                </a:path>
                <a:path w="3729990" h="1215390">
                  <a:moveTo>
                    <a:pt x="3514712" y="38099"/>
                  </a:moveTo>
                  <a:lnTo>
                    <a:pt x="3476612" y="38099"/>
                  </a:lnTo>
                  <a:lnTo>
                    <a:pt x="3476612" y="0"/>
                  </a:lnTo>
                  <a:lnTo>
                    <a:pt x="3514712" y="0"/>
                  </a:lnTo>
                  <a:lnTo>
                    <a:pt x="3514712" y="38099"/>
                  </a:lnTo>
                  <a:close/>
                </a:path>
                <a:path w="3729990" h="1215390">
                  <a:moveTo>
                    <a:pt x="3590912" y="38099"/>
                  </a:moveTo>
                  <a:lnTo>
                    <a:pt x="3552812" y="38099"/>
                  </a:lnTo>
                  <a:lnTo>
                    <a:pt x="3552812" y="0"/>
                  </a:lnTo>
                  <a:lnTo>
                    <a:pt x="3590912" y="0"/>
                  </a:lnTo>
                  <a:lnTo>
                    <a:pt x="3590912" y="38099"/>
                  </a:lnTo>
                  <a:close/>
                </a:path>
                <a:path w="3729990" h="1215390">
                  <a:moveTo>
                    <a:pt x="3646713" y="48513"/>
                  </a:moveTo>
                  <a:lnTo>
                    <a:pt x="3640779" y="45573"/>
                  </a:lnTo>
                  <a:lnTo>
                    <a:pt x="3634672" y="43115"/>
                  </a:lnTo>
                  <a:lnTo>
                    <a:pt x="3628394" y="41137"/>
                  </a:lnTo>
                  <a:lnTo>
                    <a:pt x="3621945" y="39640"/>
                  </a:lnTo>
                  <a:lnTo>
                    <a:pt x="3629121" y="2310"/>
                  </a:lnTo>
                  <a:lnTo>
                    <a:pt x="3629736" y="2310"/>
                  </a:lnTo>
                  <a:lnTo>
                    <a:pt x="3653146" y="9424"/>
                  </a:lnTo>
                  <a:lnTo>
                    <a:pt x="3664633" y="15558"/>
                  </a:lnTo>
                  <a:lnTo>
                    <a:pt x="3646713" y="48513"/>
                  </a:lnTo>
                  <a:close/>
                </a:path>
                <a:path w="3729990" h="1215390">
                  <a:moveTo>
                    <a:pt x="3682856" y="86349"/>
                  </a:moveTo>
                  <a:lnTo>
                    <a:pt x="3679720" y="80478"/>
                  </a:lnTo>
                  <a:lnTo>
                    <a:pt x="3676159" y="74901"/>
                  </a:lnTo>
                  <a:lnTo>
                    <a:pt x="3672175" y="69619"/>
                  </a:lnTo>
                  <a:lnTo>
                    <a:pt x="3667767" y="64631"/>
                  </a:lnTo>
                  <a:lnTo>
                    <a:pt x="3695144" y="38497"/>
                  </a:lnTo>
                  <a:lnTo>
                    <a:pt x="3708775" y="55121"/>
                  </a:lnTo>
                  <a:lnTo>
                    <a:pt x="3716675" y="69917"/>
                  </a:lnTo>
                  <a:lnTo>
                    <a:pt x="3682856" y="86349"/>
                  </a:lnTo>
                  <a:close/>
                </a:path>
                <a:path w="3729990" h="1215390">
                  <a:moveTo>
                    <a:pt x="3729578" y="144322"/>
                  </a:moveTo>
                  <a:lnTo>
                    <a:pt x="3691477" y="144322"/>
                  </a:lnTo>
                  <a:lnTo>
                    <a:pt x="3691477" y="119690"/>
                  </a:lnTo>
                  <a:lnTo>
                    <a:pt x="3691182" y="115592"/>
                  </a:lnTo>
                  <a:lnTo>
                    <a:pt x="3690591" y="111519"/>
                  </a:lnTo>
                  <a:lnTo>
                    <a:pt x="3727827" y="106121"/>
                  </a:lnTo>
                  <a:lnTo>
                    <a:pt x="3729578" y="123813"/>
                  </a:lnTo>
                  <a:lnTo>
                    <a:pt x="3729578" y="144322"/>
                  </a:lnTo>
                  <a:close/>
                </a:path>
                <a:path w="3729990" h="1215390">
                  <a:moveTo>
                    <a:pt x="3729578" y="220522"/>
                  </a:moveTo>
                  <a:lnTo>
                    <a:pt x="3691477" y="220522"/>
                  </a:lnTo>
                  <a:lnTo>
                    <a:pt x="3691477" y="182422"/>
                  </a:lnTo>
                  <a:lnTo>
                    <a:pt x="3729578" y="182422"/>
                  </a:lnTo>
                  <a:lnTo>
                    <a:pt x="3729578" y="220522"/>
                  </a:lnTo>
                  <a:close/>
                </a:path>
                <a:path w="3729990" h="1215390">
                  <a:moveTo>
                    <a:pt x="3729578" y="296722"/>
                  </a:moveTo>
                  <a:lnTo>
                    <a:pt x="3691477" y="296722"/>
                  </a:lnTo>
                  <a:lnTo>
                    <a:pt x="3691477" y="258622"/>
                  </a:lnTo>
                  <a:lnTo>
                    <a:pt x="3729578" y="258622"/>
                  </a:lnTo>
                  <a:lnTo>
                    <a:pt x="3729578" y="296722"/>
                  </a:lnTo>
                  <a:close/>
                </a:path>
                <a:path w="3729990" h="1215390">
                  <a:moveTo>
                    <a:pt x="3729578" y="372922"/>
                  </a:moveTo>
                  <a:lnTo>
                    <a:pt x="3691477" y="372922"/>
                  </a:lnTo>
                  <a:lnTo>
                    <a:pt x="3691477" y="334822"/>
                  </a:lnTo>
                  <a:lnTo>
                    <a:pt x="3729578" y="334822"/>
                  </a:lnTo>
                  <a:lnTo>
                    <a:pt x="3729578" y="372922"/>
                  </a:lnTo>
                  <a:close/>
                </a:path>
                <a:path w="3729990" h="1215390">
                  <a:moveTo>
                    <a:pt x="3729578" y="449122"/>
                  </a:moveTo>
                  <a:lnTo>
                    <a:pt x="3691477" y="449122"/>
                  </a:lnTo>
                  <a:lnTo>
                    <a:pt x="3691477" y="411022"/>
                  </a:lnTo>
                  <a:lnTo>
                    <a:pt x="3729578" y="411022"/>
                  </a:lnTo>
                  <a:lnTo>
                    <a:pt x="3729578" y="449122"/>
                  </a:lnTo>
                  <a:close/>
                </a:path>
                <a:path w="3729990" h="1215390">
                  <a:moveTo>
                    <a:pt x="3729578" y="525322"/>
                  </a:moveTo>
                  <a:lnTo>
                    <a:pt x="3691477" y="525322"/>
                  </a:lnTo>
                  <a:lnTo>
                    <a:pt x="3691477" y="487222"/>
                  </a:lnTo>
                  <a:lnTo>
                    <a:pt x="3729578" y="487222"/>
                  </a:lnTo>
                  <a:lnTo>
                    <a:pt x="3729578" y="525322"/>
                  </a:lnTo>
                  <a:close/>
                </a:path>
                <a:path w="3729990" h="1215390">
                  <a:moveTo>
                    <a:pt x="3729578" y="601522"/>
                  </a:moveTo>
                  <a:lnTo>
                    <a:pt x="3691477" y="601522"/>
                  </a:lnTo>
                  <a:lnTo>
                    <a:pt x="3691477" y="563422"/>
                  </a:lnTo>
                  <a:lnTo>
                    <a:pt x="3729578" y="563422"/>
                  </a:lnTo>
                  <a:lnTo>
                    <a:pt x="3729578" y="601522"/>
                  </a:lnTo>
                  <a:close/>
                </a:path>
                <a:path w="3729990" h="1215390">
                  <a:moveTo>
                    <a:pt x="3729578" y="677722"/>
                  </a:moveTo>
                  <a:lnTo>
                    <a:pt x="3691477" y="677722"/>
                  </a:lnTo>
                  <a:lnTo>
                    <a:pt x="3691477" y="639622"/>
                  </a:lnTo>
                  <a:lnTo>
                    <a:pt x="3729578" y="639622"/>
                  </a:lnTo>
                  <a:lnTo>
                    <a:pt x="3729578" y="677722"/>
                  </a:lnTo>
                  <a:close/>
                </a:path>
                <a:path w="3729990" h="1215390">
                  <a:moveTo>
                    <a:pt x="3729578" y="753922"/>
                  </a:moveTo>
                  <a:lnTo>
                    <a:pt x="3691477" y="753922"/>
                  </a:lnTo>
                  <a:lnTo>
                    <a:pt x="3691477" y="715822"/>
                  </a:lnTo>
                  <a:lnTo>
                    <a:pt x="3729578" y="715822"/>
                  </a:lnTo>
                  <a:lnTo>
                    <a:pt x="3729578" y="753922"/>
                  </a:lnTo>
                  <a:close/>
                </a:path>
                <a:path w="3729990" h="1215390">
                  <a:moveTo>
                    <a:pt x="3729578" y="830122"/>
                  </a:moveTo>
                  <a:lnTo>
                    <a:pt x="3691477" y="830122"/>
                  </a:lnTo>
                  <a:lnTo>
                    <a:pt x="3691477" y="792022"/>
                  </a:lnTo>
                  <a:lnTo>
                    <a:pt x="3729578" y="792022"/>
                  </a:lnTo>
                  <a:lnTo>
                    <a:pt x="3729578" y="830122"/>
                  </a:lnTo>
                  <a:close/>
                </a:path>
                <a:path w="3729990" h="1215390">
                  <a:moveTo>
                    <a:pt x="3729578" y="906322"/>
                  </a:moveTo>
                  <a:lnTo>
                    <a:pt x="3691477" y="906322"/>
                  </a:lnTo>
                  <a:lnTo>
                    <a:pt x="3691477" y="868222"/>
                  </a:lnTo>
                  <a:lnTo>
                    <a:pt x="3729578" y="868222"/>
                  </a:lnTo>
                  <a:lnTo>
                    <a:pt x="3729578" y="906322"/>
                  </a:lnTo>
                  <a:close/>
                </a:path>
                <a:path w="3729990" h="1215390">
                  <a:moveTo>
                    <a:pt x="3729578" y="982522"/>
                  </a:moveTo>
                  <a:lnTo>
                    <a:pt x="3691477" y="982522"/>
                  </a:lnTo>
                  <a:lnTo>
                    <a:pt x="3691477" y="944422"/>
                  </a:lnTo>
                  <a:lnTo>
                    <a:pt x="3729578" y="944422"/>
                  </a:lnTo>
                  <a:lnTo>
                    <a:pt x="3729578" y="982522"/>
                  </a:lnTo>
                  <a:close/>
                </a:path>
                <a:path w="3729990" h="1215390">
                  <a:moveTo>
                    <a:pt x="3729578" y="1058722"/>
                  </a:moveTo>
                  <a:lnTo>
                    <a:pt x="3691477" y="1058722"/>
                  </a:lnTo>
                  <a:lnTo>
                    <a:pt x="3691477" y="1020622"/>
                  </a:lnTo>
                  <a:lnTo>
                    <a:pt x="3729578" y="1020622"/>
                  </a:lnTo>
                  <a:lnTo>
                    <a:pt x="3729578" y="1058722"/>
                  </a:lnTo>
                  <a:close/>
                </a:path>
                <a:path w="3729990" h="1215390">
                  <a:moveTo>
                    <a:pt x="3721495" y="1134185"/>
                  </a:moveTo>
                  <a:lnTo>
                    <a:pt x="3686118" y="1121051"/>
                  </a:lnTo>
                  <a:lnTo>
                    <a:pt x="3688193" y="1114733"/>
                  </a:lnTo>
                  <a:lnTo>
                    <a:pt x="3689762" y="1108312"/>
                  </a:lnTo>
                  <a:lnTo>
                    <a:pt x="3690827" y="1101790"/>
                  </a:lnTo>
                  <a:lnTo>
                    <a:pt x="3691386" y="1095165"/>
                  </a:lnTo>
                  <a:lnTo>
                    <a:pt x="3729016" y="1096897"/>
                  </a:lnTo>
                  <a:lnTo>
                    <a:pt x="3727251" y="1114733"/>
                  </a:lnTo>
                  <a:lnTo>
                    <a:pt x="3727177" y="1115487"/>
                  </a:lnTo>
                  <a:lnTo>
                    <a:pt x="3721495" y="1134185"/>
                  </a:lnTo>
                  <a:close/>
                </a:path>
                <a:path w="3729990" h="1215390">
                  <a:moveTo>
                    <a:pt x="3675135" y="1193673"/>
                  </a:moveTo>
                  <a:lnTo>
                    <a:pt x="3653821" y="1162193"/>
                  </a:lnTo>
                  <a:lnTo>
                    <a:pt x="3658333" y="1159139"/>
                  </a:lnTo>
                  <a:lnTo>
                    <a:pt x="3662516" y="1155683"/>
                  </a:lnTo>
                  <a:lnTo>
                    <a:pt x="3668829" y="1149371"/>
                  </a:lnTo>
                  <a:lnTo>
                    <a:pt x="3671125" y="1146777"/>
                  </a:lnTo>
                  <a:lnTo>
                    <a:pt x="3673263" y="1144046"/>
                  </a:lnTo>
                  <a:lnTo>
                    <a:pt x="3702818" y="1167176"/>
                  </a:lnTo>
                  <a:lnTo>
                    <a:pt x="3693313" y="1178768"/>
                  </a:lnTo>
                  <a:lnTo>
                    <a:pt x="3675135" y="1193673"/>
                  </a:lnTo>
                  <a:close/>
                </a:path>
                <a:path w="3729990" h="1215390">
                  <a:moveTo>
                    <a:pt x="3605765" y="1215032"/>
                  </a:moveTo>
                  <a:lnTo>
                    <a:pt x="3602899" y="1215032"/>
                  </a:lnTo>
                  <a:lnTo>
                    <a:pt x="3602899" y="1176932"/>
                  </a:lnTo>
                  <a:lnTo>
                    <a:pt x="3614023" y="1176932"/>
                  </a:lnTo>
                  <a:lnTo>
                    <a:pt x="3622112" y="1175763"/>
                  </a:lnTo>
                  <a:lnTo>
                    <a:pt x="3630029" y="1173426"/>
                  </a:lnTo>
                  <a:lnTo>
                    <a:pt x="3640651" y="1209404"/>
                  </a:lnTo>
                  <a:lnTo>
                    <a:pt x="3630032" y="1212631"/>
                  </a:lnTo>
                  <a:lnTo>
                    <a:pt x="3605765" y="1215032"/>
                  </a:lnTo>
                  <a:close/>
                </a:path>
                <a:path w="3729990" h="1215390">
                  <a:moveTo>
                    <a:pt x="3564799" y="1215032"/>
                  </a:moveTo>
                  <a:lnTo>
                    <a:pt x="3526699" y="1215032"/>
                  </a:lnTo>
                  <a:lnTo>
                    <a:pt x="3526699" y="1176932"/>
                  </a:lnTo>
                  <a:lnTo>
                    <a:pt x="3564799" y="1176932"/>
                  </a:lnTo>
                  <a:lnTo>
                    <a:pt x="3564799" y="1215032"/>
                  </a:lnTo>
                  <a:close/>
                </a:path>
                <a:path w="3729990" h="1215390">
                  <a:moveTo>
                    <a:pt x="3488599" y="1215032"/>
                  </a:moveTo>
                  <a:lnTo>
                    <a:pt x="3450499" y="1215032"/>
                  </a:lnTo>
                  <a:lnTo>
                    <a:pt x="3450499" y="1176932"/>
                  </a:lnTo>
                  <a:lnTo>
                    <a:pt x="3488599" y="1176932"/>
                  </a:lnTo>
                  <a:lnTo>
                    <a:pt x="3488599" y="1215032"/>
                  </a:lnTo>
                  <a:close/>
                </a:path>
                <a:path w="3729990" h="1215390">
                  <a:moveTo>
                    <a:pt x="3412399" y="1215032"/>
                  </a:moveTo>
                  <a:lnTo>
                    <a:pt x="3374299" y="1215032"/>
                  </a:lnTo>
                  <a:lnTo>
                    <a:pt x="3374299" y="1176932"/>
                  </a:lnTo>
                  <a:lnTo>
                    <a:pt x="3412399" y="1176932"/>
                  </a:lnTo>
                  <a:lnTo>
                    <a:pt x="3412399" y="1215032"/>
                  </a:lnTo>
                  <a:close/>
                </a:path>
                <a:path w="3729990" h="1215390">
                  <a:moveTo>
                    <a:pt x="3336199" y="1215032"/>
                  </a:moveTo>
                  <a:lnTo>
                    <a:pt x="3298099" y="1215032"/>
                  </a:lnTo>
                  <a:lnTo>
                    <a:pt x="3298099" y="1176932"/>
                  </a:lnTo>
                  <a:lnTo>
                    <a:pt x="3336199" y="1176932"/>
                  </a:lnTo>
                  <a:lnTo>
                    <a:pt x="3336199" y="1215032"/>
                  </a:lnTo>
                  <a:close/>
                </a:path>
                <a:path w="3729990" h="1215390">
                  <a:moveTo>
                    <a:pt x="3259999" y="1215032"/>
                  </a:moveTo>
                  <a:lnTo>
                    <a:pt x="3221899" y="1215032"/>
                  </a:lnTo>
                  <a:lnTo>
                    <a:pt x="3221899" y="1176932"/>
                  </a:lnTo>
                  <a:lnTo>
                    <a:pt x="3259999" y="1176932"/>
                  </a:lnTo>
                  <a:lnTo>
                    <a:pt x="3259999" y="1215032"/>
                  </a:lnTo>
                  <a:close/>
                </a:path>
                <a:path w="3729990" h="1215390">
                  <a:moveTo>
                    <a:pt x="3183799" y="1215032"/>
                  </a:moveTo>
                  <a:lnTo>
                    <a:pt x="3145699" y="1215032"/>
                  </a:lnTo>
                  <a:lnTo>
                    <a:pt x="3145699" y="1176932"/>
                  </a:lnTo>
                  <a:lnTo>
                    <a:pt x="3183799" y="1176932"/>
                  </a:lnTo>
                  <a:lnTo>
                    <a:pt x="3183799" y="1215032"/>
                  </a:lnTo>
                  <a:close/>
                </a:path>
                <a:path w="3729990" h="1215390">
                  <a:moveTo>
                    <a:pt x="3107599" y="1215032"/>
                  </a:moveTo>
                  <a:lnTo>
                    <a:pt x="3069499" y="1215032"/>
                  </a:lnTo>
                  <a:lnTo>
                    <a:pt x="3069499" y="1176932"/>
                  </a:lnTo>
                  <a:lnTo>
                    <a:pt x="3107599" y="1176932"/>
                  </a:lnTo>
                  <a:lnTo>
                    <a:pt x="3107599" y="1215032"/>
                  </a:lnTo>
                  <a:close/>
                </a:path>
                <a:path w="3729990" h="1215390">
                  <a:moveTo>
                    <a:pt x="3031399" y="1215032"/>
                  </a:moveTo>
                  <a:lnTo>
                    <a:pt x="2993299" y="1215032"/>
                  </a:lnTo>
                  <a:lnTo>
                    <a:pt x="2993299" y="1176932"/>
                  </a:lnTo>
                  <a:lnTo>
                    <a:pt x="3031399" y="1176932"/>
                  </a:lnTo>
                  <a:lnTo>
                    <a:pt x="3031399" y="1215032"/>
                  </a:lnTo>
                  <a:close/>
                </a:path>
                <a:path w="3729990" h="1215390">
                  <a:moveTo>
                    <a:pt x="2955199" y="1215032"/>
                  </a:moveTo>
                  <a:lnTo>
                    <a:pt x="2917099" y="1215032"/>
                  </a:lnTo>
                  <a:lnTo>
                    <a:pt x="2917099" y="1176932"/>
                  </a:lnTo>
                  <a:lnTo>
                    <a:pt x="2955199" y="1176932"/>
                  </a:lnTo>
                  <a:lnTo>
                    <a:pt x="2955199" y="1215032"/>
                  </a:lnTo>
                  <a:close/>
                </a:path>
                <a:path w="3729990" h="1215390">
                  <a:moveTo>
                    <a:pt x="2878999" y="1215032"/>
                  </a:moveTo>
                  <a:lnTo>
                    <a:pt x="2840899" y="1215032"/>
                  </a:lnTo>
                  <a:lnTo>
                    <a:pt x="2840899" y="1176932"/>
                  </a:lnTo>
                  <a:lnTo>
                    <a:pt x="2878999" y="1176932"/>
                  </a:lnTo>
                  <a:lnTo>
                    <a:pt x="2878999" y="1215032"/>
                  </a:lnTo>
                  <a:close/>
                </a:path>
                <a:path w="3729990" h="1215390">
                  <a:moveTo>
                    <a:pt x="2802799" y="1215032"/>
                  </a:moveTo>
                  <a:lnTo>
                    <a:pt x="2764699" y="1215032"/>
                  </a:lnTo>
                  <a:lnTo>
                    <a:pt x="2764699" y="1176932"/>
                  </a:lnTo>
                  <a:lnTo>
                    <a:pt x="2802799" y="1176932"/>
                  </a:lnTo>
                  <a:lnTo>
                    <a:pt x="2802799" y="1215032"/>
                  </a:lnTo>
                  <a:close/>
                </a:path>
                <a:path w="3729990" h="1215390">
                  <a:moveTo>
                    <a:pt x="2726599" y="1215032"/>
                  </a:moveTo>
                  <a:lnTo>
                    <a:pt x="2688499" y="1215032"/>
                  </a:lnTo>
                  <a:lnTo>
                    <a:pt x="2688499" y="1176932"/>
                  </a:lnTo>
                  <a:lnTo>
                    <a:pt x="2726599" y="1176932"/>
                  </a:lnTo>
                  <a:lnTo>
                    <a:pt x="2726599" y="1215032"/>
                  </a:lnTo>
                  <a:close/>
                </a:path>
                <a:path w="3729990" h="1215390">
                  <a:moveTo>
                    <a:pt x="2650399" y="1215032"/>
                  </a:moveTo>
                  <a:lnTo>
                    <a:pt x="2612299" y="1215032"/>
                  </a:lnTo>
                  <a:lnTo>
                    <a:pt x="2612299" y="1176932"/>
                  </a:lnTo>
                  <a:lnTo>
                    <a:pt x="2650399" y="1176932"/>
                  </a:lnTo>
                  <a:lnTo>
                    <a:pt x="2650399" y="1215032"/>
                  </a:lnTo>
                  <a:close/>
                </a:path>
                <a:path w="3729990" h="1215390">
                  <a:moveTo>
                    <a:pt x="2574199" y="1215032"/>
                  </a:moveTo>
                  <a:lnTo>
                    <a:pt x="2536099" y="1215032"/>
                  </a:lnTo>
                  <a:lnTo>
                    <a:pt x="2536099" y="1176932"/>
                  </a:lnTo>
                  <a:lnTo>
                    <a:pt x="2574199" y="1176932"/>
                  </a:lnTo>
                  <a:lnTo>
                    <a:pt x="2574199" y="1215032"/>
                  </a:lnTo>
                  <a:close/>
                </a:path>
                <a:path w="3729990" h="1215390">
                  <a:moveTo>
                    <a:pt x="2497999" y="1215032"/>
                  </a:moveTo>
                  <a:lnTo>
                    <a:pt x="2459899" y="1215032"/>
                  </a:lnTo>
                  <a:lnTo>
                    <a:pt x="2459899" y="1176932"/>
                  </a:lnTo>
                  <a:lnTo>
                    <a:pt x="2497999" y="1176932"/>
                  </a:lnTo>
                  <a:lnTo>
                    <a:pt x="2497999" y="1215032"/>
                  </a:lnTo>
                  <a:close/>
                </a:path>
                <a:path w="3729990" h="1215390">
                  <a:moveTo>
                    <a:pt x="2421799" y="1215032"/>
                  </a:moveTo>
                  <a:lnTo>
                    <a:pt x="2383699" y="1215032"/>
                  </a:lnTo>
                  <a:lnTo>
                    <a:pt x="2383699" y="1176932"/>
                  </a:lnTo>
                  <a:lnTo>
                    <a:pt x="2421799" y="1176932"/>
                  </a:lnTo>
                  <a:lnTo>
                    <a:pt x="2421799" y="1215032"/>
                  </a:lnTo>
                  <a:close/>
                </a:path>
                <a:path w="3729990" h="1215390">
                  <a:moveTo>
                    <a:pt x="2345599" y="1215032"/>
                  </a:moveTo>
                  <a:lnTo>
                    <a:pt x="2307499" y="1215032"/>
                  </a:lnTo>
                  <a:lnTo>
                    <a:pt x="2307499" y="1176932"/>
                  </a:lnTo>
                  <a:lnTo>
                    <a:pt x="2345599" y="1176932"/>
                  </a:lnTo>
                  <a:lnTo>
                    <a:pt x="2345599" y="1215032"/>
                  </a:lnTo>
                  <a:close/>
                </a:path>
                <a:path w="3729990" h="1215390">
                  <a:moveTo>
                    <a:pt x="2269399" y="1215032"/>
                  </a:moveTo>
                  <a:lnTo>
                    <a:pt x="2231299" y="1215032"/>
                  </a:lnTo>
                  <a:lnTo>
                    <a:pt x="2231299" y="1176932"/>
                  </a:lnTo>
                  <a:lnTo>
                    <a:pt x="2269399" y="1176932"/>
                  </a:lnTo>
                  <a:lnTo>
                    <a:pt x="2269399" y="1215032"/>
                  </a:lnTo>
                  <a:close/>
                </a:path>
                <a:path w="3729990" h="1215390">
                  <a:moveTo>
                    <a:pt x="2193199" y="1215032"/>
                  </a:moveTo>
                  <a:lnTo>
                    <a:pt x="2155099" y="1215032"/>
                  </a:lnTo>
                  <a:lnTo>
                    <a:pt x="2155099" y="1176932"/>
                  </a:lnTo>
                  <a:lnTo>
                    <a:pt x="2193199" y="1176932"/>
                  </a:lnTo>
                  <a:lnTo>
                    <a:pt x="2193199" y="1215032"/>
                  </a:lnTo>
                  <a:close/>
                </a:path>
                <a:path w="3729990" h="1215390">
                  <a:moveTo>
                    <a:pt x="2116999" y="1215032"/>
                  </a:moveTo>
                  <a:lnTo>
                    <a:pt x="2078899" y="1215032"/>
                  </a:lnTo>
                  <a:lnTo>
                    <a:pt x="2078899" y="1176932"/>
                  </a:lnTo>
                  <a:lnTo>
                    <a:pt x="2116999" y="1176932"/>
                  </a:lnTo>
                  <a:lnTo>
                    <a:pt x="2116999" y="1215032"/>
                  </a:lnTo>
                  <a:close/>
                </a:path>
                <a:path w="3729990" h="1215390">
                  <a:moveTo>
                    <a:pt x="2040799" y="1215032"/>
                  </a:moveTo>
                  <a:lnTo>
                    <a:pt x="2002699" y="1215032"/>
                  </a:lnTo>
                  <a:lnTo>
                    <a:pt x="2002699" y="1176932"/>
                  </a:lnTo>
                  <a:lnTo>
                    <a:pt x="2040799" y="1176932"/>
                  </a:lnTo>
                  <a:lnTo>
                    <a:pt x="2040799" y="1215032"/>
                  </a:lnTo>
                  <a:close/>
                </a:path>
                <a:path w="3729990" h="1215390">
                  <a:moveTo>
                    <a:pt x="1964599" y="1215032"/>
                  </a:moveTo>
                  <a:lnTo>
                    <a:pt x="1926499" y="1215032"/>
                  </a:lnTo>
                  <a:lnTo>
                    <a:pt x="1926499" y="1176932"/>
                  </a:lnTo>
                  <a:lnTo>
                    <a:pt x="1964599" y="1176932"/>
                  </a:lnTo>
                  <a:lnTo>
                    <a:pt x="1964599" y="1215032"/>
                  </a:lnTo>
                  <a:close/>
                </a:path>
                <a:path w="3729990" h="1215390">
                  <a:moveTo>
                    <a:pt x="1888399" y="1215032"/>
                  </a:moveTo>
                  <a:lnTo>
                    <a:pt x="1850299" y="1215032"/>
                  </a:lnTo>
                  <a:lnTo>
                    <a:pt x="1850299" y="1176932"/>
                  </a:lnTo>
                  <a:lnTo>
                    <a:pt x="1888399" y="1176932"/>
                  </a:lnTo>
                  <a:lnTo>
                    <a:pt x="1888399" y="1215032"/>
                  </a:lnTo>
                  <a:close/>
                </a:path>
                <a:path w="3729990" h="1215390">
                  <a:moveTo>
                    <a:pt x="1812199" y="1215032"/>
                  </a:moveTo>
                  <a:lnTo>
                    <a:pt x="1774099" y="1215032"/>
                  </a:lnTo>
                  <a:lnTo>
                    <a:pt x="1774099" y="1176932"/>
                  </a:lnTo>
                  <a:lnTo>
                    <a:pt x="1812199" y="1176932"/>
                  </a:lnTo>
                  <a:lnTo>
                    <a:pt x="1812199" y="1215032"/>
                  </a:lnTo>
                  <a:close/>
                </a:path>
                <a:path w="3729990" h="1215390">
                  <a:moveTo>
                    <a:pt x="1735999" y="1215032"/>
                  </a:moveTo>
                  <a:lnTo>
                    <a:pt x="1697899" y="1215032"/>
                  </a:lnTo>
                  <a:lnTo>
                    <a:pt x="1697899" y="1176932"/>
                  </a:lnTo>
                  <a:lnTo>
                    <a:pt x="1735999" y="1176932"/>
                  </a:lnTo>
                  <a:lnTo>
                    <a:pt x="1735999" y="1215032"/>
                  </a:lnTo>
                  <a:close/>
                </a:path>
                <a:path w="3729990" h="1215390">
                  <a:moveTo>
                    <a:pt x="1659799" y="1215032"/>
                  </a:moveTo>
                  <a:lnTo>
                    <a:pt x="1621699" y="1215032"/>
                  </a:lnTo>
                  <a:lnTo>
                    <a:pt x="1621699" y="1176932"/>
                  </a:lnTo>
                  <a:lnTo>
                    <a:pt x="1659799" y="1176932"/>
                  </a:lnTo>
                  <a:lnTo>
                    <a:pt x="1659799" y="1215032"/>
                  </a:lnTo>
                  <a:close/>
                </a:path>
                <a:path w="3729990" h="1215390">
                  <a:moveTo>
                    <a:pt x="1583599" y="1215032"/>
                  </a:moveTo>
                  <a:lnTo>
                    <a:pt x="1545499" y="1215032"/>
                  </a:lnTo>
                  <a:lnTo>
                    <a:pt x="1545499" y="1176932"/>
                  </a:lnTo>
                  <a:lnTo>
                    <a:pt x="1583599" y="1176932"/>
                  </a:lnTo>
                  <a:lnTo>
                    <a:pt x="1583599" y="1215032"/>
                  </a:lnTo>
                  <a:close/>
                </a:path>
                <a:path w="3729990" h="1215390">
                  <a:moveTo>
                    <a:pt x="1507399" y="1215032"/>
                  </a:moveTo>
                  <a:lnTo>
                    <a:pt x="1469299" y="1215032"/>
                  </a:lnTo>
                  <a:lnTo>
                    <a:pt x="1469299" y="1176932"/>
                  </a:lnTo>
                  <a:lnTo>
                    <a:pt x="1507399" y="1176932"/>
                  </a:lnTo>
                  <a:lnTo>
                    <a:pt x="1507399" y="1215032"/>
                  </a:lnTo>
                  <a:close/>
                </a:path>
                <a:path w="3729990" h="1215390">
                  <a:moveTo>
                    <a:pt x="1431199" y="1215032"/>
                  </a:moveTo>
                  <a:lnTo>
                    <a:pt x="1393099" y="1215032"/>
                  </a:lnTo>
                  <a:lnTo>
                    <a:pt x="1393099" y="1176932"/>
                  </a:lnTo>
                  <a:lnTo>
                    <a:pt x="1431199" y="1176932"/>
                  </a:lnTo>
                  <a:lnTo>
                    <a:pt x="1431199" y="1215032"/>
                  </a:lnTo>
                  <a:close/>
                </a:path>
                <a:path w="3729990" h="1215390">
                  <a:moveTo>
                    <a:pt x="1354999" y="1215032"/>
                  </a:moveTo>
                  <a:lnTo>
                    <a:pt x="1316899" y="1215032"/>
                  </a:lnTo>
                  <a:lnTo>
                    <a:pt x="1316899" y="1176932"/>
                  </a:lnTo>
                  <a:lnTo>
                    <a:pt x="1354999" y="1176932"/>
                  </a:lnTo>
                  <a:lnTo>
                    <a:pt x="1354999" y="1215032"/>
                  </a:lnTo>
                  <a:close/>
                </a:path>
                <a:path w="3729990" h="1215390">
                  <a:moveTo>
                    <a:pt x="1278799" y="1215032"/>
                  </a:moveTo>
                  <a:lnTo>
                    <a:pt x="1240699" y="1215032"/>
                  </a:lnTo>
                  <a:lnTo>
                    <a:pt x="1240699" y="1176932"/>
                  </a:lnTo>
                  <a:lnTo>
                    <a:pt x="1278799" y="1176932"/>
                  </a:lnTo>
                  <a:lnTo>
                    <a:pt x="1278799" y="1215032"/>
                  </a:lnTo>
                  <a:close/>
                </a:path>
                <a:path w="3729990" h="1215390">
                  <a:moveTo>
                    <a:pt x="1202599" y="1215032"/>
                  </a:moveTo>
                  <a:lnTo>
                    <a:pt x="1164499" y="1215032"/>
                  </a:lnTo>
                  <a:lnTo>
                    <a:pt x="1164499" y="1176932"/>
                  </a:lnTo>
                  <a:lnTo>
                    <a:pt x="1202599" y="1176932"/>
                  </a:lnTo>
                  <a:lnTo>
                    <a:pt x="1202599" y="1215032"/>
                  </a:lnTo>
                  <a:close/>
                </a:path>
                <a:path w="3729990" h="1215390">
                  <a:moveTo>
                    <a:pt x="1126399" y="1215032"/>
                  </a:moveTo>
                  <a:lnTo>
                    <a:pt x="1088299" y="1215032"/>
                  </a:lnTo>
                  <a:lnTo>
                    <a:pt x="1088299" y="1176932"/>
                  </a:lnTo>
                  <a:lnTo>
                    <a:pt x="1126399" y="1176932"/>
                  </a:lnTo>
                  <a:lnTo>
                    <a:pt x="1126399" y="1215032"/>
                  </a:lnTo>
                  <a:close/>
                </a:path>
                <a:path w="3729990" h="1215390">
                  <a:moveTo>
                    <a:pt x="1050199" y="1215032"/>
                  </a:moveTo>
                  <a:lnTo>
                    <a:pt x="1012099" y="1215032"/>
                  </a:lnTo>
                  <a:lnTo>
                    <a:pt x="1012099" y="1176932"/>
                  </a:lnTo>
                  <a:lnTo>
                    <a:pt x="1050199" y="1176932"/>
                  </a:lnTo>
                  <a:lnTo>
                    <a:pt x="1050199" y="1215032"/>
                  </a:lnTo>
                  <a:close/>
                </a:path>
                <a:path w="3729990" h="1215390">
                  <a:moveTo>
                    <a:pt x="973999" y="1215032"/>
                  </a:moveTo>
                  <a:lnTo>
                    <a:pt x="935899" y="1215032"/>
                  </a:lnTo>
                  <a:lnTo>
                    <a:pt x="935899" y="1176932"/>
                  </a:lnTo>
                  <a:lnTo>
                    <a:pt x="973999" y="1176932"/>
                  </a:lnTo>
                  <a:lnTo>
                    <a:pt x="973999" y="1215032"/>
                  </a:lnTo>
                  <a:close/>
                </a:path>
                <a:path w="3729990" h="1215390">
                  <a:moveTo>
                    <a:pt x="897799" y="1215032"/>
                  </a:moveTo>
                  <a:lnTo>
                    <a:pt x="859699" y="1215032"/>
                  </a:lnTo>
                  <a:lnTo>
                    <a:pt x="859699" y="1176932"/>
                  </a:lnTo>
                  <a:lnTo>
                    <a:pt x="897799" y="1176932"/>
                  </a:lnTo>
                  <a:lnTo>
                    <a:pt x="897799" y="1215032"/>
                  </a:lnTo>
                  <a:close/>
                </a:path>
                <a:path w="3729990" h="1215390">
                  <a:moveTo>
                    <a:pt x="821599" y="1215032"/>
                  </a:moveTo>
                  <a:lnTo>
                    <a:pt x="783499" y="1215032"/>
                  </a:lnTo>
                  <a:lnTo>
                    <a:pt x="783499" y="1176932"/>
                  </a:lnTo>
                  <a:lnTo>
                    <a:pt x="821599" y="1176932"/>
                  </a:lnTo>
                  <a:lnTo>
                    <a:pt x="821599" y="1215032"/>
                  </a:lnTo>
                  <a:close/>
                </a:path>
                <a:path w="3729990" h="1215390">
                  <a:moveTo>
                    <a:pt x="745399" y="1215032"/>
                  </a:moveTo>
                  <a:lnTo>
                    <a:pt x="707299" y="1215032"/>
                  </a:lnTo>
                  <a:lnTo>
                    <a:pt x="707299" y="1176932"/>
                  </a:lnTo>
                  <a:lnTo>
                    <a:pt x="745399" y="1176932"/>
                  </a:lnTo>
                  <a:lnTo>
                    <a:pt x="745399" y="1215032"/>
                  </a:lnTo>
                  <a:close/>
                </a:path>
                <a:path w="3729990" h="1215390">
                  <a:moveTo>
                    <a:pt x="669199" y="1215032"/>
                  </a:moveTo>
                  <a:lnTo>
                    <a:pt x="631099" y="1215032"/>
                  </a:lnTo>
                  <a:lnTo>
                    <a:pt x="631099" y="1176932"/>
                  </a:lnTo>
                  <a:lnTo>
                    <a:pt x="669199" y="1176932"/>
                  </a:lnTo>
                  <a:lnTo>
                    <a:pt x="669199" y="1215032"/>
                  </a:lnTo>
                  <a:close/>
                </a:path>
                <a:path w="3729990" h="1215390">
                  <a:moveTo>
                    <a:pt x="592999" y="1215032"/>
                  </a:moveTo>
                  <a:lnTo>
                    <a:pt x="554899" y="1215032"/>
                  </a:lnTo>
                  <a:lnTo>
                    <a:pt x="554899" y="1176932"/>
                  </a:lnTo>
                  <a:lnTo>
                    <a:pt x="592999" y="1176932"/>
                  </a:lnTo>
                  <a:lnTo>
                    <a:pt x="592999" y="1215032"/>
                  </a:lnTo>
                  <a:close/>
                </a:path>
                <a:path w="3729990" h="1215390">
                  <a:moveTo>
                    <a:pt x="516799" y="1215032"/>
                  </a:moveTo>
                  <a:lnTo>
                    <a:pt x="478699" y="1215032"/>
                  </a:lnTo>
                  <a:lnTo>
                    <a:pt x="478699" y="1176932"/>
                  </a:lnTo>
                  <a:lnTo>
                    <a:pt x="516799" y="1176932"/>
                  </a:lnTo>
                  <a:lnTo>
                    <a:pt x="516799" y="1215032"/>
                  </a:lnTo>
                  <a:close/>
                </a:path>
                <a:path w="3729990" h="1215390">
                  <a:moveTo>
                    <a:pt x="440599" y="1215032"/>
                  </a:moveTo>
                  <a:lnTo>
                    <a:pt x="402499" y="1215032"/>
                  </a:lnTo>
                  <a:lnTo>
                    <a:pt x="402499" y="1176932"/>
                  </a:lnTo>
                  <a:lnTo>
                    <a:pt x="440599" y="1176932"/>
                  </a:lnTo>
                  <a:lnTo>
                    <a:pt x="440599" y="1215032"/>
                  </a:lnTo>
                  <a:close/>
                </a:path>
                <a:path w="3729990" h="1215390">
                  <a:moveTo>
                    <a:pt x="364399" y="1215032"/>
                  </a:moveTo>
                  <a:lnTo>
                    <a:pt x="326299" y="1215032"/>
                  </a:lnTo>
                  <a:lnTo>
                    <a:pt x="326299" y="1176932"/>
                  </a:lnTo>
                  <a:lnTo>
                    <a:pt x="364399" y="1176932"/>
                  </a:lnTo>
                  <a:lnTo>
                    <a:pt x="364399" y="1215032"/>
                  </a:lnTo>
                  <a:close/>
                </a:path>
                <a:path w="3729990" h="1215390">
                  <a:moveTo>
                    <a:pt x="288199" y="1215032"/>
                  </a:moveTo>
                  <a:lnTo>
                    <a:pt x="250099" y="1215032"/>
                  </a:lnTo>
                  <a:lnTo>
                    <a:pt x="250099" y="1176932"/>
                  </a:lnTo>
                  <a:lnTo>
                    <a:pt x="288199" y="1176932"/>
                  </a:lnTo>
                  <a:lnTo>
                    <a:pt x="288199" y="1215032"/>
                  </a:lnTo>
                  <a:close/>
                </a:path>
                <a:path w="3729990" h="1215390">
                  <a:moveTo>
                    <a:pt x="211999" y="1215032"/>
                  </a:moveTo>
                  <a:lnTo>
                    <a:pt x="173899" y="1215032"/>
                  </a:lnTo>
                  <a:lnTo>
                    <a:pt x="173899" y="1176932"/>
                  </a:lnTo>
                  <a:lnTo>
                    <a:pt x="211999" y="1176932"/>
                  </a:lnTo>
                  <a:lnTo>
                    <a:pt x="211999" y="1215032"/>
                  </a:lnTo>
                  <a:close/>
                </a:path>
                <a:path w="3729990" h="1215390">
                  <a:moveTo>
                    <a:pt x="135799" y="1215032"/>
                  </a:moveTo>
                  <a:lnTo>
                    <a:pt x="123813" y="1215032"/>
                  </a:lnTo>
                  <a:lnTo>
                    <a:pt x="99545" y="1212631"/>
                  </a:lnTo>
                  <a:lnTo>
                    <a:pt x="97656" y="1212057"/>
                  </a:lnTo>
                  <a:lnTo>
                    <a:pt x="105680" y="1174993"/>
                  </a:lnTo>
                  <a:lnTo>
                    <a:pt x="111652" y="1176286"/>
                  </a:lnTo>
                  <a:lnTo>
                    <a:pt x="117697" y="1176932"/>
                  </a:lnTo>
                  <a:lnTo>
                    <a:pt x="135799" y="1176932"/>
                  </a:lnTo>
                  <a:lnTo>
                    <a:pt x="135799" y="1215032"/>
                  </a:lnTo>
                  <a:close/>
                </a:path>
                <a:path w="3729990" h="1215390">
                  <a:moveTo>
                    <a:pt x="62422" y="1198128"/>
                  </a:moveTo>
                  <a:lnTo>
                    <a:pt x="55121" y="1194230"/>
                  </a:lnTo>
                  <a:lnTo>
                    <a:pt x="36264" y="1178768"/>
                  </a:lnTo>
                  <a:lnTo>
                    <a:pt x="32587" y="1174284"/>
                  </a:lnTo>
                  <a:lnTo>
                    <a:pt x="60435" y="1148926"/>
                  </a:lnTo>
                  <a:lnTo>
                    <a:pt x="61335" y="1149914"/>
                  </a:lnTo>
                  <a:lnTo>
                    <a:pt x="62258" y="1150881"/>
                  </a:lnTo>
                  <a:lnTo>
                    <a:pt x="68573" y="1157196"/>
                  </a:lnTo>
                  <a:lnTo>
                    <a:pt x="74548" y="1161770"/>
                  </a:lnTo>
                  <a:lnTo>
                    <a:pt x="81129" y="1165549"/>
                  </a:lnTo>
                  <a:lnTo>
                    <a:pt x="62422" y="1198128"/>
                  </a:lnTo>
                  <a:close/>
                </a:path>
                <a:path w="3729990" h="1215390">
                  <a:moveTo>
                    <a:pt x="11555" y="1142591"/>
                  </a:moveTo>
                  <a:lnTo>
                    <a:pt x="9424" y="1138600"/>
                  </a:lnTo>
                  <a:lnTo>
                    <a:pt x="2401" y="1115487"/>
                  </a:lnTo>
                  <a:lnTo>
                    <a:pt x="1466" y="1106045"/>
                  </a:lnTo>
                  <a:lnTo>
                    <a:pt x="38721" y="1101531"/>
                  </a:lnTo>
                  <a:lnTo>
                    <a:pt x="39769" y="1108077"/>
                  </a:lnTo>
                  <a:lnTo>
                    <a:pt x="41311" y="1114485"/>
                  </a:lnTo>
                  <a:lnTo>
                    <a:pt x="43345" y="1120755"/>
                  </a:lnTo>
                  <a:lnTo>
                    <a:pt x="45873" y="1126886"/>
                  </a:lnTo>
                  <a:lnTo>
                    <a:pt x="11555" y="1142591"/>
                  </a:lnTo>
                  <a:close/>
                </a:path>
                <a:path w="3729990" h="1215390">
                  <a:moveTo>
                    <a:pt x="38099" y="1067843"/>
                  </a:moveTo>
                  <a:lnTo>
                    <a:pt x="0" y="1067843"/>
                  </a:lnTo>
                  <a:lnTo>
                    <a:pt x="0" y="1029743"/>
                  </a:lnTo>
                  <a:lnTo>
                    <a:pt x="38099" y="1029743"/>
                  </a:lnTo>
                  <a:lnTo>
                    <a:pt x="38099" y="1067843"/>
                  </a:lnTo>
                  <a:close/>
                </a:path>
                <a:path w="3729990" h="1215390">
                  <a:moveTo>
                    <a:pt x="38099" y="991643"/>
                  </a:moveTo>
                  <a:lnTo>
                    <a:pt x="0" y="991643"/>
                  </a:lnTo>
                  <a:lnTo>
                    <a:pt x="0" y="953543"/>
                  </a:lnTo>
                  <a:lnTo>
                    <a:pt x="38099" y="953543"/>
                  </a:lnTo>
                  <a:lnTo>
                    <a:pt x="38099" y="991643"/>
                  </a:lnTo>
                  <a:close/>
                </a:path>
                <a:path w="3729990" h="1215390">
                  <a:moveTo>
                    <a:pt x="38099" y="915443"/>
                  </a:moveTo>
                  <a:lnTo>
                    <a:pt x="0" y="915443"/>
                  </a:lnTo>
                  <a:lnTo>
                    <a:pt x="0" y="877343"/>
                  </a:lnTo>
                  <a:lnTo>
                    <a:pt x="38099" y="877343"/>
                  </a:lnTo>
                  <a:lnTo>
                    <a:pt x="38099" y="915443"/>
                  </a:lnTo>
                  <a:close/>
                </a:path>
                <a:path w="3729990" h="1215390">
                  <a:moveTo>
                    <a:pt x="38099" y="839243"/>
                  </a:moveTo>
                  <a:lnTo>
                    <a:pt x="0" y="839243"/>
                  </a:lnTo>
                  <a:lnTo>
                    <a:pt x="0" y="801143"/>
                  </a:lnTo>
                  <a:lnTo>
                    <a:pt x="38099" y="801143"/>
                  </a:lnTo>
                  <a:lnTo>
                    <a:pt x="38099" y="839243"/>
                  </a:lnTo>
                  <a:close/>
                </a:path>
                <a:path w="3729990" h="1215390">
                  <a:moveTo>
                    <a:pt x="38099" y="763043"/>
                  </a:moveTo>
                  <a:lnTo>
                    <a:pt x="0" y="763043"/>
                  </a:lnTo>
                  <a:lnTo>
                    <a:pt x="0" y="724943"/>
                  </a:lnTo>
                  <a:lnTo>
                    <a:pt x="38099" y="724943"/>
                  </a:lnTo>
                  <a:lnTo>
                    <a:pt x="38099" y="763043"/>
                  </a:lnTo>
                  <a:close/>
                </a:path>
                <a:path w="3729990" h="1215390">
                  <a:moveTo>
                    <a:pt x="38099" y="686843"/>
                  </a:moveTo>
                  <a:lnTo>
                    <a:pt x="0" y="686843"/>
                  </a:lnTo>
                  <a:lnTo>
                    <a:pt x="0" y="648743"/>
                  </a:lnTo>
                  <a:lnTo>
                    <a:pt x="38099" y="648743"/>
                  </a:lnTo>
                  <a:lnTo>
                    <a:pt x="38099" y="686843"/>
                  </a:lnTo>
                  <a:close/>
                </a:path>
                <a:path w="3729990" h="1215390">
                  <a:moveTo>
                    <a:pt x="38099" y="610643"/>
                  </a:moveTo>
                  <a:lnTo>
                    <a:pt x="0" y="610643"/>
                  </a:lnTo>
                  <a:lnTo>
                    <a:pt x="0" y="572543"/>
                  </a:lnTo>
                  <a:lnTo>
                    <a:pt x="38099" y="572543"/>
                  </a:lnTo>
                  <a:lnTo>
                    <a:pt x="38099" y="610643"/>
                  </a:lnTo>
                  <a:close/>
                </a:path>
                <a:path w="3729990" h="1215390">
                  <a:moveTo>
                    <a:pt x="38099" y="534443"/>
                  </a:moveTo>
                  <a:lnTo>
                    <a:pt x="0" y="534443"/>
                  </a:lnTo>
                  <a:lnTo>
                    <a:pt x="0" y="496343"/>
                  </a:lnTo>
                  <a:lnTo>
                    <a:pt x="38099" y="496343"/>
                  </a:lnTo>
                  <a:lnTo>
                    <a:pt x="38099" y="534443"/>
                  </a:lnTo>
                  <a:close/>
                </a:path>
                <a:path w="3729990" h="1215390">
                  <a:moveTo>
                    <a:pt x="38099" y="458243"/>
                  </a:moveTo>
                  <a:lnTo>
                    <a:pt x="0" y="458243"/>
                  </a:lnTo>
                  <a:lnTo>
                    <a:pt x="0" y="420143"/>
                  </a:lnTo>
                  <a:lnTo>
                    <a:pt x="38099" y="420143"/>
                  </a:lnTo>
                  <a:lnTo>
                    <a:pt x="38099" y="458243"/>
                  </a:lnTo>
                  <a:close/>
                </a:path>
                <a:path w="3729990" h="1215390">
                  <a:moveTo>
                    <a:pt x="38099" y="382043"/>
                  </a:moveTo>
                  <a:lnTo>
                    <a:pt x="0" y="382043"/>
                  </a:lnTo>
                  <a:lnTo>
                    <a:pt x="0" y="343943"/>
                  </a:lnTo>
                  <a:lnTo>
                    <a:pt x="38099" y="343943"/>
                  </a:lnTo>
                  <a:lnTo>
                    <a:pt x="38099" y="382043"/>
                  </a:lnTo>
                  <a:close/>
                </a:path>
                <a:path w="3729990" h="1215390">
                  <a:moveTo>
                    <a:pt x="38099" y="305843"/>
                  </a:moveTo>
                  <a:lnTo>
                    <a:pt x="0" y="305843"/>
                  </a:lnTo>
                  <a:lnTo>
                    <a:pt x="0" y="267743"/>
                  </a:lnTo>
                  <a:lnTo>
                    <a:pt x="38099" y="267743"/>
                  </a:lnTo>
                  <a:lnTo>
                    <a:pt x="38099" y="305843"/>
                  </a:lnTo>
                  <a:close/>
                </a:path>
                <a:path w="3729990" h="1215390">
                  <a:moveTo>
                    <a:pt x="38099" y="229643"/>
                  </a:moveTo>
                  <a:lnTo>
                    <a:pt x="0" y="229643"/>
                  </a:lnTo>
                  <a:lnTo>
                    <a:pt x="0" y="191543"/>
                  </a:lnTo>
                  <a:lnTo>
                    <a:pt x="38099" y="191543"/>
                  </a:lnTo>
                  <a:lnTo>
                    <a:pt x="38099" y="229643"/>
                  </a:lnTo>
                  <a:close/>
                </a:path>
                <a:path w="3729990" h="1215390">
                  <a:moveTo>
                    <a:pt x="38099" y="153443"/>
                  </a:moveTo>
                  <a:lnTo>
                    <a:pt x="0" y="153443"/>
                  </a:lnTo>
                  <a:lnTo>
                    <a:pt x="0" y="123813"/>
                  </a:lnTo>
                  <a:lnTo>
                    <a:pt x="847" y="115251"/>
                  </a:lnTo>
                  <a:lnTo>
                    <a:pt x="38306" y="117858"/>
                  </a:lnTo>
                  <a:lnTo>
                    <a:pt x="38168" y="119839"/>
                  </a:lnTo>
                  <a:lnTo>
                    <a:pt x="38099" y="153443"/>
                  </a:lnTo>
                  <a:close/>
                </a:path>
                <a:path w="3729990" h="1215390">
                  <a:moveTo>
                    <a:pt x="77418" y="51740"/>
                  </a:moveTo>
                  <a:lnTo>
                    <a:pt x="56895" y="19855"/>
                  </a:lnTo>
                  <a:lnTo>
                    <a:pt x="76431" y="9424"/>
                  </a:lnTo>
                  <a:lnTo>
                    <a:pt x="91661" y="4796"/>
                  </a:lnTo>
                  <a:lnTo>
                    <a:pt x="101460" y="41065"/>
                  </a:lnTo>
                  <a:lnTo>
                    <a:pt x="95139" y="43034"/>
                  </a:lnTo>
                  <a:lnTo>
                    <a:pt x="89024" y="45469"/>
                  </a:lnTo>
                  <a:lnTo>
                    <a:pt x="83118" y="48372"/>
                  </a:lnTo>
                  <a:lnTo>
                    <a:pt x="77418" y="51740"/>
                  </a:lnTo>
                  <a:close/>
                </a:path>
                <a:path w="3729990" h="1215390">
                  <a:moveTo>
                    <a:pt x="44170" y="92128"/>
                  </a:moveTo>
                  <a:lnTo>
                    <a:pt x="8916" y="78103"/>
                  </a:lnTo>
                  <a:lnTo>
                    <a:pt x="9424" y="76431"/>
                  </a:lnTo>
                  <a:lnTo>
                    <a:pt x="20802" y="55121"/>
                  </a:lnTo>
                  <a:lnTo>
                    <a:pt x="28586" y="45628"/>
                  </a:lnTo>
                  <a:lnTo>
                    <a:pt x="57566" y="69423"/>
                  </a:lnTo>
                  <a:lnTo>
                    <a:pt x="53555" y="74707"/>
                  </a:lnTo>
                  <a:lnTo>
                    <a:pt x="49986" y="80253"/>
                  </a:lnTo>
                  <a:lnTo>
                    <a:pt x="46857" y="86060"/>
                  </a:lnTo>
                  <a:lnTo>
                    <a:pt x="44170" y="92128"/>
                  </a:lnTo>
                  <a:close/>
                </a:path>
                <a:path w="3729990" h="1215390">
                  <a:moveTo>
                    <a:pt x="161912" y="38099"/>
                  </a:moveTo>
                  <a:lnTo>
                    <a:pt x="123812" y="38099"/>
                  </a:lnTo>
                  <a:lnTo>
                    <a:pt x="123812" y="0"/>
                  </a:lnTo>
                  <a:lnTo>
                    <a:pt x="161912" y="0"/>
                  </a:lnTo>
                  <a:lnTo>
                    <a:pt x="161912" y="38099"/>
                  </a:lnTo>
                  <a:close/>
                </a:path>
              </a:pathLst>
            </a:custGeom>
            <a:solidFill>
              <a:srgbClr val="CF903C"/>
            </a:solidFill>
          </p:spPr>
          <p:txBody>
            <a:bodyPr wrap="square" lIns="0" tIns="0" rIns="0" bIns="0" rtlCol="0"/>
            <a:lstStyle/>
            <a:p>
              <a:endParaRPr/>
            </a:p>
          </p:txBody>
        </p:sp>
      </p:grpSp>
      <p:pic>
        <p:nvPicPr>
          <p:cNvPr id="11" name="object 11"/>
          <p:cNvPicPr/>
          <p:nvPr/>
        </p:nvPicPr>
        <p:blipFill>
          <a:blip r:embed="rId3" cstate="print"/>
          <a:stretch>
            <a:fillRect/>
          </a:stretch>
        </p:blipFill>
        <p:spPr>
          <a:xfrm>
            <a:off x="14048686" y="8665471"/>
            <a:ext cx="448470" cy="1009067"/>
          </a:xfrm>
          <a:prstGeom prst="rect">
            <a:avLst/>
          </a:prstGeom>
        </p:spPr>
      </p:pic>
      <p:grpSp>
        <p:nvGrpSpPr>
          <p:cNvPr id="16" name="object 16"/>
          <p:cNvGrpSpPr/>
          <p:nvPr/>
        </p:nvGrpSpPr>
        <p:grpSpPr>
          <a:xfrm>
            <a:off x="339028" y="3483766"/>
            <a:ext cx="9341860" cy="1606660"/>
            <a:chOff x="339028" y="3483766"/>
            <a:chExt cx="9341860" cy="1606660"/>
          </a:xfrm>
        </p:grpSpPr>
        <p:sp>
          <p:nvSpPr>
            <p:cNvPr id="17" name="object 17"/>
            <p:cNvSpPr/>
            <p:nvPr/>
          </p:nvSpPr>
          <p:spPr>
            <a:xfrm>
              <a:off x="1137491" y="4718239"/>
              <a:ext cx="1377950" cy="248920"/>
            </a:xfrm>
            <a:custGeom>
              <a:avLst/>
              <a:gdLst/>
              <a:ahLst/>
              <a:cxnLst/>
              <a:rect l="l" t="t" r="r" b="b"/>
              <a:pathLst>
                <a:path w="1377950" h="248920">
                  <a:moveTo>
                    <a:pt x="64853" y="186785"/>
                  </a:moveTo>
                  <a:lnTo>
                    <a:pt x="36926" y="160266"/>
                  </a:lnTo>
                  <a:lnTo>
                    <a:pt x="16173" y="128254"/>
                  </a:lnTo>
                  <a:lnTo>
                    <a:pt x="1255" y="75970"/>
                  </a:lnTo>
                  <a:lnTo>
                    <a:pt x="0" y="45555"/>
                  </a:lnTo>
                  <a:lnTo>
                    <a:pt x="3341" y="12134"/>
                  </a:lnTo>
                  <a:lnTo>
                    <a:pt x="4500" y="4734"/>
                  </a:lnTo>
                  <a:lnTo>
                    <a:pt x="11354" y="0"/>
                  </a:lnTo>
                  <a:lnTo>
                    <a:pt x="18761" y="1172"/>
                  </a:lnTo>
                  <a:lnTo>
                    <a:pt x="26021" y="2543"/>
                  </a:lnTo>
                  <a:lnTo>
                    <a:pt x="30970" y="9549"/>
                  </a:lnTo>
                  <a:lnTo>
                    <a:pt x="29811" y="16949"/>
                  </a:lnTo>
                  <a:lnTo>
                    <a:pt x="26763" y="45629"/>
                  </a:lnTo>
                  <a:lnTo>
                    <a:pt x="32203" y="95434"/>
                  </a:lnTo>
                  <a:lnTo>
                    <a:pt x="58450" y="144328"/>
                  </a:lnTo>
                  <a:lnTo>
                    <a:pt x="112607" y="185160"/>
                  </a:lnTo>
                  <a:lnTo>
                    <a:pt x="196771" y="212354"/>
                  </a:lnTo>
                  <a:lnTo>
                    <a:pt x="250871" y="219808"/>
                  </a:lnTo>
                  <a:lnTo>
                    <a:pt x="307185" y="222373"/>
                  </a:lnTo>
                  <a:lnTo>
                    <a:pt x="363875" y="220765"/>
                  </a:lnTo>
                  <a:lnTo>
                    <a:pt x="419103" y="215703"/>
                  </a:lnTo>
                  <a:lnTo>
                    <a:pt x="471031" y="207903"/>
                  </a:lnTo>
                  <a:lnTo>
                    <a:pt x="517820" y="198082"/>
                  </a:lnTo>
                  <a:lnTo>
                    <a:pt x="557633" y="186959"/>
                  </a:lnTo>
                  <a:lnTo>
                    <a:pt x="610912" y="167540"/>
                  </a:lnTo>
                  <a:lnTo>
                    <a:pt x="662106" y="145431"/>
                  </a:lnTo>
                  <a:lnTo>
                    <a:pt x="711730" y="121895"/>
                  </a:lnTo>
                  <a:lnTo>
                    <a:pt x="760301" y="98194"/>
                  </a:lnTo>
                  <a:lnTo>
                    <a:pt x="808335" y="75593"/>
                  </a:lnTo>
                  <a:lnTo>
                    <a:pt x="856348" y="55354"/>
                  </a:lnTo>
                  <a:lnTo>
                    <a:pt x="899286" y="40233"/>
                  </a:lnTo>
                  <a:lnTo>
                    <a:pt x="942918" y="28688"/>
                  </a:lnTo>
                  <a:lnTo>
                    <a:pt x="987582" y="21522"/>
                  </a:lnTo>
                  <a:lnTo>
                    <a:pt x="1033612" y="19537"/>
                  </a:lnTo>
                  <a:lnTo>
                    <a:pt x="1081343" y="23537"/>
                  </a:lnTo>
                  <a:lnTo>
                    <a:pt x="1131112" y="34325"/>
                  </a:lnTo>
                  <a:lnTo>
                    <a:pt x="1183255" y="52703"/>
                  </a:lnTo>
                  <a:lnTo>
                    <a:pt x="1226272" y="72803"/>
                  </a:lnTo>
                  <a:lnTo>
                    <a:pt x="1267210" y="96703"/>
                  </a:lnTo>
                  <a:lnTo>
                    <a:pt x="1304883" y="124960"/>
                  </a:lnTo>
                  <a:lnTo>
                    <a:pt x="1338102" y="158136"/>
                  </a:lnTo>
                  <a:lnTo>
                    <a:pt x="1330218" y="129107"/>
                  </a:lnTo>
                  <a:lnTo>
                    <a:pt x="1320791" y="100575"/>
                  </a:lnTo>
                  <a:lnTo>
                    <a:pt x="1309439" y="72862"/>
                  </a:lnTo>
                  <a:lnTo>
                    <a:pt x="1295784" y="46290"/>
                  </a:lnTo>
                  <a:lnTo>
                    <a:pt x="1291974" y="39817"/>
                  </a:lnTo>
                  <a:lnTo>
                    <a:pt x="1294260" y="31719"/>
                  </a:lnTo>
                  <a:lnTo>
                    <a:pt x="1307199" y="24127"/>
                  </a:lnTo>
                  <a:lnTo>
                    <a:pt x="1315306" y="26428"/>
                  </a:lnTo>
                  <a:lnTo>
                    <a:pt x="1319117" y="32901"/>
                  </a:lnTo>
                  <a:lnTo>
                    <a:pt x="1335363" y="64872"/>
                  </a:lnTo>
                  <a:lnTo>
                    <a:pt x="1348564" y="98211"/>
                  </a:lnTo>
                  <a:lnTo>
                    <a:pt x="1359352" y="132410"/>
                  </a:lnTo>
                  <a:lnTo>
                    <a:pt x="1370486" y="175050"/>
                  </a:lnTo>
                  <a:lnTo>
                    <a:pt x="1373195" y="184886"/>
                  </a:lnTo>
                  <a:lnTo>
                    <a:pt x="1375726" y="195508"/>
                  </a:lnTo>
                  <a:lnTo>
                    <a:pt x="1377322" y="205958"/>
                  </a:lnTo>
                  <a:lnTo>
                    <a:pt x="1377898" y="214329"/>
                  </a:lnTo>
                  <a:lnTo>
                    <a:pt x="1376938" y="221874"/>
                  </a:lnTo>
                  <a:lnTo>
                    <a:pt x="1374084" y="227415"/>
                  </a:lnTo>
                  <a:lnTo>
                    <a:pt x="1370845" y="233895"/>
                  </a:lnTo>
                  <a:lnTo>
                    <a:pt x="1365835" y="235708"/>
                  </a:lnTo>
                  <a:lnTo>
                    <a:pt x="1358242" y="235621"/>
                  </a:lnTo>
                  <a:lnTo>
                    <a:pt x="1355672" y="234952"/>
                  </a:lnTo>
                  <a:lnTo>
                    <a:pt x="1351262" y="232622"/>
                  </a:lnTo>
                  <a:lnTo>
                    <a:pt x="1347634" y="229646"/>
                  </a:lnTo>
                  <a:lnTo>
                    <a:pt x="1346641" y="228914"/>
                  </a:lnTo>
                  <a:lnTo>
                    <a:pt x="1288875" y="207189"/>
                  </a:lnTo>
                  <a:lnTo>
                    <a:pt x="1220886" y="189644"/>
                  </a:lnTo>
                  <a:lnTo>
                    <a:pt x="1179682" y="184867"/>
                  </a:lnTo>
                  <a:lnTo>
                    <a:pt x="1174096" y="178310"/>
                  </a:lnTo>
                  <a:lnTo>
                    <a:pt x="1175036" y="163719"/>
                  </a:lnTo>
                  <a:lnTo>
                    <a:pt x="1181587" y="158149"/>
                  </a:lnTo>
                  <a:lnTo>
                    <a:pt x="1188887" y="158633"/>
                  </a:lnTo>
                  <a:lnTo>
                    <a:pt x="1224794" y="163092"/>
                  </a:lnTo>
                  <a:lnTo>
                    <a:pt x="1261062" y="170998"/>
                  </a:lnTo>
                  <a:lnTo>
                    <a:pt x="1296738" y="181504"/>
                  </a:lnTo>
                  <a:lnTo>
                    <a:pt x="1330863" y="193764"/>
                  </a:lnTo>
                  <a:lnTo>
                    <a:pt x="1331407" y="193859"/>
                  </a:lnTo>
                  <a:lnTo>
                    <a:pt x="1332002" y="194297"/>
                  </a:lnTo>
                  <a:lnTo>
                    <a:pt x="1332546" y="194391"/>
                  </a:lnTo>
                  <a:lnTo>
                    <a:pt x="1300210" y="156408"/>
                  </a:lnTo>
                  <a:lnTo>
                    <a:pt x="1261740" y="124884"/>
                  </a:lnTo>
                  <a:lnTo>
                    <a:pt x="1218861" y="98882"/>
                  </a:lnTo>
                  <a:lnTo>
                    <a:pt x="1173296" y="77466"/>
                  </a:lnTo>
                  <a:lnTo>
                    <a:pt x="1116448" y="58093"/>
                  </a:lnTo>
                  <a:lnTo>
                    <a:pt x="1062547" y="48284"/>
                  </a:lnTo>
                  <a:lnTo>
                    <a:pt x="1011097" y="46818"/>
                  </a:lnTo>
                  <a:lnTo>
                    <a:pt x="961604" y="52472"/>
                  </a:lnTo>
                  <a:lnTo>
                    <a:pt x="913571" y="64024"/>
                  </a:lnTo>
                  <a:lnTo>
                    <a:pt x="866503" y="80251"/>
                  </a:lnTo>
                  <a:lnTo>
                    <a:pt x="818240" y="100590"/>
                  </a:lnTo>
                  <a:lnTo>
                    <a:pt x="769952" y="123253"/>
                  </a:lnTo>
                  <a:lnTo>
                    <a:pt x="721123" y="146996"/>
                  </a:lnTo>
                  <a:lnTo>
                    <a:pt x="671241" y="170574"/>
                  </a:lnTo>
                  <a:lnTo>
                    <a:pt x="619792" y="192745"/>
                  </a:lnTo>
                  <a:lnTo>
                    <a:pt x="566263" y="212263"/>
                  </a:lnTo>
                  <a:lnTo>
                    <a:pt x="487405" y="231906"/>
                  </a:lnTo>
                  <a:lnTo>
                    <a:pt x="440473" y="239650"/>
                  </a:lnTo>
                  <a:lnTo>
                    <a:pt x="390325" y="245320"/>
                  </a:lnTo>
                  <a:lnTo>
                    <a:pt x="338301" y="248402"/>
                  </a:lnTo>
                  <a:lnTo>
                    <a:pt x="285741" y="248380"/>
                  </a:lnTo>
                  <a:lnTo>
                    <a:pt x="233986" y="244739"/>
                  </a:lnTo>
                  <a:lnTo>
                    <a:pt x="184374" y="236963"/>
                  </a:lnTo>
                  <a:lnTo>
                    <a:pt x="138246" y="224537"/>
                  </a:lnTo>
                  <a:lnTo>
                    <a:pt x="98958" y="208109"/>
                  </a:lnTo>
                  <a:lnTo>
                    <a:pt x="64853" y="186785"/>
                  </a:lnTo>
                  <a:close/>
                </a:path>
              </a:pathLst>
            </a:custGeom>
            <a:solidFill>
              <a:srgbClr val="000000"/>
            </a:solidFill>
          </p:spPr>
          <p:txBody>
            <a:bodyPr wrap="square" lIns="0" tIns="0" rIns="0" bIns="0" rtlCol="0"/>
            <a:lstStyle/>
            <a:p>
              <a:endParaRPr/>
            </a:p>
          </p:txBody>
        </p:sp>
        <p:sp>
          <p:nvSpPr>
            <p:cNvPr id="18" name="object 18"/>
            <p:cNvSpPr/>
            <p:nvPr/>
          </p:nvSpPr>
          <p:spPr>
            <a:xfrm>
              <a:off x="1325003" y="4608500"/>
              <a:ext cx="635" cy="120650"/>
            </a:xfrm>
            <a:custGeom>
              <a:avLst/>
              <a:gdLst/>
              <a:ahLst/>
              <a:cxnLst/>
              <a:rect l="l" t="t" r="r" b="b"/>
              <a:pathLst>
                <a:path w="634" h="120650">
                  <a:moveTo>
                    <a:pt x="247" y="0"/>
                  </a:moveTo>
                  <a:lnTo>
                    <a:pt x="247" y="10381"/>
                  </a:lnTo>
                </a:path>
                <a:path w="634" h="120650">
                  <a:moveTo>
                    <a:pt x="0" y="62788"/>
                  </a:moveTo>
                  <a:lnTo>
                    <a:pt x="0" y="82237"/>
                  </a:lnTo>
                </a:path>
                <a:path w="634" h="120650">
                  <a:moveTo>
                    <a:pt x="0" y="100715"/>
                  </a:moveTo>
                  <a:lnTo>
                    <a:pt x="0" y="120184"/>
                  </a:lnTo>
                </a:path>
              </a:pathLst>
            </a:custGeom>
            <a:ln w="19049">
              <a:solidFill>
                <a:srgbClr val="576D7D"/>
              </a:solidFill>
            </a:ln>
          </p:spPr>
          <p:txBody>
            <a:bodyPr wrap="square" lIns="0" tIns="0" rIns="0" bIns="0" rtlCol="0"/>
            <a:lstStyle/>
            <a:p>
              <a:endParaRPr/>
            </a:p>
          </p:txBody>
        </p:sp>
        <p:sp>
          <p:nvSpPr>
            <p:cNvPr id="19" name="object 19"/>
            <p:cNvSpPr/>
            <p:nvPr/>
          </p:nvSpPr>
          <p:spPr>
            <a:xfrm>
              <a:off x="1018545" y="4499876"/>
              <a:ext cx="304800" cy="590550"/>
            </a:xfrm>
            <a:custGeom>
              <a:avLst/>
              <a:gdLst/>
              <a:ahLst/>
              <a:cxnLst/>
              <a:rect l="l" t="t" r="r" b="b"/>
              <a:pathLst>
                <a:path w="304800" h="590550">
                  <a:moveTo>
                    <a:pt x="283930" y="590548"/>
                  </a:moveTo>
                  <a:lnTo>
                    <a:pt x="20869" y="590548"/>
                  </a:lnTo>
                  <a:lnTo>
                    <a:pt x="17800" y="589822"/>
                  </a:lnTo>
                  <a:lnTo>
                    <a:pt x="0" y="565763"/>
                  </a:lnTo>
                  <a:lnTo>
                    <a:pt x="0" y="24785"/>
                  </a:lnTo>
                  <a:lnTo>
                    <a:pt x="20869" y="0"/>
                  </a:lnTo>
                  <a:lnTo>
                    <a:pt x="24061" y="0"/>
                  </a:lnTo>
                  <a:lnTo>
                    <a:pt x="283930" y="0"/>
                  </a:lnTo>
                  <a:lnTo>
                    <a:pt x="304799" y="24785"/>
                  </a:lnTo>
                  <a:lnTo>
                    <a:pt x="304799" y="565763"/>
                  </a:lnTo>
                  <a:lnTo>
                    <a:pt x="286999" y="589823"/>
                  </a:lnTo>
                  <a:lnTo>
                    <a:pt x="283930" y="590548"/>
                  </a:lnTo>
                  <a:close/>
                </a:path>
              </a:pathLst>
            </a:custGeom>
            <a:solidFill>
              <a:srgbClr val="33485C"/>
            </a:solidFill>
          </p:spPr>
          <p:txBody>
            <a:bodyPr wrap="square" lIns="0" tIns="0" rIns="0" bIns="0" rtlCol="0"/>
            <a:lstStyle/>
            <a:p>
              <a:endParaRPr/>
            </a:p>
          </p:txBody>
        </p:sp>
        <p:sp>
          <p:nvSpPr>
            <p:cNvPr id="20" name="object 20"/>
            <p:cNvSpPr/>
            <p:nvPr/>
          </p:nvSpPr>
          <p:spPr>
            <a:xfrm>
              <a:off x="1123357" y="4519441"/>
              <a:ext cx="19050" cy="19050"/>
            </a:xfrm>
            <a:custGeom>
              <a:avLst/>
              <a:gdLst/>
              <a:ahLst/>
              <a:cxnLst/>
              <a:rect l="l" t="t" r="r" b="b"/>
              <a:pathLst>
                <a:path w="19050" h="19050">
                  <a:moveTo>
                    <a:pt x="12131" y="18972"/>
                  </a:moveTo>
                  <a:lnTo>
                    <a:pt x="6882" y="18972"/>
                  </a:lnTo>
                  <a:lnTo>
                    <a:pt x="4641" y="18046"/>
                  </a:lnTo>
                  <a:lnTo>
                    <a:pt x="927" y="14342"/>
                  </a:lnTo>
                  <a:lnTo>
                    <a:pt x="0" y="12106"/>
                  </a:lnTo>
                  <a:lnTo>
                    <a:pt x="0" y="6866"/>
                  </a:lnTo>
                  <a:lnTo>
                    <a:pt x="927" y="4629"/>
                  </a:lnTo>
                  <a:lnTo>
                    <a:pt x="4641" y="925"/>
                  </a:lnTo>
                  <a:lnTo>
                    <a:pt x="6882" y="0"/>
                  </a:lnTo>
                  <a:lnTo>
                    <a:pt x="12131" y="0"/>
                  </a:lnTo>
                  <a:lnTo>
                    <a:pt x="14371" y="925"/>
                  </a:lnTo>
                  <a:lnTo>
                    <a:pt x="18083" y="4629"/>
                  </a:lnTo>
                  <a:lnTo>
                    <a:pt x="19011" y="6866"/>
                  </a:lnTo>
                  <a:lnTo>
                    <a:pt x="19012" y="9486"/>
                  </a:lnTo>
                  <a:lnTo>
                    <a:pt x="19011" y="12106"/>
                  </a:lnTo>
                  <a:lnTo>
                    <a:pt x="18083" y="14342"/>
                  </a:lnTo>
                  <a:lnTo>
                    <a:pt x="14371" y="18046"/>
                  </a:lnTo>
                  <a:lnTo>
                    <a:pt x="12131" y="18972"/>
                  </a:lnTo>
                  <a:close/>
                </a:path>
              </a:pathLst>
            </a:custGeom>
            <a:solidFill>
              <a:srgbClr val="576D7D"/>
            </a:solidFill>
          </p:spPr>
          <p:txBody>
            <a:bodyPr wrap="square" lIns="0" tIns="0" rIns="0" bIns="0" rtlCol="0"/>
            <a:lstStyle/>
            <a:p>
              <a:endParaRPr/>
            </a:p>
          </p:txBody>
        </p:sp>
        <p:sp>
          <p:nvSpPr>
            <p:cNvPr id="21" name="object 21"/>
            <p:cNvSpPr/>
            <p:nvPr/>
          </p:nvSpPr>
          <p:spPr>
            <a:xfrm>
              <a:off x="1161420" y="4528451"/>
              <a:ext cx="48260" cy="533400"/>
            </a:xfrm>
            <a:custGeom>
              <a:avLst/>
              <a:gdLst/>
              <a:ahLst/>
              <a:cxnLst/>
              <a:rect l="l" t="t" r="r" b="b"/>
              <a:pathLst>
                <a:path w="48259" h="533400">
                  <a:moveTo>
                    <a:pt x="9201" y="0"/>
                  </a:moveTo>
                  <a:lnTo>
                    <a:pt x="47930" y="0"/>
                  </a:lnTo>
                </a:path>
                <a:path w="48259" h="533400">
                  <a:moveTo>
                    <a:pt x="19051" y="523874"/>
                  </a:moveTo>
                  <a:lnTo>
                    <a:pt x="19049" y="526505"/>
                  </a:lnTo>
                  <a:lnTo>
                    <a:pt x="18119" y="528750"/>
                  </a:lnTo>
                  <a:lnTo>
                    <a:pt x="16259" y="530609"/>
                  </a:lnTo>
                  <a:lnTo>
                    <a:pt x="14400" y="532469"/>
                  </a:lnTo>
                  <a:lnTo>
                    <a:pt x="12155" y="533399"/>
                  </a:lnTo>
                  <a:lnTo>
                    <a:pt x="9526" y="533399"/>
                  </a:lnTo>
                  <a:lnTo>
                    <a:pt x="6894" y="533399"/>
                  </a:lnTo>
                  <a:lnTo>
                    <a:pt x="4649" y="532469"/>
                  </a:lnTo>
                  <a:lnTo>
                    <a:pt x="2790" y="530609"/>
                  </a:lnTo>
                  <a:lnTo>
                    <a:pt x="930" y="528750"/>
                  </a:lnTo>
                  <a:lnTo>
                    <a:pt x="0" y="526505"/>
                  </a:lnTo>
                  <a:lnTo>
                    <a:pt x="1" y="523874"/>
                  </a:lnTo>
                  <a:lnTo>
                    <a:pt x="0" y="521243"/>
                  </a:lnTo>
                  <a:lnTo>
                    <a:pt x="930" y="518998"/>
                  </a:lnTo>
                  <a:lnTo>
                    <a:pt x="2790" y="517138"/>
                  </a:lnTo>
                  <a:lnTo>
                    <a:pt x="4649" y="515279"/>
                  </a:lnTo>
                  <a:lnTo>
                    <a:pt x="6894" y="514349"/>
                  </a:lnTo>
                  <a:lnTo>
                    <a:pt x="9526" y="514349"/>
                  </a:lnTo>
                  <a:lnTo>
                    <a:pt x="12155" y="514349"/>
                  </a:lnTo>
                  <a:lnTo>
                    <a:pt x="14400" y="515279"/>
                  </a:lnTo>
                  <a:lnTo>
                    <a:pt x="16259" y="517138"/>
                  </a:lnTo>
                  <a:lnTo>
                    <a:pt x="18119" y="518998"/>
                  </a:lnTo>
                  <a:lnTo>
                    <a:pt x="19049" y="521243"/>
                  </a:lnTo>
                  <a:lnTo>
                    <a:pt x="19051" y="523874"/>
                  </a:lnTo>
                  <a:close/>
                </a:path>
              </a:pathLst>
            </a:custGeom>
            <a:ln w="19049">
              <a:solidFill>
                <a:srgbClr val="576D7D"/>
              </a:solidFill>
            </a:ln>
          </p:spPr>
          <p:txBody>
            <a:bodyPr wrap="square" lIns="0" tIns="0" rIns="0" bIns="0" rtlCol="0"/>
            <a:lstStyle/>
            <a:p>
              <a:endParaRPr/>
            </a:p>
          </p:txBody>
        </p:sp>
        <p:sp>
          <p:nvSpPr>
            <p:cNvPr id="22" name="object 22"/>
            <p:cNvSpPr/>
            <p:nvPr/>
          </p:nvSpPr>
          <p:spPr>
            <a:xfrm>
              <a:off x="1037596" y="4557026"/>
              <a:ext cx="266700" cy="457200"/>
            </a:xfrm>
            <a:custGeom>
              <a:avLst/>
              <a:gdLst/>
              <a:ahLst/>
              <a:cxnLst/>
              <a:rect l="l" t="t" r="r" b="b"/>
              <a:pathLst>
                <a:path w="266700" h="457200">
                  <a:moveTo>
                    <a:pt x="266699" y="457199"/>
                  </a:moveTo>
                  <a:lnTo>
                    <a:pt x="0" y="457199"/>
                  </a:lnTo>
                  <a:lnTo>
                    <a:pt x="0" y="0"/>
                  </a:lnTo>
                  <a:lnTo>
                    <a:pt x="266699" y="0"/>
                  </a:lnTo>
                  <a:lnTo>
                    <a:pt x="266699" y="457199"/>
                  </a:lnTo>
                  <a:close/>
                </a:path>
              </a:pathLst>
            </a:custGeom>
            <a:solidFill>
              <a:srgbClr val="E8ECEC"/>
            </a:solidFill>
          </p:spPr>
          <p:txBody>
            <a:bodyPr wrap="square" lIns="0" tIns="0" rIns="0" bIns="0" rtlCol="0"/>
            <a:lstStyle/>
            <a:p>
              <a:endParaRPr/>
            </a:p>
          </p:txBody>
        </p:sp>
        <p:sp>
          <p:nvSpPr>
            <p:cNvPr id="23" name="object 23"/>
            <p:cNvSpPr/>
            <p:nvPr/>
          </p:nvSpPr>
          <p:spPr>
            <a:xfrm>
              <a:off x="1018546" y="5042801"/>
              <a:ext cx="304800" cy="47625"/>
            </a:xfrm>
            <a:custGeom>
              <a:avLst/>
              <a:gdLst/>
              <a:ahLst/>
              <a:cxnLst/>
              <a:rect l="l" t="t" r="r" b="b"/>
              <a:pathLst>
                <a:path w="304800" h="47625">
                  <a:moveTo>
                    <a:pt x="280720" y="47624"/>
                  </a:moveTo>
                  <a:lnTo>
                    <a:pt x="24078" y="47624"/>
                  </a:lnTo>
                  <a:lnTo>
                    <a:pt x="14691" y="45386"/>
                  </a:lnTo>
                  <a:lnTo>
                    <a:pt x="7039" y="39273"/>
                  </a:lnTo>
                  <a:lnTo>
                    <a:pt x="1887" y="30193"/>
                  </a:lnTo>
                  <a:lnTo>
                    <a:pt x="0" y="19049"/>
                  </a:lnTo>
                  <a:lnTo>
                    <a:pt x="0" y="0"/>
                  </a:lnTo>
                  <a:lnTo>
                    <a:pt x="1887" y="11143"/>
                  </a:lnTo>
                  <a:lnTo>
                    <a:pt x="7038" y="20223"/>
                  </a:lnTo>
                  <a:lnTo>
                    <a:pt x="14690" y="26336"/>
                  </a:lnTo>
                  <a:lnTo>
                    <a:pt x="24078" y="28574"/>
                  </a:lnTo>
                  <a:lnTo>
                    <a:pt x="280720" y="28574"/>
                  </a:lnTo>
                  <a:lnTo>
                    <a:pt x="290107" y="26336"/>
                  </a:lnTo>
                  <a:lnTo>
                    <a:pt x="297759" y="20223"/>
                  </a:lnTo>
                  <a:lnTo>
                    <a:pt x="302911" y="11143"/>
                  </a:lnTo>
                  <a:lnTo>
                    <a:pt x="304798" y="0"/>
                  </a:lnTo>
                  <a:lnTo>
                    <a:pt x="304798" y="19049"/>
                  </a:lnTo>
                  <a:lnTo>
                    <a:pt x="302911" y="30193"/>
                  </a:lnTo>
                  <a:lnTo>
                    <a:pt x="297760" y="39273"/>
                  </a:lnTo>
                  <a:lnTo>
                    <a:pt x="290108" y="45386"/>
                  </a:lnTo>
                  <a:lnTo>
                    <a:pt x="280720" y="47624"/>
                  </a:lnTo>
                  <a:close/>
                </a:path>
              </a:pathLst>
            </a:custGeom>
            <a:solidFill>
              <a:srgbClr val="2A4154"/>
            </a:solidFill>
          </p:spPr>
          <p:txBody>
            <a:bodyPr wrap="square" lIns="0" tIns="0" rIns="0" bIns="0" rtlCol="0"/>
            <a:lstStyle/>
            <a:p>
              <a:endParaRPr/>
            </a:p>
          </p:txBody>
        </p:sp>
        <p:pic>
          <p:nvPicPr>
            <p:cNvPr id="24" name="object 24"/>
            <p:cNvPicPr/>
            <p:nvPr/>
          </p:nvPicPr>
          <p:blipFill>
            <a:blip r:embed="rId4" cstate="print"/>
            <a:stretch>
              <a:fillRect/>
            </a:stretch>
          </p:blipFill>
          <p:spPr>
            <a:xfrm>
              <a:off x="1096688" y="4786555"/>
              <a:ext cx="141653" cy="190499"/>
            </a:xfrm>
            <a:prstGeom prst="rect">
              <a:avLst/>
            </a:prstGeom>
          </p:spPr>
        </p:pic>
        <p:sp>
          <p:nvSpPr>
            <p:cNvPr id="25" name="object 25"/>
            <p:cNvSpPr/>
            <p:nvPr/>
          </p:nvSpPr>
          <p:spPr>
            <a:xfrm>
              <a:off x="1615089" y="3483766"/>
              <a:ext cx="2552065" cy="856433"/>
            </a:xfrm>
            <a:custGeom>
              <a:avLst/>
              <a:gdLst/>
              <a:ahLst/>
              <a:cxnLst/>
              <a:rect l="l" t="t" r="r" b="b"/>
              <a:pathLst>
                <a:path w="2552065" h="683895">
                  <a:moveTo>
                    <a:pt x="104765" y="19049"/>
                  </a:moveTo>
                  <a:lnTo>
                    <a:pt x="85715" y="19049"/>
                  </a:lnTo>
                  <a:lnTo>
                    <a:pt x="85715" y="0"/>
                  </a:lnTo>
                  <a:lnTo>
                    <a:pt x="104765" y="0"/>
                  </a:lnTo>
                  <a:lnTo>
                    <a:pt x="104765" y="19049"/>
                  </a:lnTo>
                  <a:close/>
                </a:path>
                <a:path w="2552065" h="683895">
                  <a:moveTo>
                    <a:pt x="142865" y="19049"/>
                  </a:moveTo>
                  <a:lnTo>
                    <a:pt x="123815" y="19049"/>
                  </a:lnTo>
                  <a:lnTo>
                    <a:pt x="123815" y="0"/>
                  </a:lnTo>
                  <a:lnTo>
                    <a:pt x="142865" y="0"/>
                  </a:lnTo>
                  <a:lnTo>
                    <a:pt x="142865" y="19049"/>
                  </a:lnTo>
                  <a:close/>
                </a:path>
                <a:path w="2552065" h="683895">
                  <a:moveTo>
                    <a:pt x="180965" y="19049"/>
                  </a:moveTo>
                  <a:lnTo>
                    <a:pt x="161915" y="19049"/>
                  </a:lnTo>
                  <a:lnTo>
                    <a:pt x="161915" y="0"/>
                  </a:lnTo>
                  <a:lnTo>
                    <a:pt x="180965" y="0"/>
                  </a:lnTo>
                  <a:lnTo>
                    <a:pt x="180965" y="19049"/>
                  </a:lnTo>
                  <a:close/>
                </a:path>
                <a:path w="2552065" h="683895">
                  <a:moveTo>
                    <a:pt x="219065" y="19049"/>
                  </a:moveTo>
                  <a:lnTo>
                    <a:pt x="200015" y="19049"/>
                  </a:lnTo>
                  <a:lnTo>
                    <a:pt x="200015" y="0"/>
                  </a:lnTo>
                  <a:lnTo>
                    <a:pt x="219065" y="0"/>
                  </a:lnTo>
                  <a:lnTo>
                    <a:pt x="219065" y="19049"/>
                  </a:lnTo>
                  <a:close/>
                </a:path>
                <a:path w="2552065" h="683895">
                  <a:moveTo>
                    <a:pt x="257165" y="19049"/>
                  </a:moveTo>
                  <a:lnTo>
                    <a:pt x="238115" y="19049"/>
                  </a:lnTo>
                  <a:lnTo>
                    <a:pt x="238115" y="0"/>
                  </a:lnTo>
                  <a:lnTo>
                    <a:pt x="257165" y="0"/>
                  </a:lnTo>
                  <a:lnTo>
                    <a:pt x="257165" y="19049"/>
                  </a:lnTo>
                  <a:close/>
                </a:path>
                <a:path w="2552065" h="683895">
                  <a:moveTo>
                    <a:pt x="295265" y="19049"/>
                  </a:moveTo>
                  <a:lnTo>
                    <a:pt x="276215" y="19049"/>
                  </a:lnTo>
                  <a:lnTo>
                    <a:pt x="276215" y="0"/>
                  </a:lnTo>
                  <a:lnTo>
                    <a:pt x="295265" y="0"/>
                  </a:lnTo>
                  <a:lnTo>
                    <a:pt x="295265" y="19049"/>
                  </a:lnTo>
                  <a:close/>
                </a:path>
                <a:path w="2552065" h="683895">
                  <a:moveTo>
                    <a:pt x="333365" y="19049"/>
                  </a:moveTo>
                  <a:lnTo>
                    <a:pt x="314315" y="19049"/>
                  </a:lnTo>
                  <a:lnTo>
                    <a:pt x="314315" y="0"/>
                  </a:lnTo>
                  <a:lnTo>
                    <a:pt x="333365" y="0"/>
                  </a:lnTo>
                  <a:lnTo>
                    <a:pt x="333365" y="19049"/>
                  </a:lnTo>
                  <a:close/>
                </a:path>
                <a:path w="2552065" h="683895">
                  <a:moveTo>
                    <a:pt x="371465" y="19049"/>
                  </a:moveTo>
                  <a:lnTo>
                    <a:pt x="352415" y="19049"/>
                  </a:lnTo>
                  <a:lnTo>
                    <a:pt x="352415" y="0"/>
                  </a:lnTo>
                  <a:lnTo>
                    <a:pt x="371465" y="0"/>
                  </a:lnTo>
                  <a:lnTo>
                    <a:pt x="371465" y="19049"/>
                  </a:lnTo>
                  <a:close/>
                </a:path>
                <a:path w="2552065" h="683895">
                  <a:moveTo>
                    <a:pt x="409565" y="19049"/>
                  </a:moveTo>
                  <a:lnTo>
                    <a:pt x="390515" y="19049"/>
                  </a:lnTo>
                  <a:lnTo>
                    <a:pt x="390515" y="0"/>
                  </a:lnTo>
                  <a:lnTo>
                    <a:pt x="409565" y="0"/>
                  </a:lnTo>
                  <a:lnTo>
                    <a:pt x="409565" y="19049"/>
                  </a:lnTo>
                  <a:close/>
                </a:path>
                <a:path w="2552065" h="683895">
                  <a:moveTo>
                    <a:pt x="447665" y="19049"/>
                  </a:moveTo>
                  <a:lnTo>
                    <a:pt x="428615" y="19049"/>
                  </a:lnTo>
                  <a:lnTo>
                    <a:pt x="428615" y="0"/>
                  </a:lnTo>
                  <a:lnTo>
                    <a:pt x="447665" y="0"/>
                  </a:lnTo>
                  <a:lnTo>
                    <a:pt x="447665" y="19049"/>
                  </a:lnTo>
                  <a:close/>
                </a:path>
                <a:path w="2552065" h="683895">
                  <a:moveTo>
                    <a:pt x="485765" y="19049"/>
                  </a:moveTo>
                  <a:lnTo>
                    <a:pt x="466715" y="19049"/>
                  </a:lnTo>
                  <a:lnTo>
                    <a:pt x="466715" y="0"/>
                  </a:lnTo>
                  <a:lnTo>
                    <a:pt x="485765" y="0"/>
                  </a:lnTo>
                  <a:lnTo>
                    <a:pt x="485765" y="19049"/>
                  </a:lnTo>
                  <a:close/>
                </a:path>
                <a:path w="2552065" h="683895">
                  <a:moveTo>
                    <a:pt x="523865" y="19049"/>
                  </a:moveTo>
                  <a:lnTo>
                    <a:pt x="504815" y="19049"/>
                  </a:lnTo>
                  <a:lnTo>
                    <a:pt x="504815" y="0"/>
                  </a:lnTo>
                  <a:lnTo>
                    <a:pt x="523865" y="0"/>
                  </a:lnTo>
                  <a:lnTo>
                    <a:pt x="523865" y="19049"/>
                  </a:lnTo>
                  <a:close/>
                </a:path>
                <a:path w="2552065" h="683895">
                  <a:moveTo>
                    <a:pt x="561965" y="19049"/>
                  </a:moveTo>
                  <a:lnTo>
                    <a:pt x="542915" y="19049"/>
                  </a:lnTo>
                  <a:lnTo>
                    <a:pt x="542915" y="0"/>
                  </a:lnTo>
                  <a:lnTo>
                    <a:pt x="561965" y="0"/>
                  </a:lnTo>
                  <a:lnTo>
                    <a:pt x="561965" y="19049"/>
                  </a:lnTo>
                  <a:close/>
                </a:path>
                <a:path w="2552065" h="683895">
                  <a:moveTo>
                    <a:pt x="600065" y="19049"/>
                  </a:moveTo>
                  <a:lnTo>
                    <a:pt x="581015" y="19049"/>
                  </a:lnTo>
                  <a:lnTo>
                    <a:pt x="581015" y="0"/>
                  </a:lnTo>
                  <a:lnTo>
                    <a:pt x="600065" y="0"/>
                  </a:lnTo>
                  <a:lnTo>
                    <a:pt x="600065" y="19049"/>
                  </a:lnTo>
                  <a:close/>
                </a:path>
                <a:path w="2552065" h="683895">
                  <a:moveTo>
                    <a:pt x="638165" y="19049"/>
                  </a:moveTo>
                  <a:lnTo>
                    <a:pt x="619115" y="19049"/>
                  </a:lnTo>
                  <a:lnTo>
                    <a:pt x="619115" y="0"/>
                  </a:lnTo>
                  <a:lnTo>
                    <a:pt x="638165" y="0"/>
                  </a:lnTo>
                  <a:lnTo>
                    <a:pt x="638165" y="19049"/>
                  </a:lnTo>
                  <a:close/>
                </a:path>
                <a:path w="2552065" h="683895">
                  <a:moveTo>
                    <a:pt x="676265" y="19049"/>
                  </a:moveTo>
                  <a:lnTo>
                    <a:pt x="657215" y="19049"/>
                  </a:lnTo>
                  <a:lnTo>
                    <a:pt x="657215" y="0"/>
                  </a:lnTo>
                  <a:lnTo>
                    <a:pt x="676265" y="0"/>
                  </a:lnTo>
                  <a:lnTo>
                    <a:pt x="676265" y="19049"/>
                  </a:lnTo>
                  <a:close/>
                </a:path>
                <a:path w="2552065" h="683895">
                  <a:moveTo>
                    <a:pt x="714365" y="19049"/>
                  </a:moveTo>
                  <a:lnTo>
                    <a:pt x="695315" y="19049"/>
                  </a:lnTo>
                  <a:lnTo>
                    <a:pt x="695315" y="0"/>
                  </a:lnTo>
                  <a:lnTo>
                    <a:pt x="714365" y="0"/>
                  </a:lnTo>
                  <a:lnTo>
                    <a:pt x="714365" y="19049"/>
                  </a:lnTo>
                  <a:close/>
                </a:path>
                <a:path w="2552065" h="683895">
                  <a:moveTo>
                    <a:pt x="752465" y="19049"/>
                  </a:moveTo>
                  <a:lnTo>
                    <a:pt x="733415" y="19049"/>
                  </a:lnTo>
                  <a:lnTo>
                    <a:pt x="733415" y="0"/>
                  </a:lnTo>
                  <a:lnTo>
                    <a:pt x="752465" y="0"/>
                  </a:lnTo>
                  <a:lnTo>
                    <a:pt x="752465" y="19049"/>
                  </a:lnTo>
                  <a:close/>
                </a:path>
                <a:path w="2552065" h="683895">
                  <a:moveTo>
                    <a:pt x="790565" y="19049"/>
                  </a:moveTo>
                  <a:lnTo>
                    <a:pt x="771515" y="19049"/>
                  </a:lnTo>
                  <a:lnTo>
                    <a:pt x="771515" y="0"/>
                  </a:lnTo>
                  <a:lnTo>
                    <a:pt x="790565" y="0"/>
                  </a:lnTo>
                  <a:lnTo>
                    <a:pt x="790565" y="19049"/>
                  </a:lnTo>
                  <a:close/>
                </a:path>
                <a:path w="2552065" h="683895">
                  <a:moveTo>
                    <a:pt x="828665" y="19049"/>
                  </a:moveTo>
                  <a:lnTo>
                    <a:pt x="809615" y="19049"/>
                  </a:lnTo>
                  <a:lnTo>
                    <a:pt x="809615" y="0"/>
                  </a:lnTo>
                  <a:lnTo>
                    <a:pt x="828665" y="0"/>
                  </a:lnTo>
                  <a:lnTo>
                    <a:pt x="828665" y="19049"/>
                  </a:lnTo>
                  <a:close/>
                </a:path>
                <a:path w="2552065" h="683895">
                  <a:moveTo>
                    <a:pt x="866765" y="19049"/>
                  </a:moveTo>
                  <a:lnTo>
                    <a:pt x="847715" y="19049"/>
                  </a:lnTo>
                  <a:lnTo>
                    <a:pt x="847715" y="0"/>
                  </a:lnTo>
                  <a:lnTo>
                    <a:pt x="866765" y="0"/>
                  </a:lnTo>
                  <a:lnTo>
                    <a:pt x="866765" y="19049"/>
                  </a:lnTo>
                  <a:close/>
                </a:path>
                <a:path w="2552065" h="683895">
                  <a:moveTo>
                    <a:pt x="904865" y="19049"/>
                  </a:moveTo>
                  <a:lnTo>
                    <a:pt x="885815" y="19049"/>
                  </a:lnTo>
                  <a:lnTo>
                    <a:pt x="885815" y="0"/>
                  </a:lnTo>
                  <a:lnTo>
                    <a:pt x="904865" y="0"/>
                  </a:lnTo>
                  <a:lnTo>
                    <a:pt x="904865" y="19049"/>
                  </a:lnTo>
                  <a:close/>
                </a:path>
                <a:path w="2552065" h="683895">
                  <a:moveTo>
                    <a:pt x="942965" y="19049"/>
                  </a:moveTo>
                  <a:lnTo>
                    <a:pt x="923915" y="19049"/>
                  </a:lnTo>
                  <a:lnTo>
                    <a:pt x="923915" y="0"/>
                  </a:lnTo>
                  <a:lnTo>
                    <a:pt x="942965" y="0"/>
                  </a:lnTo>
                  <a:lnTo>
                    <a:pt x="942965" y="19049"/>
                  </a:lnTo>
                  <a:close/>
                </a:path>
                <a:path w="2552065" h="683895">
                  <a:moveTo>
                    <a:pt x="981065" y="19049"/>
                  </a:moveTo>
                  <a:lnTo>
                    <a:pt x="962015" y="19049"/>
                  </a:lnTo>
                  <a:lnTo>
                    <a:pt x="962015" y="0"/>
                  </a:lnTo>
                  <a:lnTo>
                    <a:pt x="981065" y="0"/>
                  </a:lnTo>
                  <a:lnTo>
                    <a:pt x="981065" y="19049"/>
                  </a:lnTo>
                  <a:close/>
                </a:path>
                <a:path w="2552065" h="683895">
                  <a:moveTo>
                    <a:pt x="1019165" y="19049"/>
                  </a:moveTo>
                  <a:lnTo>
                    <a:pt x="1000115" y="19049"/>
                  </a:lnTo>
                  <a:lnTo>
                    <a:pt x="1000115" y="0"/>
                  </a:lnTo>
                  <a:lnTo>
                    <a:pt x="1019165" y="0"/>
                  </a:lnTo>
                  <a:lnTo>
                    <a:pt x="1019165" y="19049"/>
                  </a:lnTo>
                  <a:close/>
                </a:path>
                <a:path w="2552065" h="683895">
                  <a:moveTo>
                    <a:pt x="1057265" y="19049"/>
                  </a:moveTo>
                  <a:lnTo>
                    <a:pt x="1038215" y="19049"/>
                  </a:lnTo>
                  <a:lnTo>
                    <a:pt x="1038215" y="0"/>
                  </a:lnTo>
                  <a:lnTo>
                    <a:pt x="1057265" y="0"/>
                  </a:lnTo>
                  <a:lnTo>
                    <a:pt x="1057265" y="19049"/>
                  </a:lnTo>
                  <a:close/>
                </a:path>
                <a:path w="2552065" h="683895">
                  <a:moveTo>
                    <a:pt x="1095365" y="19049"/>
                  </a:moveTo>
                  <a:lnTo>
                    <a:pt x="1076315" y="19049"/>
                  </a:lnTo>
                  <a:lnTo>
                    <a:pt x="1076315" y="0"/>
                  </a:lnTo>
                  <a:lnTo>
                    <a:pt x="1095365" y="0"/>
                  </a:lnTo>
                  <a:lnTo>
                    <a:pt x="1095365" y="19049"/>
                  </a:lnTo>
                  <a:close/>
                </a:path>
                <a:path w="2552065" h="683895">
                  <a:moveTo>
                    <a:pt x="1133465" y="19049"/>
                  </a:moveTo>
                  <a:lnTo>
                    <a:pt x="1114415" y="19049"/>
                  </a:lnTo>
                  <a:lnTo>
                    <a:pt x="1114415" y="0"/>
                  </a:lnTo>
                  <a:lnTo>
                    <a:pt x="1133465" y="0"/>
                  </a:lnTo>
                  <a:lnTo>
                    <a:pt x="1133465" y="19049"/>
                  </a:lnTo>
                  <a:close/>
                </a:path>
                <a:path w="2552065" h="683895">
                  <a:moveTo>
                    <a:pt x="1171565" y="19049"/>
                  </a:moveTo>
                  <a:lnTo>
                    <a:pt x="1152515" y="19049"/>
                  </a:lnTo>
                  <a:lnTo>
                    <a:pt x="1152515" y="0"/>
                  </a:lnTo>
                  <a:lnTo>
                    <a:pt x="1171565" y="0"/>
                  </a:lnTo>
                  <a:lnTo>
                    <a:pt x="1171565" y="19049"/>
                  </a:lnTo>
                  <a:close/>
                </a:path>
                <a:path w="2552065" h="683895">
                  <a:moveTo>
                    <a:pt x="1209665" y="19049"/>
                  </a:moveTo>
                  <a:lnTo>
                    <a:pt x="1190615" y="19049"/>
                  </a:lnTo>
                  <a:lnTo>
                    <a:pt x="1190615" y="0"/>
                  </a:lnTo>
                  <a:lnTo>
                    <a:pt x="1209665" y="0"/>
                  </a:lnTo>
                  <a:lnTo>
                    <a:pt x="1209665" y="19049"/>
                  </a:lnTo>
                  <a:close/>
                </a:path>
                <a:path w="2552065" h="683895">
                  <a:moveTo>
                    <a:pt x="1247765" y="19049"/>
                  </a:moveTo>
                  <a:lnTo>
                    <a:pt x="1228715" y="19049"/>
                  </a:lnTo>
                  <a:lnTo>
                    <a:pt x="1228715" y="0"/>
                  </a:lnTo>
                  <a:lnTo>
                    <a:pt x="1247765" y="0"/>
                  </a:lnTo>
                  <a:lnTo>
                    <a:pt x="1247765" y="19049"/>
                  </a:lnTo>
                  <a:close/>
                </a:path>
                <a:path w="2552065" h="683895">
                  <a:moveTo>
                    <a:pt x="1285865" y="19049"/>
                  </a:moveTo>
                  <a:lnTo>
                    <a:pt x="1266815" y="19049"/>
                  </a:lnTo>
                  <a:lnTo>
                    <a:pt x="1266815" y="0"/>
                  </a:lnTo>
                  <a:lnTo>
                    <a:pt x="1285865" y="0"/>
                  </a:lnTo>
                  <a:lnTo>
                    <a:pt x="1285865" y="19049"/>
                  </a:lnTo>
                  <a:close/>
                </a:path>
                <a:path w="2552065" h="683895">
                  <a:moveTo>
                    <a:pt x="1323965" y="19049"/>
                  </a:moveTo>
                  <a:lnTo>
                    <a:pt x="1304915" y="19049"/>
                  </a:lnTo>
                  <a:lnTo>
                    <a:pt x="1304915" y="0"/>
                  </a:lnTo>
                  <a:lnTo>
                    <a:pt x="1323965" y="0"/>
                  </a:lnTo>
                  <a:lnTo>
                    <a:pt x="1323965" y="19049"/>
                  </a:lnTo>
                  <a:close/>
                </a:path>
                <a:path w="2552065" h="683895">
                  <a:moveTo>
                    <a:pt x="1362065" y="19049"/>
                  </a:moveTo>
                  <a:lnTo>
                    <a:pt x="1343015" y="19049"/>
                  </a:lnTo>
                  <a:lnTo>
                    <a:pt x="1343015" y="0"/>
                  </a:lnTo>
                  <a:lnTo>
                    <a:pt x="1362065" y="0"/>
                  </a:lnTo>
                  <a:lnTo>
                    <a:pt x="1362065" y="19049"/>
                  </a:lnTo>
                  <a:close/>
                </a:path>
                <a:path w="2552065" h="683895">
                  <a:moveTo>
                    <a:pt x="1400165" y="19049"/>
                  </a:moveTo>
                  <a:lnTo>
                    <a:pt x="1381115" y="19049"/>
                  </a:lnTo>
                  <a:lnTo>
                    <a:pt x="1381115" y="0"/>
                  </a:lnTo>
                  <a:lnTo>
                    <a:pt x="1400165" y="0"/>
                  </a:lnTo>
                  <a:lnTo>
                    <a:pt x="1400165" y="19049"/>
                  </a:lnTo>
                  <a:close/>
                </a:path>
                <a:path w="2552065" h="683895">
                  <a:moveTo>
                    <a:pt x="1438265" y="19049"/>
                  </a:moveTo>
                  <a:lnTo>
                    <a:pt x="1419215" y="19049"/>
                  </a:lnTo>
                  <a:lnTo>
                    <a:pt x="1419215" y="0"/>
                  </a:lnTo>
                  <a:lnTo>
                    <a:pt x="1438265" y="0"/>
                  </a:lnTo>
                  <a:lnTo>
                    <a:pt x="1438265" y="19049"/>
                  </a:lnTo>
                  <a:close/>
                </a:path>
                <a:path w="2552065" h="683895">
                  <a:moveTo>
                    <a:pt x="1476365" y="19049"/>
                  </a:moveTo>
                  <a:lnTo>
                    <a:pt x="1457315" y="19049"/>
                  </a:lnTo>
                  <a:lnTo>
                    <a:pt x="1457315" y="0"/>
                  </a:lnTo>
                  <a:lnTo>
                    <a:pt x="1476365" y="0"/>
                  </a:lnTo>
                  <a:lnTo>
                    <a:pt x="1476365" y="19049"/>
                  </a:lnTo>
                  <a:close/>
                </a:path>
                <a:path w="2552065" h="683895">
                  <a:moveTo>
                    <a:pt x="1514465" y="19049"/>
                  </a:moveTo>
                  <a:lnTo>
                    <a:pt x="1495415" y="19049"/>
                  </a:lnTo>
                  <a:lnTo>
                    <a:pt x="1495415" y="0"/>
                  </a:lnTo>
                  <a:lnTo>
                    <a:pt x="1514465" y="0"/>
                  </a:lnTo>
                  <a:lnTo>
                    <a:pt x="1514465" y="19049"/>
                  </a:lnTo>
                  <a:close/>
                </a:path>
                <a:path w="2552065" h="683895">
                  <a:moveTo>
                    <a:pt x="1552565" y="19049"/>
                  </a:moveTo>
                  <a:lnTo>
                    <a:pt x="1533515" y="19049"/>
                  </a:lnTo>
                  <a:lnTo>
                    <a:pt x="1533515" y="0"/>
                  </a:lnTo>
                  <a:lnTo>
                    <a:pt x="1552565" y="0"/>
                  </a:lnTo>
                  <a:lnTo>
                    <a:pt x="1552565" y="19049"/>
                  </a:lnTo>
                  <a:close/>
                </a:path>
                <a:path w="2552065" h="683895">
                  <a:moveTo>
                    <a:pt x="1590665" y="19049"/>
                  </a:moveTo>
                  <a:lnTo>
                    <a:pt x="1571615" y="19049"/>
                  </a:lnTo>
                  <a:lnTo>
                    <a:pt x="1571615" y="0"/>
                  </a:lnTo>
                  <a:lnTo>
                    <a:pt x="1590665" y="0"/>
                  </a:lnTo>
                  <a:lnTo>
                    <a:pt x="1590665" y="19049"/>
                  </a:lnTo>
                  <a:close/>
                </a:path>
                <a:path w="2552065" h="683895">
                  <a:moveTo>
                    <a:pt x="1628765" y="19049"/>
                  </a:moveTo>
                  <a:lnTo>
                    <a:pt x="1609715" y="19049"/>
                  </a:lnTo>
                  <a:lnTo>
                    <a:pt x="1609715" y="0"/>
                  </a:lnTo>
                  <a:lnTo>
                    <a:pt x="1628765" y="0"/>
                  </a:lnTo>
                  <a:lnTo>
                    <a:pt x="1628765" y="19049"/>
                  </a:lnTo>
                  <a:close/>
                </a:path>
                <a:path w="2552065" h="683895">
                  <a:moveTo>
                    <a:pt x="1666865" y="19049"/>
                  </a:moveTo>
                  <a:lnTo>
                    <a:pt x="1647815" y="19049"/>
                  </a:lnTo>
                  <a:lnTo>
                    <a:pt x="1647815" y="0"/>
                  </a:lnTo>
                  <a:lnTo>
                    <a:pt x="1666865" y="0"/>
                  </a:lnTo>
                  <a:lnTo>
                    <a:pt x="1666865" y="19049"/>
                  </a:lnTo>
                  <a:close/>
                </a:path>
                <a:path w="2552065" h="683895">
                  <a:moveTo>
                    <a:pt x="1704965" y="19049"/>
                  </a:moveTo>
                  <a:lnTo>
                    <a:pt x="1685915" y="19049"/>
                  </a:lnTo>
                  <a:lnTo>
                    <a:pt x="1685915" y="0"/>
                  </a:lnTo>
                  <a:lnTo>
                    <a:pt x="1704965" y="0"/>
                  </a:lnTo>
                  <a:lnTo>
                    <a:pt x="1704965" y="19049"/>
                  </a:lnTo>
                  <a:close/>
                </a:path>
                <a:path w="2552065" h="683895">
                  <a:moveTo>
                    <a:pt x="1743065" y="19049"/>
                  </a:moveTo>
                  <a:lnTo>
                    <a:pt x="1724015" y="19049"/>
                  </a:lnTo>
                  <a:lnTo>
                    <a:pt x="1724015" y="0"/>
                  </a:lnTo>
                  <a:lnTo>
                    <a:pt x="1743065" y="0"/>
                  </a:lnTo>
                  <a:lnTo>
                    <a:pt x="1743065" y="19049"/>
                  </a:lnTo>
                  <a:close/>
                </a:path>
                <a:path w="2552065" h="683895">
                  <a:moveTo>
                    <a:pt x="1781165" y="19049"/>
                  </a:moveTo>
                  <a:lnTo>
                    <a:pt x="1762115" y="19049"/>
                  </a:lnTo>
                  <a:lnTo>
                    <a:pt x="1762115" y="0"/>
                  </a:lnTo>
                  <a:lnTo>
                    <a:pt x="1781165" y="0"/>
                  </a:lnTo>
                  <a:lnTo>
                    <a:pt x="1781165" y="19049"/>
                  </a:lnTo>
                  <a:close/>
                </a:path>
                <a:path w="2552065" h="683895">
                  <a:moveTo>
                    <a:pt x="1819265" y="19049"/>
                  </a:moveTo>
                  <a:lnTo>
                    <a:pt x="1800215" y="19049"/>
                  </a:lnTo>
                  <a:lnTo>
                    <a:pt x="1800215" y="0"/>
                  </a:lnTo>
                  <a:lnTo>
                    <a:pt x="1819265" y="0"/>
                  </a:lnTo>
                  <a:lnTo>
                    <a:pt x="1819265" y="19049"/>
                  </a:lnTo>
                  <a:close/>
                </a:path>
                <a:path w="2552065" h="683895">
                  <a:moveTo>
                    <a:pt x="1857365" y="19049"/>
                  </a:moveTo>
                  <a:lnTo>
                    <a:pt x="1838315" y="19049"/>
                  </a:lnTo>
                  <a:lnTo>
                    <a:pt x="1838315" y="0"/>
                  </a:lnTo>
                  <a:lnTo>
                    <a:pt x="1857365" y="0"/>
                  </a:lnTo>
                  <a:lnTo>
                    <a:pt x="1857365" y="19049"/>
                  </a:lnTo>
                  <a:close/>
                </a:path>
                <a:path w="2552065" h="683895">
                  <a:moveTo>
                    <a:pt x="1895465" y="19049"/>
                  </a:moveTo>
                  <a:lnTo>
                    <a:pt x="1876415" y="19049"/>
                  </a:lnTo>
                  <a:lnTo>
                    <a:pt x="1876415" y="0"/>
                  </a:lnTo>
                  <a:lnTo>
                    <a:pt x="1895465" y="0"/>
                  </a:lnTo>
                  <a:lnTo>
                    <a:pt x="1895465" y="19049"/>
                  </a:lnTo>
                  <a:close/>
                </a:path>
                <a:path w="2552065" h="683895">
                  <a:moveTo>
                    <a:pt x="1933565" y="19049"/>
                  </a:moveTo>
                  <a:lnTo>
                    <a:pt x="1914515" y="19049"/>
                  </a:lnTo>
                  <a:lnTo>
                    <a:pt x="1914515" y="0"/>
                  </a:lnTo>
                  <a:lnTo>
                    <a:pt x="1933565" y="0"/>
                  </a:lnTo>
                  <a:lnTo>
                    <a:pt x="1933565" y="19049"/>
                  </a:lnTo>
                  <a:close/>
                </a:path>
                <a:path w="2552065" h="683895">
                  <a:moveTo>
                    <a:pt x="1971665" y="19049"/>
                  </a:moveTo>
                  <a:lnTo>
                    <a:pt x="1952615" y="19049"/>
                  </a:lnTo>
                  <a:lnTo>
                    <a:pt x="1952615" y="0"/>
                  </a:lnTo>
                  <a:lnTo>
                    <a:pt x="1971665" y="0"/>
                  </a:lnTo>
                  <a:lnTo>
                    <a:pt x="1971665" y="19049"/>
                  </a:lnTo>
                  <a:close/>
                </a:path>
                <a:path w="2552065" h="683895">
                  <a:moveTo>
                    <a:pt x="2009765" y="19049"/>
                  </a:moveTo>
                  <a:lnTo>
                    <a:pt x="1990715" y="19049"/>
                  </a:lnTo>
                  <a:lnTo>
                    <a:pt x="1990715" y="0"/>
                  </a:lnTo>
                  <a:lnTo>
                    <a:pt x="2009765" y="0"/>
                  </a:lnTo>
                  <a:lnTo>
                    <a:pt x="2009765" y="19049"/>
                  </a:lnTo>
                  <a:close/>
                </a:path>
                <a:path w="2552065" h="683895">
                  <a:moveTo>
                    <a:pt x="2047865" y="19049"/>
                  </a:moveTo>
                  <a:lnTo>
                    <a:pt x="2028815" y="19049"/>
                  </a:lnTo>
                  <a:lnTo>
                    <a:pt x="2028815" y="0"/>
                  </a:lnTo>
                  <a:lnTo>
                    <a:pt x="2047865" y="0"/>
                  </a:lnTo>
                  <a:lnTo>
                    <a:pt x="2047865" y="19049"/>
                  </a:lnTo>
                  <a:close/>
                </a:path>
                <a:path w="2552065" h="683895">
                  <a:moveTo>
                    <a:pt x="2085965" y="19049"/>
                  </a:moveTo>
                  <a:lnTo>
                    <a:pt x="2066915" y="19049"/>
                  </a:lnTo>
                  <a:lnTo>
                    <a:pt x="2066915" y="0"/>
                  </a:lnTo>
                  <a:lnTo>
                    <a:pt x="2085965" y="0"/>
                  </a:lnTo>
                  <a:lnTo>
                    <a:pt x="2085965" y="19049"/>
                  </a:lnTo>
                  <a:close/>
                </a:path>
                <a:path w="2552065" h="683895">
                  <a:moveTo>
                    <a:pt x="2124065" y="19049"/>
                  </a:moveTo>
                  <a:lnTo>
                    <a:pt x="2105015" y="19049"/>
                  </a:lnTo>
                  <a:lnTo>
                    <a:pt x="2105015" y="0"/>
                  </a:lnTo>
                  <a:lnTo>
                    <a:pt x="2124065" y="0"/>
                  </a:lnTo>
                  <a:lnTo>
                    <a:pt x="2124065" y="19049"/>
                  </a:lnTo>
                  <a:close/>
                </a:path>
                <a:path w="2552065" h="683895">
                  <a:moveTo>
                    <a:pt x="2162165" y="19049"/>
                  </a:moveTo>
                  <a:lnTo>
                    <a:pt x="2143115" y="19049"/>
                  </a:lnTo>
                  <a:lnTo>
                    <a:pt x="2143115" y="0"/>
                  </a:lnTo>
                  <a:lnTo>
                    <a:pt x="2162165" y="0"/>
                  </a:lnTo>
                  <a:lnTo>
                    <a:pt x="2162165" y="19049"/>
                  </a:lnTo>
                  <a:close/>
                </a:path>
                <a:path w="2552065" h="683895">
                  <a:moveTo>
                    <a:pt x="2200265" y="19049"/>
                  </a:moveTo>
                  <a:lnTo>
                    <a:pt x="2181215" y="19049"/>
                  </a:lnTo>
                  <a:lnTo>
                    <a:pt x="2181215" y="0"/>
                  </a:lnTo>
                  <a:lnTo>
                    <a:pt x="2200265" y="0"/>
                  </a:lnTo>
                  <a:lnTo>
                    <a:pt x="2200265" y="19049"/>
                  </a:lnTo>
                  <a:close/>
                </a:path>
                <a:path w="2552065" h="683895">
                  <a:moveTo>
                    <a:pt x="2238365" y="19049"/>
                  </a:moveTo>
                  <a:lnTo>
                    <a:pt x="2219315" y="19049"/>
                  </a:lnTo>
                  <a:lnTo>
                    <a:pt x="2219315" y="0"/>
                  </a:lnTo>
                  <a:lnTo>
                    <a:pt x="2238365" y="0"/>
                  </a:lnTo>
                  <a:lnTo>
                    <a:pt x="2238365" y="19049"/>
                  </a:lnTo>
                  <a:close/>
                </a:path>
                <a:path w="2552065" h="683895">
                  <a:moveTo>
                    <a:pt x="2276465" y="19049"/>
                  </a:moveTo>
                  <a:lnTo>
                    <a:pt x="2257415" y="19049"/>
                  </a:lnTo>
                  <a:lnTo>
                    <a:pt x="2257415" y="0"/>
                  </a:lnTo>
                  <a:lnTo>
                    <a:pt x="2276465" y="0"/>
                  </a:lnTo>
                  <a:lnTo>
                    <a:pt x="2276465" y="19049"/>
                  </a:lnTo>
                  <a:close/>
                </a:path>
                <a:path w="2552065" h="683895">
                  <a:moveTo>
                    <a:pt x="2314565" y="19049"/>
                  </a:moveTo>
                  <a:lnTo>
                    <a:pt x="2295515" y="19049"/>
                  </a:lnTo>
                  <a:lnTo>
                    <a:pt x="2295515" y="0"/>
                  </a:lnTo>
                  <a:lnTo>
                    <a:pt x="2314565" y="0"/>
                  </a:lnTo>
                  <a:lnTo>
                    <a:pt x="2314565" y="19049"/>
                  </a:lnTo>
                  <a:close/>
                </a:path>
                <a:path w="2552065" h="683895">
                  <a:moveTo>
                    <a:pt x="2352665" y="19049"/>
                  </a:moveTo>
                  <a:lnTo>
                    <a:pt x="2333615" y="19049"/>
                  </a:lnTo>
                  <a:lnTo>
                    <a:pt x="2333615" y="0"/>
                  </a:lnTo>
                  <a:lnTo>
                    <a:pt x="2352665" y="0"/>
                  </a:lnTo>
                  <a:lnTo>
                    <a:pt x="2352665" y="19049"/>
                  </a:lnTo>
                  <a:close/>
                </a:path>
                <a:path w="2552065" h="683895">
                  <a:moveTo>
                    <a:pt x="2390765" y="19049"/>
                  </a:moveTo>
                  <a:lnTo>
                    <a:pt x="2371715" y="19049"/>
                  </a:lnTo>
                  <a:lnTo>
                    <a:pt x="2371715" y="0"/>
                  </a:lnTo>
                  <a:lnTo>
                    <a:pt x="2390765" y="0"/>
                  </a:lnTo>
                  <a:lnTo>
                    <a:pt x="2390765" y="19049"/>
                  </a:lnTo>
                  <a:close/>
                </a:path>
                <a:path w="2552065" h="683895">
                  <a:moveTo>
                    <a:pt x="2428865" y="19049"/>
                  </a:moveTo>
                  <a:lnTo>
                    <a:pt x="2409815" y="19049"/>
                  </a:lnTo>
                  <a:lnTo>
                    <a:pt x="2409815" y="0"/>
                  </a:lnTo>
                  <a:lnTo>
                    <a:pt x="2428865" y="0"/>
                  </a:lnTo>
                  <a:lnTo>
                    <a:pt x="2428865" y="19049"/>
                  </a:lnTo>
                  <a:close/>
                </a:path>
                <a:path w="2552065" h="683895">
                  <a:moveTo>
                    <a:pt x="2466965" y="19049"/>
                  </a:moveTo>
                  <a:lnTo>
                    <a:pt x="2447915" y="19049"/>
                  </a:lnTo>
                  <a:lnTo>
                    <a:pt x="2447915" y="0"/>
                  </a:lnTo>
                  <a:lnTo>
                    <a:pt x="2466965" y="0"/>
                  </a:lnTo>
                  <a:lnTo>
                    <a:pt x="2466965" y="19049"/>
                  </a:lnTo>
                  <a:close/>
                </a:path>
                <a:path w="2552065" h="683895">
                  <a:moveTo>
                    <a:pt x="2504675" y="19049"/>
                  </a:moveTo>
                  <a:lnTo>
                    <a:pt x="2486015" y="19049"/>
                  </a:lnTo>
                  <a:lnTo>
                    <a:pt x="2486015" y="0"/>
                  </a:lnTo>
                  <a:lnTo>
                    <a:pt x="2505104" y="0"/>
                  </a:lnTo>
                  <a:lnTo>
                    <a:pt x="2504675" y="19049"/>
                  </a:lnTo>
                  <a:close/>
                </a:path>
                <a:path w="2552065" h="683895">
                  <a:moveTo>
                    <a:pt x="2525377" y="28633"/>
                  </a:moveTo>
                  <a:lnTo>
                    <a:pt x="2524623" y="27810"/>
                  </a:lnTo>
                  <a:lnTo>
                    <a:pt x="2521828" y="25015"/>
                  </a:lnTo>
                  <a:lnTo>
                    <a:pt x="2519087" y="23104"/>
                  </a:lnTo>
                  <a:lnTo>
                    <a:pt x="2516006" y="21681"/>
                  </a:lnTo>
                  <a:lnTo>
                    <a:pt x="2523930" y="4520"/>
                  </a:lnTo>
                  <a:lnTo>
                    <a:pt x="2530448" y="7999"/>
                  </a:lnTo>
                  <a:lnTo>
                    <a:pt x="2537700" y="13946"/>
                  </a:lnTo>
                  <a:lnTo>
                    <a:pt x="2539469" y="16103"/>
                  </a:lnTo>
                  <a:lnTo>
                    <a:pt x="2525377" y="28633"/>
                  </a:lnTo>
                  <a:close/>
                </a:path>
                <a:path w="2552065" h="683895">
                  <a:moveTo>
                    <a:pt x="2551646" y="51963"/>
                  </a:moveTo>
                  <a:lnTo>
                    <a:pt x="2532596" y="51963"/>
                  </a:lnTo>
                  <a:lnTo>
                    <a:pt x="2532596" y="44568"/>
                  </a:lnTo>
                  <a:lnTo>
                    <a:pt x="2532121" y="41597"/>
                  </a:lnTo>
                  <a:lnTo>
                    <a:pt x="2531170" y="38702"/>
                  </a:lnTo>
                  <a:lnTo>
                    <a:pt x="2549065" y="32826"/>
                  </a:lnTo>
                  <a:lnTo>
                    <a:pt x="2550723" y="38282"/>
                  </a:lnTo>
                  <a:lnTo>
                    <a:pt x="2551646" y="47615"/>
                  </a:lnTo>
                  <a:lnTo>
                    <a:pt x="2551646" y="51963"/>
                  </a:lnTo>
                  <a:close/>
                </a:path>
                <a:path w="2552065" h="683895">
                  <a:moveTo>
                    <a:pt x="2551646" y="90063"/>
                  </a:moveTo>
                  <a:lnTo>
                    <a:pt x="2532596" y="90063"/>
                  </a:lnTo>
                  <a:lnTo>
                    <a:pt x="2532596" y="71013"/>
                  </a:lnTo>
                  <a:lnTo>
                    <a:pt x="2551646" y="71013"/>
                  </a:lnTo>
                  <a:lnTo>
                    <a:pt x="2551646" y="90063"/>
                  </a:lnTo>
                  <a:close/>
                </a:path>
                <a:path w="2552065" h="683895">
                  <a:moveTo>
                    <a:pt x="2551646" y="128163"/>
                  </a:moveTo>
                  <a:lnTo>
                    <a:pt x="2532596" y="128163"/>
                  </a:lnTo>
                  <a:lnTo>
                    <a:pt x="2532596" y="109113"/>
                  </a:lnTo>
                  <a:lnTo>
                    <a:pt x="2551646" y="109113"/>
                  </a:lnTo>
                  <a:lnTo>
                    <a:pt x="2551646" y="128163"/>
                  </a:lnTo>
                  <a:close/>
                </a:path>
                <a:path w="2552065" h="683895">
                  <a:moveTo>
                    <a:pt x="2551646" y="166263"/>
                  </a:moveTo>
                  <a:lnTo>
                    <a:pt x="2532596" y="166263"/>
                  </a:lnTo>
                  <a:lnTo>
                    <a:pt x="2532596" y="147213"/>
                  </a:lnTo>
                  <a:lnTo>
                    <a:pt x="2551646" y="147213"/>
                  </a:lnTo>
                  <a:lnTo>
                    <a:pt x="2551646" y="166263"/>
                  </a:lnTo>
                  <a:close/>
                </a:path>
                <a:path w="2552065" h="683895">
                  <a:moveTo>
                    <a:pt x="2551646" y="204363"/>
                  </a:moveTo>
                  <a:lnTo>
                    <a:pt x="2532596" y="204363"/>
                  </a:lnTo>
                  <a:lnTo>
                    <a:pt x="2532596" y="185313"/>
                  </a:lnTo>
                  <a:lnTo>
                    <a:pt x="2551646" y="185313"/>
                  </a:lnTo>
                  <a:lnTo>
                    <a:pt x="2551646" y="204363"/>
                  </a:lnTo>
                  <a:close/>
                </a:path>
                <a:path w="2552065" h="683895">
                  <a:moveTo>
                    <a:pt x="2551646" y="242463"/>
                  </a:moveTo>
                  <a:lnTo>
                    <a:pt x="2532596" y="242463"/>
                  </a:lnTo>
                  <a:lnTo>
                    <a:pt x="2532596" y="223413"/>
                  </a:lnTo>
                  <a:lnTo>
                    <a:pt x="2551646" y="223413"/>
                  </a:lnTo>
                  <a:lnTo>
                    <a:pt x="2551646" y="242463"/>
                  </a:lnTo>
                  <a:close/>
                </a:path>
                <a:path w="2552065" h="683895">
                  <a:moveTo>
                    <a:pt x="2551646" y="280563"/>
                  </a:moveTo>
                  <a:lnTo>
                    <a:pt x="2532596" y="280563"/>
                  </a:lnTo>
                  <a:lnTo>
                    <a:pt x="2532596" y="261513"/>
                  </a:lnTo>
                  <a:lnTo>
                    <a:pt x="2551646" y="261513"/>
                  </a:lnTo>
                  <a:lnTo>
                    <a:pt x="2551646" y="280563"/>
                  </a:lnTo>
                  <a:close/>
                </a:path>
                <a:path w="2552065" h="683895">
                  <a:moveTo>
                    <a:pt x="2551646" y="318663"/>
                  </a:moveTo>
                  <a:lnTo>
                    <a:pt x="2532596" y="318663"/>
                  </a:lnTo>
                  <a:lnTo>
                    <a:pt x="2532596" y="299613"/>
                  </a:lnTo>
                  <a:lnTo>
                    <a:pt x="2551646" y="299613"/>
                  </a:lnTo>
                  <a:lnTo>
                    <a:pt x="2551646" y="318663"/>
                  </a:lnTo>
                  <a:close/>
                </a:path>
                <a:path w="2552065" h="683895">
                  <a:moveTo>
                    <a:pt x="2551646" y="356763"/>
                  </a:moveTo>
                  <a:lnTo>
                    <a:pt x="2532596" y="356763"/>
                  </a:lnTo>
                  <a:lnTo>
                    <a:pt x="2532596" y="337713"/>
                  </a:lnTo>
                  <a:lnTo>
                    <a:pt x="2551646" y="337713"/>
                  </a:lnTo>
                  <a:lnTo>
                    <a:pt x="2551646" y="356763"/>
                  </a:lnTo>
                  <a:close/>
                </a:path>
                <a:path w="2552065" h="683895">
                  <a:moveTo>
                    <a:pt x="2551646" y="394863"/>
                  </a:moveTo>
                  <a:lnTo>
                    <a:pt x="2532596" y="394863"/>
                  </a:lnTo>
                  <a:lnTo>
                    <a:pt x="2532596" y="375813"/>
                  </a:lnTo>
                  <a:lnTo>
                    <a:pt x="2551646" y="375813"/>
                  </a:lnTo>
                  <a:lnTo>
                    <a:pt x="2551646" y="394863"/>
                  </a:lnTo>
                  <a:close/>
                </a:path>
                <a:path w="2552065" h="683895">
                  <a:moveTo>
                    <a:pt x="2551646" y="432963"/>
                  </a:moveTo>
                  <a:lnTo>
                    <a:pt x="2532596" y="432963"/>
                  </a:lnTo>
                  <a:lnTo>
                    <a:pt x="2532596" y="413913"/>
                  </a:lnTo>
                  <a:lnTo>
                    <a:pt x="2551646" y="413913"/>
                  </a:lnTo>
                  <a:lnTo>
                    <a:pt x="2551646" y="432963"/>
                  </a:lnTo>
                  <a:close/>
                </a:path>
                <a:path w="2552065" h="683895">
                  <a:moveTo>
                    <a:pt x="2551646" y="471063"/>
                  </a:moveTo>
                  <a:lnTo>
                    <a:pt x="2532596" y="471063"/>
                  </a:lnTo>
                  <a:lnTo>
                    <a:pt x="2532596" y="452013"/>
                  </a:lnTo>
                  <a:lnTo>
                    <a:pt x="2551646" y="452013"/>
                  </a:lnTo>
                  <a:lnTo>
                    <a:pt x="2551646" y="471063"/>
                  </a:lnTo>
                  <a:close/>
                </a:path>
                <a:path w="2552065" h="683895">
                  <a:moveTo>
                    <a:pt x="2551646" y="509163"/>
                  </a:moveTo>
                  <a:lnTo>
                    <a:pt x="2532596" y="509163"/>
                  </a:lnTo>
                  <a:lnTo>
                    <a:pt x="2532596" y="490113"/>
                  </a:lnTo>
                  <a:lnTo>
                    <a:pt x="2551646" y="490113"/>
                  </a:lnTo>
                  <a:lnTo>
                    <a:pt x="2551646" y="509163"/>
                  </a:lnTo>
                  <a:close/>
                </a:path>
                <a:path w="2552065" h="683895">
                  <a:moveTo>
                    <a:pt x="2551646" y="547263"/>
                  </a:moveTo>
                  <a:lnTo>
                    <a:pt x="2532596" y="547263"/>
                  </a:lnTo>
                  <a:lnTo>
                    <a:pt x="2532596" y="528213"/>
                  </a:lnTo>
                  <a:lnTo>
                    <a:pt x="2551646" y="528213"/>
                  </a:lnTo>
                  <a:lnTo>
                    <a:pt x="2551646" y="547263"/>
                  </a:lnTo>
                  <a:close/>
                </a:path>
                <a:path w="2552065" h="683895">
                  <a:moveTo>
                    <a:pt x="2551646" y="585363"/>
                  </a:moveTo>
                  <a:lnTo>
                    <a:pt x="2532596" y="585363"/>
                  </a:lnTo>
                  <a:lnTo>
                    <a:pt x="2532596" y="566313"/>
                  </a:lnTo>
                  <a:lnTo>
                    <a:pt x="2551646" y="566313"/>
                  </a:lnTo>
                  <a:lnTo>
                    <a:pt x="2551646" y="585363"/>
                  </a:lnTo>
                  <a:close/>
                </a:path>
                <a:path w="2552065" h="683895">
                  <a:moveTo>
                    <a:pt x="2551646" y="623463"/>
                  </a:moveTo>
                  <a:lnTo>
                    <a:pt x="2532596" y="623463"/>
                  </a:lnTo>
                  <a:lnTo>
                    <a:pt x="2532596" y="604413"/>
                  </a:lnTo>
                  <a:lnTo>
                    <a:pt x="2551646" y="604413"/>
                  </a:lnTo>
                  <a:lnTo>
                    <a:pt x="2551646" y="623463"/>
                  </a:lnTo>
                  <a:close/>
                </a:path>
                <a:path w="2552065" h="683895">
                  <a:moveTo>
                    <a:pt x="2544477" y="660812"/>
                  </a:moveTo>
                  <a:lnTo>
                    <a:pt x="2528366" y="650910"/>
                  </a:lnTo>
                  <a:lnTo>
                    <a:pt x="2530434" y="647546"/>
                  </a:lnTo>
                  <a:lnTo>
                    <a:pt x="2531747" y="643911"/>
                  </a:lnTo>
                  <a:lnTo>
                    <a:pt x="2532307" y="640004"/>
                  </a:lnTo>
                  <a:lnTo>
                    <a:pt x="2550980" y="642680"/>
                  </a:lnTo>
                  <a:lnTo>
                    <a:pt x="2550723" y="645284"/>
                  </a:lnTo>
                  <a:lnTo>
                    <a:pt x="2548022" y="654173"/>
                  </a:lnTo>
                  <a:lnTo>
                    <a:pt x="2544477" y="660812"/>
                  </a:lnTo>
                  <a:close/>
                </a:path>
                <a:path w="2552065" h="683895">
                  <a:moveTo>
                    <a:pt x="2513428" y="682631"/>
                  </a:moveTo>
                  <a:lnTo>
                    <a:pt x="2509668" y="663955"/>
                  </a:lnTo>
                  <a:lnTo>
                    <a:pt x="2513537" y="663176"/>
                  </a:lnTo>
                  <a:lnTo>
                    <a:pt x="2517092" y="661661"/>
                  </a:lnTo>
                  <a:lnTo>
                    <a:pt x="2520332" y="659409"/>
                  </a:lnTo>
                  <a:lnTo>
                    <a:pt x="2531157" y="674985"/>
                  </a:lnTo>
                  <a:lnTo>
                    <a:pt x="2530448" y="675567"/>
                  </a:lnTo>
                  <a:lnTo>
                    <a:pt x="2522252" y="679943"/>
                  </a:lnTo>
                  <a:lnTo>
                    <a:pt x="2513428" y="682631"/>
                  </a:lnTo>
                  <a:close/>
                </a:path>
                <a:path w="2552065" h="683895">
                  <a:moveTo>
                    <a:pt x="2494156" y="683567"/>
                  </a:moveTo>
                  <a:lnTo>
                    <a:pt x="2475106" y="683567"/>
                  </a:lnTo>
                  <a:lnTo>
                    <a:pt x="2475106" y="664517"/>
                  </a:lnTo>
                  <a:lnTo>
                    <a:pt x="2494156" y="664517"/>
                  </a:lnTo>
                  <a:lnTo>
                    <a:pt x="2494156" y="683567"/>
                  </a:lnTo>
                  <a:close/>
                </a:path>
                <a:path w="2552065" h="683895">
                  <a:moveTo>
                    <a:pt x="2456056" y="683567"/>
                  </a:moveTo>
                  <a:lnTo>
                    <a:pt x="2437006" y="683567"/>
                  </a:lnTo>
                  <a:lnTo>
                    <a:pt x="2437006" y="664517"/>
                  </a:lnTo>
                  <a:lnTo>
                    <a:pt x="2456056" y="664517"/>
                  </a:lnTo>
                  <a:lnTo>
                    <a:pt x="2456056" y="683567"/>
                  </a:lnTo>
                  <a:close/>
                </a:path>
                <a:path w="2552065" h="683895">
                  <a:moveTo>
                    <a:pt x="2417956" y="683567"/>
                  </a:moveTo>
                  <a:lnTo>
                    <a:pt x="2398906" y="683567"/>
                  </a:lnTo>
                  <a:lnTo>
                    <a:pt x="2398906" y="664517"/>
                  </a:lnTo>
                  <a:lnTo>
                    <a:pt x="2417956" y="664517"/>
                  </a:lnTo>
                  <a:lnTo>
                    <a:pt x="2417956" y="683567"/>
                  </a:lnTo>
                  <a:close/>
                </a:path>
                <a:path w="2552065" h="683895">
                  <a:moveTo>
                    <a:pt x="2379856" y="683567"/>
                  </a:moveTo>
                  <a:lnTo>
                    <a:pt x="2360806" y="683567"/>
                  </a:lnTo>
                  <a:lnTo>
                    <a:pt x="2360806" y="664517"/>
                  </a:lnTo>
                  <a:lnTo>
                    <a:pt x="2379856" y="664517"/>
                  </a:lnTo>
                  <a:lnTo>
                    <a:pt x="2379856" y="683567"/>
                  </a:lnTo>
                  <a:close/>
                </a:path>
                <a:path w="2552065" h="683895">
                  <a:moveTo>
                    <a:pt x="2341756" y="683567"/>
                  </a:moveTo>
                  <a:lnTo>
                    <a:pt x="2322706" y="683567"/>
                  </a:lnTo>
                  <a:lnTo>
                    <a:pt x="2322706" y="664517"/>
                  </a:lnTo>
                  <a:lnTo>
                    <a:pt x="2341756" y="664517"/>
                  </a:lnTo>
                  <a:lnTo>
                    <a:pt x="2341756" y="683567"/>
                  </a:lnTo>
                  <a:close/>
                </a:path>
                <a:path w="2552065" h="683895">
                  <a:moveTo>
                    <a:pt x="2303656" y="683567"/>
                  </a:moveTo>
                  <a:lnTo>
                    <a:pt x="2284606" y="683567"/>
                  </a:lnTo>
                  <a:lnTo>
                    <a:pt x="2284606" y="664517"/>
                  </a:lnTo>
                  <a:lnTo>
                    <a:pt x="2303656" y="664517"/>
                  </a:lnTo>
                  <a:lnTo>
                    <a:pt x="2303656" y="683567"/>
                  </a:lnTo>
                  <a:close/>
                </a:path>
                <a:path w="2552065" h="683895">
                  <a:moveTo>
                    <a:pt x="2265556" y="683567"/>
                  </a:moveTo>
                  <a:lnTo>
                    <a:pt x="2246506" y="683567"/>
                  </a:lnTo>
                  <a:lnTo>
                    <a:pt x="2246506" y="664517"/>
                  </a:lnTo>
                  <a:lnTo>
                    <a:pt x="2265556" y="664517"/>
                  </a:lnTo>
                  <a:lnTo>
                    <a:pt x="2265556" y="683567"/>
                  </a:lnTo>
                  <a:close/>
                </a:path>
                <a:path w="2552065" h="683895">
                  <a:moveTo>
                    <a:pt x="2227456" y="683567"/>
                  </a:moveTo>
                  <a:lnTo>
                    <a:pt x="2208406" y="683567"/>
                  </a:lnTo>
                  <a:lnTo>
                    <a:pt x="2208406" y="664517"/>
                  </a:lnTo>
                  <a:lnTo>
                    <a:pt x="2227456" y="664517"/>
                  </a:lnTo>
                  <a:lnTo>
                    <a:pt x="2227456" y="683567"/>
                  </a:lnTo>
                  <a:close/>
                </a:path>
                <a:path w="2552065" h="683895">
                  <a:moveTo>
                    <a:pt x="2189356" y="683567"/>
                  </a:moveTo>
                  <a:lnTo>
                    <a:pt x="2170306" y="683567"/>
                  </a:lnTo>
                  <a:lnTo>
                    <a:pt x="2170306" y="664517"/>
                  </a:lnTo>
                  <a:lnTo>
                    <a:pt x="2189356" y="664517"/>
                  </a:lnTo>
                  <a:lnTo>
                    <a:pt x="2189356" y="683567"/>
                  </a:lnTo>
                  <a:close/>
                </a:path>
                <a:path w="2552065" h="683895">
                  <a:moveTo>
                    <a:pt x="2151256" y="683567"/>
                  </a:moveTo>
                  <a:lnTo>
                    <a:pt x="2132206" y="683567"/>
                  </a:lnTo>
                  <a:lnTo>
                    <a:pt x="2132206" y="664517"/>
                  </a:lnTo>
                  <a:lnTo>
                    <a:pt x="2151256" y="664517"/>
                  </a:lnTo>
                  <a:lnTo>
                    <a:pt x="2151256" y="683567"/>
                  </a:lnTo>
                  <a:close/>
                </a:path>
                <a:path w="2552065" h="683895">
                  <a:moveTo>
                    <a:pt x="2113156" y="683567"/>
                  </a:moveTo>
                  <a:lnTo>
                    <a:pt x="2094106" y="683567"/>
                  </a:lnTo>
                  <a:lnTo>
                    <a:pt x="2094106" y="664517"/>
                  </a:lnTo>
                  <a:lnTo>
                    <a:pt x="2113156" y="664517"/>
                  </a:lnTo>
                  <a:lnTo>
                    <a:pt x="2113156" y="683567"/>
                  </a:lnTo>
                  <a:close/>
                </a:path>
                <a:path w="2552065" h="683895">
                  <a:moveTo>
                    <a:pt x="2075056" y="683567"/>
                  </a:moveTo>
                  <a:lnTo>
                    <a:pt x="2056006" y="683567"/>
                  </a:lnTo>
                  <a:lnTo>
                    <a:pt x="2056006" y="664517"/>
                  </a:lnTo>
                  <a:lnTo>
                    <a:pt x="2075056" y="664517"/>
                  </a:lnTo>
                  <a:lnTo>
                    <a:pt x="2075056" y="683567"/>
                  </a:lnTo>
                  <a:close/>
                </a:path>
                <a:path w="2552065" h="683895">
                  <a:moveTo>
                    <a:pt x="2036956" y="683567"/>
                  </a:moveTo>
                  <a:lnTo>
                    <a:pt x="2017906" y="683567"/>
                  </a:lnTo>
                  <a:lnTo>
                    <a:pt x="2017906" y="664517"/>
                  </a:lnTo>
                  <a:lnTo>
                    <a:pt x="2036956" y="664517"/>
                  </a:lnTo>
                  <a:lnTo>
                    <a:pt x="2036956" y="683567"/>
                  </a:lnTo>
                  <a:close/>
                </a:path>
                <a:path w="2552065" h="683895">
                  <a:moveTo>
                    <a:pt x="1998856" y="683567"/>
                  </a:moveTo>
                  <a:lnTo>
                    <a:pt x="1979806" y="683567"/>
                  </a:lnTo>
                  <a:lnTo>
                    <a:pt x="1979806" y="664517"/>
                  </a:lnTo>
                  <a:lnTo>
                    <a:pt x="1998856" y="664517"/>
                  </a:lnTo>
                  <a:lnTo>
                    <a:pt x="1998856" y="683567"/>
                  </a:lnTo>
                  <a:close/>
                </a:path>
                <a:path w="2552065" h="683895">
                  <a:moveTo>
                    <a:pt x="1960756" y="683567"/>
                  </a:moveTo>
                  <a:lnTo>
                    <a:pt x="1941706" y="683567"/>
                  </a:lnTo>
                  <a:lnTo>
                    <a:pt x="1941706" y="664517"/>
                  </a:lnTo>
                  <a:lnTo>
                    <a:pt x="1960756" y="664517"/>
                  </a:lnTo>
                  <a:lnTo>
                    <a:pt x="1960756" y="683567"/>
                  </a:lnTo>
                  <a:close/>
                </a:path>
                <a:path w="2552065" h="683895">
                  <a:moveTo>
                    <a:pt x="1922656" y="683567"/>
                  </a:moveTo>
                  <a:lnTo>
                    <a:pt x="1903606" y="683567"/>
                  </a:lnTo>
                  <a:lnTo>
                    <a:pt x="1903606" y="664517"/>
                  </a:lnTo>
                  <a:lnTo>
                    <a:pt x="1922656" y="664517"/>
                  </a:lnTo>
                  <a:lnTo>
                    <a:pt x="1922656" y="683567"/>
                  </a:lnTo>
                  <a:close/>
                </a:path>
                <a:path w="2552065" h="683895">
                  <a:moveTo>
                    <a:pt x="1884556" y="683567"/>
                  </a:moveTo>
                  <a:lnTo>
                    <a:pt x="1865506" y="683567"/>
                  </a:lnTo>
                  <a:lnTo>
                    <a:pt x="1865506" y="664517"/>
                  </a:lnTo>
                  <a:lnTo>
                    <a:pt x="1884556" y="664517"/>
                  </a:lnTo>
                  <a:lnTo>
                    <a:pt x="1884556" y="683567"/>
                  </a:lnTo>
                  <a:close/>
                </a:path>
                <a:path w="2552065" h="683895">
                  <a:moveTo>
                    <a:pt x="1846456" y="683567"/>
                  </a:moveTo>
                  <a:lnTo>
                    <a:pt x="1827406" y="683567"/>
                  </a:lnTo>
                  <a:lnTo>
                    <a:pt x="1827406" y="664517"/>
                  </a:lnTo>
                  <a:lnTo>
                    <a:pt x="1846456" y="664517"/>
                  </a:lnTo>
                  <a:lnTo>
                    <a:pt x="1846456" y="683567"/>
                  </a:lnTo>
                  <a:close/>
                </a:path>
                <a:path w="2552065" h="683895">
                  <a:moveTo>
                    <a:pt x="1808356" y="683567"/>
                  </a:moveTo>
                  <a:lnTo>
                    <a:pt x="1789306" y="683567"/>
                  </a:lnTo>
                  <a:lnTo>
                    <a:pt x="1789306" y="664517"/>
                  </a:lnTo>
                  <a:lnTo>
                    <a:pt x="1808356" y="664517"/>
                  </a:lnTo>
                  <a:lnTo>
                    <a:pt x="1808356" y="683567"/>
                  </a:lnTo>
                  <a:close/>
                </a:path>
                <a:path w="2552065" h="683895">
                  <a:moveTo>
                    <a:pt x="1770256" y="683567"/>
                  </a:moveTo>
                  <a:lnTo>
                    <a:pt x="1751206" y="683567"/>
                  </a:lnTo>
                  <a:lnTo>
                    <a:pt x="1751206" y="664517"/>
                  </a:lnTo>
                  <a:lnTo>
                    <a:pt x="1770256" y="664517"/>
                  </a:lnTo>
                  <a:lnTo>
                    <a:pt x="1770256" y="683567"/>
                  </a:lnTo>
                  <a:close/>
                </a:path>
                <a:path w="2552065" h="683895">
                  <a:moveTo>
                    <a:pt x="1732156" y="683567"/>
                  </a:moveTo>
                  <a:lnTo>
                    <a:pt x="1713106" y="683567"/>
                  </a:lnTo>
                  <a:lnTo>
                    <a:pt x="1713106" y="664517"/>
                  </a:lnTo>
                  <a:lnTo>
                    <a:pt x="1732156" y="664517"/>
                  </a:lnTo>
                  <a:lnTo>
                    <a:pt x="1732156" y="683567"/>
                  </a:lnTo>
                  <a:close/>
                </a:path>
                <a:path w="2552065" h="683895">
                  <a:moveTo>
                    <a:pt x="1694056" y="683567"/>
                  </a:moveTo>
                  <a:lnTo>
                    <a:pt x="1675006" y="683567"/>
                  </a:lnTo>
                  <a:lnTo>
                    <a:pt x="1675006" y="664517"/>
                  </a:lnTo>
                  <a:lnTo>
                    <a:pt x="1694056" y="664517"/>
                  </a:lnTo>
                  <a:lnTo>
                    <a:pt x="1694056" y="683567"/>
                  </a:lnTo>
                  <a:close/>
                </a:path>
                <a:path w="2552065" h="683895">
                  <a:moveTo>
                    <a:pt x="1655956" y="683567"/>
                  </a:moveTo>
                  <a:lnTo>
                    <a:pt x="1636906" y="683567"/>
                  </a:lnTo>
                  <a:lnTo>
                    <a:pt x="1636906" y="664517"/>
                  </a:lnTo>
                  <a:lnTo>
                    <a:pt x="1655956" y="664517"/>
                  </a:lnTo>
                  <a:lnTo>
                    <a:pt x="1655956" y="683567"/>
                  </a:lnTo>
                  <a:close/>
                </a:path>
                <a:path w="2552065" h="683895">
                  <a:moveTo>
                    <a:pt x="1617856" y="683567"/>
                  </a:moveTo>
                  <a:lnTo>
                    <a:pt x="1598806" y="683567"/>
                  </a:lnTo>
                  <a:lnTo>
                    <a:pt x="1598806" y="664517"/>
                  </a:lnTo>
                  <a:lnTo>
                    <a:pt x="1617856" y="664517"/>
                  </a:lnTo>
                  <a:lnTo>
                    <a:pt x="1617856" y="683567"/>
                  </a:lnTo>
                  <a:close/>
                </a:path>
                <a:path w="2552065" h="683895">
                  <a:moveTo>
                    <a:pt x="1579756" y="683567"/>
                  </a:moveTo>
                  <a:lnTo>
                    <a:pt x="1560706" y="683567"/>
                  </a:lnTo>
                  <a:lnTo>
                    <a:pt x="1560706" y="664517"/>
                  </a:lnTo>
                  <a:lnTo>
                    <a:pt x="1579756" y="664517"/>
                  </a:lnTo>
                  <a:lnTo>
                    <a:pt x="1579756" y="683567"/>
                  </a:lnTo>
                  <a:close/>
                </a:path>
                <a:path w="2552065" h="683895">
                  <a:moveTo>
                    <a:pt x="1541656" y="683567"/>
                  </a:moveTo>
                  <a:lnTo>
                    <a:pt x="1522606" y="683567"/>
                  </a:lnTo>
                  <a:lnTo>
                    <a:pt x="1522606" y="664517"/>
                  </a:lnTo>
                  <a:lnTo>
                    <a:pt x="1541656" y="664517"/>
                  </a:lnTo>
                  <a:lnTo>
                    <a:pt x="1541656" y="683567"/>
                  </a:lnTo>
                  <a:close/>
                </a:path>
                <a:path w="2552065" h="683895">
                  <a:moveTo>
                    <a:pt x="1503556" y="683567"/>
                  </a:moveTo>
                  <a:lnTo>
                    <a:pt x="1484506" y="683567"/>
                  </a:lnTo>
                  <a:lnTo>
                    <a:pt x="1484506" y="664517"/>
                  </a:lnTo>
                  <a:lnTo>
                    <a:pt x="1503556" y="664517"/>
                  </a:lnTo>
                  <a:lnTo>
                    <a:pt x="1503556" y="683567"/>
                  </a:lnTo>
                  <a:close/>
                </a:path>
                <a:path w="2552065" h="683895">
                  <a:moveTo>
                    <a:pt x="1465456" y="683567"/>
                  </a:moveTo>
                  <a:lnTo>
                    <a:pt x="1446406" y="683567"/>
                  </a:lnTo>
                  <a:lnTo>
                    <a:pt x="1446406" y="664517"/>
                  </a:lnTo>
                  <a:lnTo>
                    <a:pt x="1465456" y="664517"/>
                  </a:lnTo>
                  <a:lnTo>
                    <a:pt x="1465456" y="683567"/>
                  </a:lnTo>
                  <a:close/>
                </a:path>
                <a:path w="2552065" h="683895">
                  <a:moveTo>
                    <a:pt x="1427356" y="683567"/>
                  </a:moveTo>
                  <a:lnTo>
                    <a:pt x="1408306" y="683567"/>
                  </a:lnTo>
                  <a:lnTo>
                    <a:pt x="1408306" y="664517"/>
                  </a:lnTo>
                  <a:lnTo>
                    <a:pt x="1427356" y="664517"/>
                  </a:lnTo>
                  <a:lnTo>
                    <a:pt x="1427356" y="683567"/>
                  </a:lnTo>
                  <a:close/>
                </a:path>
                <a:path w="2552065" h="683895">
                  <a:moveTo>
                    <a:pt x="1389256" y="683567"/>
                  </a:moveTo>
                  <a:lnTo>
                    <a:pt x="1370206" y="683567"/>
                  </a:lnTo>
                  <a:lnTo>
                    <a:pt x="1370206" y="664517"/>
                  </a:lnTo>
                  <a:lnTo>
                    <a:pt x="1389256" y="664517"/>
                  </a:lnTo>
                  <a:lnTo>
                    <a:pt x="1389256" y="683567"/>
                  </a:lnTo>
                  <a:close/>
                </a:path>
                <a:path w="2552065" h="683895">
                  <a:moveTo>
                    <a:pt x="1351156" y="683567"/>
                  </a:moveTo>
                  <a:lnTo>
                    <a:pt x="1332106" y="683567"/>
                  </a:lnTo>
                  <a:lnTo>
                    <a:pt x="1332106" y="664517"/>
                  </a:lnTo>
                  <a:lnTo>
                    <a:pt x="1351156" y="664517"/>
                  </a:lnTo>
                  <a:lnTo>
                    <a:pt x="1351156" y="683567"/>
                  </a:lnTo>
                  <a:close/>
                </a:path>
                <a:path w="2552065" h="683895">
                  <a:moveTo>
                    <a:pt x="1313056" y="683567"/>
                  </a:moveTo>
                  <a:lnTo>
                    <a:pt x="1294006" y="683567"/>
                  </a:lnTo>
                  <a:lnTo>
                    <a:pt x="1294006" y="664517"/>
                  </a:lnTo>
                  <a:lnTo>
                    <a:pt x="1313056" y="664517"/>
                  </a:lnTo>
                  <a:lnTo>
                    <a:pt x="1313056" y="683567"/>
                  </a:lnTo>
                  <a:close/>
                </a:path>
                <a:path w="2552065" h="683895">
                  <a:moveTo>
                    <a:pt x="1274956" y="683567"/>
                  </a:moveTo>
                  <a:lnTo>
                    <a:pt x="1255906" y="683567"/>
                  </a:lnTo>
                  <a:lnTo>
                    <a:pt x="1255906" y="664517"/>
                  </a:lnTo>
                  <a:lnTo>
                    <a:pt x="1274956" y="664517"/>
                  </a:lnTo>
                  <a:lnTo>
                    <a:pt x="1274956" y="683567"/>
                  </a:lnTo>
                  <a:close/>
                </a:path>
                <a:path w="2552065" h="683895">
                  <a:moveTo>
                    <a:pt x="1236856" y="683567"/>
                  </a:moveTo>
                  <a:lnTo>
                    <a:pt x="1217806" y="683567"/>
                  </a:lnTo>
                  <a:lnTo>
                    <a:pt x="1217806" y="664517"/>
                  </a:lnTo>
                  <a:lnTo>
                    <a:pt x="1236856" y="664517"/>
                  </a:lnTo>
                  <a:lnTo>
                    <a:pt x="1236856" y="683567"/>
                  </a:lnTo>
                  <a:close/>
                </a:path>
                <a:path w="2552065" h="683895">
                  <a:moveTo>
                    <a:pt x="1198756" y="683567"/>
                  </a:moveTo>
                  <a:lnTo>
                    <a:pt x="1179706" y="683567"/>
                  </a:lnTo>
                  <a:lnTo>
                    <a:pt x="1179706" y="664517"/>
                  </a:lnTo>
                  <a:lnTo>
                    <a:pt x="1198756" y="664517"/>
                  </a:lnTo>
                  <a:lnTo>
                    <a:pt x="1198756" y="683567"/>
                  </a:lnTo>
                  <a:close/>
                </a:path>
                <a:path w="2552065" h="683895">
                  <a:moveTo>
                    <a:pt x="1160656" y="683567"/>
                  </a:moveTo>
                  <a:lnTo>
                    <a:pt x="1141606" y="683567"/>
                  </a:lnTo>
                  <a:lnTo>
                    <a:pt x="1141606" y="664517"/>
                  </a:lnTo>
                  <a:lnTo>
                    <a:pt x="1160656" y="664517"/>
                  </a:lnTo>
                  <a:lnTo>
                    <a:pt x="1160656" y="683567"/>
                  </a:lnTo>
                  <a:close/>
                </a:path>
                <a:path w="2552065" h="683895">
                  <a:moveTo>
                    <a:pt x="1122556" y="683567"/>
                  </a:moveTo>
                  <a:lnTo>
                    <a:pt x="1103506" y="683567"/>
                  </a:lnTo>
                  <a:lnTo>
                    <a:pt x="1103506" y="664517"/>
                  </a:lnTo>
                  <a:lnTo>
                    <a:pt x="1122556" y="664517"/>
                  </a:lnTo>
                  <a:lnTo>
                    <a:pt x="1122556" y="683567"/>
                  </a:lnTo>
                  <a:close/>
                </a:path>
                <a:path w="2552065" h="683895">
                  <a:moveTo>
                    <a:pt x="1084456" y="683567"/>
                  </a:moveTo>
                  <a:lnTo>
                    <a:pt x="1065406" y="683567"/>
                  </a:lnTo>
                  <a:lnTo>
                    <a:pt x="1065406" y="664517"/>
                  </a:lnTo>
                  <a:lnTo>
                    <a:pt x="1084456" y="664517"/>
                  </a:lnTo>
                  <a:lnTo>
                    <a:pt x="1084456" y="683567"/>
                  </a:lnTo>
                  <a:close/>
                </a:path>
                <a:path w="2552065" h="683895">
                  <a:moveTo>
                    <a:pt x="1046356" y="683567"/>
                  </a:moveTo>
                  <a:lnTo>
                    <a:pt x="1027306" y="683567"/>
                  </a:lnTo>
                  <a:lnTo>
                    <a:pt x="1027306" y="664517"/>
                  </a:lnTo>
                  <a:lnTo>
                    <a:pt x="1046356" y="664517"/>
                  </a:lnTo>
                  <a:lnTo>
                    <a:pt x="1046356" y="683567"/>
                  </a:lnTo>
                  <a:close/>
                </a:path>
                <a:path w="2552065" h="683895">
                  <a:moveTo>
                    <a:pt x="1008256" y="683567"/>
                  </a:moveTo>
                  <a:lnTo>
                    <a:pt x="989206" y="683567"/>
                  </a:lnTo>
                  <a:lnTo>
                    <a:pt x="989206" y="664517"/>
                  </a:lnTo>
                  <a:lnTo>
                    <a:pt x="1008256" y="664517"/>
                  </a:lnTo>
                  <a:lnTo>
                    <a:pt x="1008256" y="683567"/>
                  </a:lnTo>
                  <a:close/>
                </a:path>
                <a:path w="2552065" h="683895">
                  <a:moveTo>
                    <a:pt x="970156" y="683567"/>
                  </a:moveTo>
                  <a:lnTo>
                    <a:pt x="951106" y="683567"/>
                  </a:lnTo>
                  <a:lnTo>
                    <a:pt x="951106" y="664517"/>
                  </a:lnTo>
                  <a:lnTo>
                    <a:pt x="970156" y="664517"/>
                  </a:lnTo>
                  <a:lnTo>
                    <a:pt x="970156" y="683567"/>
                  </a:lnTo>
                  <a:close/>
                </a:path>
                <a:path w="2552065" h="683895">
                  <a:moveTo>
                    <a:pt x="932056" y="683567"/>
                  </a:moveTo>
                  <a:lnTo>
                    <a:pt x="913006" y="683567"/>
                  </a:lnTo>
                  <a:lnTo>
                    <a:pt x="913006" y="664517"/>
                  </a:lnTo>
                  <a:lnTo>
                    <a:pt x="932056" y="664517"/>
                  </a:lnTo>
                  <a:lnTo>
                    <a:pt x="932056" y="683567"/>
                  </a:lnTo>
                  <a:close/>
                </a:path>
                <a:path w="2552065" h="683895">
                  <a:moveTo>
                    <a:pt x="893956" y="683567"/>
                  </a:moveTo>
                  <a:lnTo>
                    <a:pt x="874906" y="683567"/>
                  </a:lnTo>
                  <a:lnTo>
                    <a:pt x="874906" y="664517"/>
                  </a:lnTo>
                  <a:lnTo>
                    <a:pt x="893956" y="664517"/>
                  </a:lnTo>
                  <a:lnTo>
                    <a:pt x="893956" y="683567"/>
                  </a:lnTo>
                  <a:close/>
                </a:path>
                <a:path w="2552065" h="683895">
                  <a:moveTo>
                    <a:pt x="855856" y="683567"/>
                  </a:moveTo>
                  <a:lnTo>
                    <a:pt x="836806" y="683567"/>
                  </a:lnTo>
                  <a:lnTo>
                    <a:pt x="836806" y="664517"/>
                  </a:lnTo>
                  <a:lnTo>
                    <a:pt x="855856" y="664517"/>
                  </a:lnTo>
                  <a:lnTo>
                    <a:pt x="855856" y="683567"/>
                  </a:lnTo>
                  <a:close/>
                </a:path>
                <a:path w="2552065" h="683895">
                  <a:moveTo>
                    <a:pt x="817756" y="683567"/>
                  </a:moveTo>
                  <a:lnTo>
                    <a:pt x="798706" y="683567"/>
                  </a:lnTo>
                  <a:lnTo>
                    <a:pt x="798706" y="664517"/>
                  </a:lnTo>
                  <a:lnTo>
                    <a:pt x="817756" y="664517"/>
                  </a:lnTo>
                  <a:lnTo>
                    <a:pt x="817756" y="683567"/>
                  </a:lnTo>
                  <a:close/>
                </a:path>
                <a:path w="2552065" h="683895">
                  <a:moveTo>
                    <a:pt x="779656" y="683567"/>
                  </a:moveTo>
                  <a:lnTo>
                    <a:pt x="760606" y="683567"/>
                  </a:lnTo>
                  <a:lnTo>
                    <a:pt x="760606" y="664517"/>
                  </a:lnTo>
                  <a:lnTo>
                    <a:pt x="779656" y="664517"/>
                  </a:lnTo>
                  <a:lnTo>
                    <a:pt x="779656" y="683567"/>
                  </a:lnTo>
                  <a:close/>
                </a:path>
                <a:path w="2552065" h="683895">
                  <a:moveTo>
                    <a:pt x="741556" y="683567"/>
                  </a:moveTo>
                  <a:lnTo>
                    <a:pt x="722506" y="683567"/>
                  </a:lnTo>
                  <a:lnTo>
                    <a:pt x="722506" y="664517"/>
                  </a:lnTo>
                  <a:lnTo>
                    <a:pt x="741556" y="664517"/>
                  </a:lnTo>
                  <a:lnTo>
                    <a:pt x="741556" y="683567"/>
                  </a:lnTo>
                  <a:close/>
                </a:path>
                <a:path w="2552065" h="683895">
                  <a:moveTo>
                    <a:pt x="703456" y="683567"/>
                  </a:moveTo>
                  <a:lnTo>
                    <a:pt x="684406" y="683567"/>
                  </a:lnTo>
                  <a:lnTo>
                    <a:pt x="684406" y="664517"/>
                  </a:lnTo>
                  <a:lnTo>
                    <a:pt x="703456" y="664517"/>
                  </a:lnTo>
                  <a:lnTo>
                    <a:pt x="703456" y="683567"/>
                  </a:lnTo>
                  <a:close/>
                </a:path>
                <a:path w="2552065" h="683895">
                  <a:moveTo>
                    <a:pt x="665356" y="683567"/>
                  </a:moveTo>
                  <a:lnTo>
                    <a:pt x="646306" y="683567"/>
                  </a:lnTo>
                  <a:lnTo>
                    <a:pt x="646306" y="664517"/>
                  </a:lnTo>
                  <a:lnTo>
                    <a:pt x="665356" y="664517"/>
                  </a:lnTo>
                  <a:lnTo>
                    <a:pt x="665356" y="683567"/>
                  </a:lnTo>
                  <a:close/>
                </a:path>
                <a:path w="2552065" h="683895">
                  <a:moveTo>
                    <a:pt x="627256" y="683567"/>
                  </a:moveTo>
                  <a:lnTo>
                    <a:pt x="608206" y="683567"/>
                  </a:lnTo>
                  <a:lnTo>
                    <a:pt x="608206" y="664517"/>
                  </a:lnTo>
                  <a:lnTo>
                    <a:pt x="627256" y="664517"/>
                  </a:lnTo>
                  <a:lnTo>
                    <a:pt x="627256" y="683567"/>
                  </a:lnTo>
                  <a:close/>
                </a:path>
                <a:path w="2552065" h="683895">
                  <a:moveTo>
                    <a:pt x="589156" y="683567"/>
                  </a:moveTo>
                  <a:lnTo>
                    <a:pt x="570106" y="683567"/>
                  </a:lnTo>
                  <a:lnTo>
                    <a:pt x="570106" y="664517"/>
                  </a:lnTo>
                  <a:lnTo>
                    <a:pt x="589156" y="664517"/>
                  </a:lnTo>
                  <a:lnTo>
                    <a:pt x="589156" y="683567"/>
                  </a:lnTo>
                  <a:close/>
                </a:path>
                <a:path w="2552065" h="683895">
                  <a:moveTo>
                    <a:pt x="551056" y="683567"/>
                  </a:moveTo>
                  <a:lnTo>
                    <a:pt x="532006" y="683567"/>
                  </a:lnTo>
                  <a:lnTo>
                    <a:pt x="532006" y="664517"/>
                  </a:lnTo>
                  <a:lnTo>
                    <a:pt x="551056" y="664517"/>
                  </a:lnTo>
                  <a:lnTo>
                    <a:pt x="551056" y="683567"/>
                  </a:lnTo>
                  <a:close/>
                </a:path>
                <a:path w="2552065" h="683895">
                  <a:moveTo>
                    <a:pt x="512956" y="683567"/>
                  </a:moveTo>
                  <a:lnTo>
                    <a:pt x="493906" y="683567"/>
                  </a:lnTo>
                  <a:lnTo>
                    <a:pt x="493906" y="664517"/>
                  </a:lnTo>
                  <a:lnTo>
                    <a:pt x="512956" y="664517"/>
                  </a:lnTo>
                  <a:lnTo>
                    <a:pt x="512956" y="683567"/>
                  </a:lnTo>
                  <a:close/>
                </a:path>
                <a:path w="2552065" h="683895">
                  <a:moveTo>
                    <a:pt x="474856" y="683567"/>
                  </a:moveTo>
                  <a:lnTo>
                    <a:pt x="455806" y="683567"/>
                  </a:lnTo>
                  <a:lnTo>
                    <a:pt x="455806" y="664517"/>
                  </a:lnTo>
                  <a:lnTo>
                    <a:pt x="474856" y="664517"/>
                  </a:lnTo>
                  <a:lnTo>
                    <a:pt x="474856" y="683567"/>
                  </a:lnTo>
                  <a:close/>
                </a:path>
                <a:path w="2552065" h="683895">
                  <a:moveTo>
                    <a:pt x="436756" y="683567"/>
                  </a:moveTo>
                  <a:lnTo>
                    <a:pt x="417706" y="683567"/>
                  </a:lnTo>
                  <a:lnTo>
                    <a:pt x="417706" y="664517"/>
                  </a:lnTo>
                  <a:lnTo>
                    <a:pt x="436756" y="664517"/>
                  </a:lnTo>
                  <a:lnTo>
                    <a:pt x="436756" y="683567"/>
                  </a:lnTo>
                  <a:close/>
                </a:path>
                <a:path w="2552065" h="683895">
                  <a:moveTo>
                    <a:pt x="398656" y="683567"/>
                  </a:moveTo>
                  <a:lnTo>
                    <a:pt x="379606" y="683567"/>
                  </a:lnTo>
                  <a:lnTo>
                    <a:pt x="379606" y="664517"/>
                  </a:lnTo>
                  <a:lnTo>
                    <a:pt x="398656" y="664517"/>
                  </a:lnTo>
                  <a:lnTo>
                    <a:pt x="398656" y="683567"/>
                  </a:lnTo>
                  <a:close/>
                </a:path>
                <a:path w="2552065" h="683895">
                  <a:moveTo>
                    <a:pt x="360556" y="683567"/>
                  </a:moveTo>
                  <a:lnTo>
                    <a:pt x="341506" y="683567"/>
                  </a:lnTo>
                  <a:lnTo>
                    <a:pt x="341506" y="664517"/>
                  </a:lnTo>
                  <a:lnTo>
                    <a:pt x="360556" y="664517"/>
                  </a:lnTo>
                  <a:lnTo>
                    <a:pt x="360556" y="683567"/>
                  </a:lnTo>
                  <a:close/>
                </a:path>
                <a:path w="2552065" h="683895">
                  <a:moveTo>
                    <a:pt x="322456" y="683567"/>
                  </a:moveTo>
                  <a:lnTo>
                    <a:pt x="303406" y="683567"/>
                  </a:lnTo>
                  <a:lnTo>
                    <a:pt x="303406" y="664517"/>
                  </a:lnTo>
                  <a:lnTo>
                    <a:pt x="322456" y="664517"/>
                  </a:lnTo>
                  <a:lnTo>
                    <a:pt x="322456" y="683567"/>
                  </a:lnTo>
                  <a:close/>
                </a:path>
                <a:path w="2552065" h="683895">
                  <a:moveTo>
                    <a:pt x="284356" y="683567"/>
                  </a:moveTo>
                  <a:lnTo>
                    <a:pt x="265306" y="683567"/>
                  </a:lnTo>
                  <a:lnTo>
                    <a:pt x="265306" y="664517"/>
                  </a:lnTo>
                  <a:lnTo>
                    <a:pt x="284356" y="664517"/>
                  </a:lnTo>
                  <a:lnTo>
                    <a:pt x="284356" y="683567"/>
                  </a:lnTo>
                  <a:close/>
                </a:path>
                <a:path w="2552065" h="683895">
                  <a:moveTo>
                    <a:pt x="246256" y="683567"/>
                  </a:moveTo>
                  <a:lnTo>
                    <a:pt x="227206" y="683567"/>
                  </a:lnTo>
                  <a:lnTo>
                    <a:pt x="227206" y="664517"/>
                  </a:lnTo>
                  <a:lnTo>
                    <a:pt x="246256" y="664517"/>
                  </a:lnTo>
                  <a:lnTo>
                    <a:pt x="246256" y="683567"/>
                  </a:lnTo>
                  <a:close/>
                </a:path>
                <a:path w="2552065" h="683895">
                  <a:moveTo>
                    <a:pt x="208156" y="683567"/>
                  </a:moveTo>
                  <a:lnTo>
                    <a:pt x="189106" y="683567"/>
                  </a:lnTo>
                  <a:lnTo>
                    <a:pt x="189106" y="664517"/>
                  </a:lnTo>
                  <a:lnTo>
                    <a:pt x="208156" y="664517"/>
                  </a:lnTo>
                  <a:lnTo>
                    <a:pt x="208156" y="683567"/>
                  </a:lnTo>
                  <a:close/>
                </a:path>
                <a:path w="2552065" h="683895">
                  <a:moveTo>
                    <a:pt x="170056" y="683567"/>
                  </a:moveTo>
                  <a:lnTo>
                    <a:pt x="151006" y="683567"/>
                  </a:lnTo>
                  <a:lnTo>
                    <a:pt x="151006" y="664517"/>
                  </a:lnTo>
                  <a:lnTo>
                    <a:pt x="170056" y="664517"/>
                  </a:lnTo>
                  <a:lnTo>
                    <a:pt x="170056" y="683567"/>
                  </a:lnTo>
                  <a:close/>
                </a:path>
                <a:path w="2552065" h="683895">
                  <a:moveTo>
                    <a:pt x="131956" y="683567"/>
                  </a:moveTo>
                  <a:lnTo>
                    <a:pt x="112906" y="683567"/>
                  </a:lnTo>
                  <a:lnTo>
                    <a:pt x="112906" y="664517"/>
                  </a:lnTo>
                  <a:lnTo>
                    <a:pt x="131956" y="664517"/>
                  </a:lnTo>
                  <a:lnTo>
                    <a:pt x="131956" y="683567"/>
                  </a:lnTo>
                  <a:close/>
                </a:path>
                <a:path w="2552065" h="683895">
                  <a:moveTo>
                    <a:pt x="93856" y="683567"/>
                  </a:moveTo>
                  <a:lnTo>
                    <a:pt x="74806" y="683567"/>
                  </a:lnTo>
                  <a:lnTo>
                    <a:pt x="74806" y="664517"/>
                  </a:lnTo>
                  <a:lnTo>
                    <a:pt x="93856" y="664517"/>
                  </a:lnTo>
                  <a:lnTo>
                    <a:pt x="93856" y="683567"/>
                  </a:lnTo>
                  <a:close/>
                </a:path>
                <a:path w="2552065" h="683895">
                  <a:moveTo>
                    <a:pt x="55756" y="683567"/>
                  </a:moveTo>
                  <a:lnTo>
                    <a:pt x="47615" y="683567"/>
                  </a:lnTo>
                  <a:lnTo>
                    <a:pt x="38282" y="682644"/>
                  </a:lnTo>
                  <a:lnTo>
                    <a:pt x="36519" y="682108"/>
                  </a:lnTo>
                  <a:lnTo>
                    <a:pt x="40748" y="664517"/>
                  </a:lnTo>
                  <a:lnTo>
                    <a:pt x="40812" y="664253"/>
                  </a:lnTo>
                  <a:lnTo>
                    <a:pt x="40939" y="663726"/>
                  </a:lnTo>
                  <a:lnTo>
                    <a:pt x="43132" y="664253"/>
                  </a:lnTo>
                  <a:lnTo>
                    <a:pt x="45357" y="664517"/>
                  </a:lnTo>
                  <a:lnTo>
                    <a:pt x="55756" y="664517"/>
                  </a:lnTo>
                  <a:lnTo>
                    <a:pt x="55756" y="683567"/>
                  </a:lnTo>
                  <a:close/>
                </a:path>
                <a:path w="2552065" h="683895">
                  <a:moveTo>
                    <a:pt x="19113" y="673858"/>
                  </a:moveTo>
                  <a:lnTo>
                    <a:pt x="13946" y="669621"/>
                  </a:lnTo>
                  <a:lnTo>
                    <a:pt x="7999" y="662369"/>
                  </a:lnTo>
                  <a:lnTo>
                    <a:pt x="6336" y="659253"/>
                  </a:lnTo>
                  <a:lnTo>
                    <a:pt x="22739" y="649994"/>
                  </a:lnTo>
                  <a:lnTo>
                    <a:pt x="24017" y="652259"/>
                  </a:lnTo>
                  <a:lnTo>
                    <a:pt x="25576" y="654311"/>
                  </a:lnTo>
                  <a:lnTo>
                    <a:pt x="28366" y="657100"/>
                  </a:lnTo>
                  <a:lnTo>
                    <a:pt x="29376" y="657977"/>
                  </a:lnTo>
                  <a:lnTo>
                    <a:pt x="30448" y="658783"/>
                  </a:lnTo>
                  <a:lnTo>
                    <a:pt x="19113" y="673858"/>
                  </a:lnTo>
                  <a:close/>
                </a:path>
                <a:path w="2552065" h="683895">
                  <a:moveTo>
                    <a:pt x="490" y="640913"/>
                  </a:moveTo>
                  <a:lnTo>
                    <a:pt x="0" y="635952"/>
                  </a:lnTo>
                  <a:lnTo>
                    <a:pt x="0" y="621729"/>
                  </a:lnTo>
                  <a:lnTo>
                    <a:pt x="19049" y="621729"/>
                  </a:lnTo>
                  <a:lnTo>
                    <a:pt x="19102" y="637949"/>
                  </a:lnTo>
                  <a:lnTo>
                    <a:pt x="19206" y="638943"/>
                  </a:lnTo>
                  <a:lnTo>
                    <a:pt x="490" y="640913"/>
                  </a:lnTo>
                  <a:close/>
                </a:path>
                <a:path w="2552065" h="683895">
                  <a:moveTo>
                    <a:pt x="19049" y="602679"/>
                  </a:moveTo>
                  <a:lnTo>
                    <a:pt x="0" y="602679"/>
                  </a:lnTo>
                  <a:lnTo>
                    <a:pt x="0" y="583629"/>
                  </a:lnTo>
                  <a:lnTo>
                    <a:pt x="19049" y="583629"/>
                  </a:lnTo>
                  <a:lnTo>
                    <a:pt x="19049" y="602679"/>
                  </a:lnTo>
                  <a:close/>
                </a:path>
                <a:path w="2552065" h="683895">
                  <a:moveTo>
                    <a:pt x="19049" y="564579"/>
                  </a:moveTo>
                  <a:lnTo>
                    <a:pt x="0" y="564579"/>
                  </a:lnTo>
                  <a:lnTo>
                    <a:pt x="0" y="545529"/>
                  </a:lnTo>
                  <a:lnTo>
                    <a:pt x="19049" y="545529"/>
                  </a:lnTo>
                  <a:lnTo>
                    <a:pt x="19049" y="564579"/>
                  </a:lnTo>
                  <a:close/>
                </a:path>
                <a:path w="2552065" h="683895">
                  <a:moveTo>
                    <a:pt x="19049" y="526479"/>
                  </a:moveTo>
                  <a:lnTo>
                    <a:pt x="0" y="526479"/>
                  </a:lnTo>
                  <a:lnTo>
                    <a:pt x="0" y="507429"/>
                  </a:lnTo>
                  <a:lnTo>
                    <a:pt x="19049" y="507429"/>
                  </a:lnTo>
                  <a:lnTo>
                    <a:pt x="19049" y="526479"/>
                  </a:lnTo>
                  <a:close/>
                </a:path>
                <a:path w="2552065" h="683895">
                  <a:moveTo>
                    <a:pt x="19049" y="488379"/>
                  </a:moveTo>
                  <a:lnTo>
                    <a:pt x="0" y="488379"/>
                  </a:lnTo>
                  <a:lnTo>
                    <a:pt x="0" y="469329"/>
                  </a:lnTo>
                  <a:lnTo>
                    <a:pt x="19049" y="469329"/>
                  </a:lnTo>
                  <a:lnTo>
                    <a:pt x="19049" y="488379"/>
                  </a:lnTo>
                  <a:close/>
                </a:path>
                <a:path w="2552065" h="683895">
                  <a:moveTo>
                    <a:pt x="19049" y="450279"/>
                  </a:moveTo>
                  <a:lnTo>
                    <a:pt x="0" y="450279"/>
                  </a:lnTo>
                  <a:lnTo>
                    <a:pt x="0" y="431229"/>
                  </a:lnTo>
                  <a:lnTo>
                    <a:pt x="19049" y="431229"/>
                  </a:lnTo>
                  <a:lnTo>
                    <a:pt x="19049" y="450279"/>
                  </a:lnTo>
                  <a:close/>
                </a:path>
                <a:path w="2552065" h="683895">
                  <a:moveTo>
                    <a:pt x="19049" y="412179"/>
                  </a:moveTo>
                  <a:lnTo>
                    <a:pt x="0" y="412179"/>
                  </a:lnTo>
                  <a:lnTo>
                    <a:pt x="0" y="393129"/>
                  </a:lnTo>
                  <a:lnTo>
                    <a:pt x="19049" y="393129"/>
                  </a:lnTo>
                  <a:lnTo>
                    <a:pt x="19049" y="412179"/>
                  </a:lnTo>
                  <a:close/>
                </a:path>
                <a:path w="2552065" h="683895">
                  <a:moveTo>
                    <a:pt x="19049" y="374079"/>
                  </a:moveTo>
                  <a:lnTo>
                    <a:pt x="0" y="374079"/>
                  </a:lnTo>
                  <a:lnTo>
                    <a:pt x="0" y="355029"/>
                  </a:lnTo>
                  <a:lnTo>
                    <a:pt x="19049" y="355029"/>
                  </a:lnTo>
                  <a:lnTo>
                    <a:pt x="19049" y="374079"/>
                  </a:lnTo>
                  <a:close/>
                </a:path>
                <a:path w="2552065" h="683895">
                  <a:moveTo>
                    <a:pt x="19049" y="335979"/>
                  </a:moveTo>
                  <a:lnTo>
                    <a:pt x="0" y="335979"/>
                  </a:lnTo>
                  <a:lnTo>
                    <a:pt x="0" y="316929"/>
                  </a:lnTo>
                  <a:lnTo>
                    <a:pt x="19049" y="316929"/>
                  </a:lnTo>
                  <a:lnTo>
                    <a:pt x="19049" y="335979"/>
                  </a:lnTo>
                  <a:close/>
                </a:path>
                <a:path w="2552065" h="683895">
                  <a:moveTo>
                    <a:pt x="19049" y="297879"/>
                  </a:moveTo>
                  <a:lnTo>
                    <a:pt x="0" y="297879"/>
                  </a:lnTo>
                  <a:lnTo>
                    <a:pt x="0" y="278829"/>
                  </a:lnTo>
                  <a:lnTo>
                    <a:pt x="19049" y="278829"/>
                  </a:lnTo>
                  <a:lnTo>
                    <a:pt x="19049" y="297879"/>
                  </a:lnTo>
                  <a:close/>
                </a:path>
                <a:path w="2552065" h="683895">
                  <a:moveTo>
                    <a:pt x="19049" y="259779"/>
                  </a:moveTo>
                  <a:lnTo>
                    <a:pt x="0" y="259779"/>
                  </a:lnTo>
                  <a:lnTo>
                    <a:pt x="0" y="240729"/>
                  </a:lnTo>
                  <a:lnTo>
                    <a:pt x="19049" y="240729"/>
                  </a:lnTo>
                  <a:lnTo>
                    <a:pt x="19049" y="259779"/>
                  </a:lnTo>
                  <a:close/>
                </a:path>
                <a:path w="2552065" h="683895">
                  <a:moveTo>
                    <a:pt x="19049" y="221679"/>
                  </a:moveTo>
                  <a:lnTo>
                    <a:pt x="0" y="221679"/>
                  </a:lnTo>
                  <a:lnTo>
                    <a:pt x="0" y="202629"/>
                  </a:lnTo>
                  <a:lnTo>
                    <a:pt x="19049" y="202629"/>
                  </a:lnTo>
                  <a:lnTo>
                    <a:pt x="19049" y="221679"/>
                  </a:lnTo>
                  <a:close/>
                </a:path>
                <a:path w="2552065" h="683895">
                  <a:moveTo>
                    <a:pt x="19049" y="183579"/>
                  </a:moveTo>
                  <a:lnTo>
                    <a:pt x="0" y="183579"/>
                  </a:lnTo>
                  <a:lnTo>
                    <a:pt x="0" y="164529"/>
                  </a:lnTo>
                  <a:lnTo>
                    <a:pt x="19049" y="164529"/>
                  </a:lnTo>
                  <a:lnTo>
                    <a:pt x="19049" y="183579"/>
                  </a:lnTo>
                  <a:close/>
                </a:path>
                <a:path w="2552065" h="683895">
                  <a:moveTo>
                    <a:pt x="19049" y="145479"/>
                  </a:moveTo>
                  <a:lnTo>
                    <a:pt x="0" y="145479"/>
                  </a:lnTo>
                  <a:lnTo>
                    <a:pt x="0" y="126429"/>
                  </a:lnTo>
                  <a:lnTo>
                    <a:pt x="19049" y="126429"/>
                  </a:lnTo>
                  <a:lnTo>
                    <a:pt x="19049" y="145479"/>
                  </a:lnTo>
                  <a:close/>
                </a:path>
                <a:path w="2552065" h="683895">
                  <a:moveTo>
                    <a:pt x="19049" y="107379"/>
                  </a:moveTo>
                  <a:lnTo>
                    <a:pt x="0" y="107379"/>
                  </a:lnTo>
                  <a:lnTo>
                    <a:pt x="0" y="88329"/>
                  </a:lnTo>
                  <a:lnTo>
                    <a:pt x="19049" y="88329"/>
                  </a:lnTo>
                  <a:lnTo>
                    <a:pt x="19049" y="107379"/>
                  </a:lnTo>
                  <a:close/>
                </a:path>
                <a:path w="2552065" h="683895">
                  <a:moveTo>
                    <a:pt x="19049" y="69279"/>
                  </a:moveTo>
                  <a:lnTo>
                    <a:pt x="0" y="69279"/>
                  </a:lnTo>
                  <a:lnTo>
                    <a:pt x="0" y="50229"/>
                  </a:lnTo>
                  <a:lnTo>
                    <a:pt x="19049" y="50229"/>
                  </a:lnTo>
                  <a:lnTo>
                    <a:pt x="19049" y="69279"/>
                  </a:lnTo>
                  <a:close/>
                </a:path>
                <a:path w="2552065" h="683895">
                  <a:moveTo>
                    <a:pt x="20825" y="37701"/>
                  </a:moveTo>
                  <a:lnTo>
                    <a:pt x="3094" y="31139"/>
                  </a:lnTo>
                  <a:lnTo>
                    <a:pt x="3624" y="29393"/>
                  </a:lnTo>
                  <a:lnTo>
                    <a:pt x="7999" y="21198"/>
                  </a:lnTo>
                  <a:lnTo>
                    <a:pt x="13313" y="14717"/>
                  </a:lnTo>
                  <a:lnTo>
                    <a:pt x="26998" y="27843"/>
                  </a:lnTo>
                  <a:lnTo>
                    <a:pt x="24258" y="30700"/>
                  </a:lnTo>
                  <a:lnTo>
                    <a:pt x="22200" y="33986"/>
                  </a:lnTo>
                  <a:lnTo>
                    <a:pt x="20825" y="37701"/>
                  </a:lnTo>
                  <a:close/>
                </a:path>
                <a:path w="2552065" h="683895">
                  <a:moveTo>
                    <a:pt x="36610" y="21254"/>
                  </a:moveTo>
                  <a:lnTo>
                    <a:pt x="29272" y="3675"/>
                  </a:lnTo>
                  <a:lnTo>
                    <a:pt x="38282" y="923"/>
                  </a:lnTo>
                  <a:lnTo>
                    <a:pt x="47615" y="0"/>
                  </a:lnTo>
                  <a:lnTo>
                    <a:pt x="66665" y="0"/>
                  </a:lnTo>
                  <a:lnTo>
                    <a:pt x="66665" y="19049"/>
                  </a:lnTo>
                  <a:lnTo>
                    <a:pt x="43799" y="19049"/>
                  </a:lnTo>
                  <a:lnTo>
                    <a:pt x="40131" y="19784"/>
                  </a:lnTo>
                  <a:lnTo>
                    <a:pt x="36610" y="21254"/>
                  </a:lnTo>
                  <a:close/>
                </a:path>
              </a:pathLst>
            </a:custGeom>
            <a:solidFill>
              <a:srgbClr val="737373"/>
            </a:solidFill>
          </p:spPr>
          <p:txBody>
            <a:bodyPr wrap="square" lIns="0" tIns="0" rIns="0" bIns="0" rtlCol="0"/>
            <a:lstStyle/>
            <a:p>
              <a:endParaRPr dirty="0"/>
            </a:p>
          </p:txBody>
        </p:sp>
        <p:sp>
          <p:nvSpPr>
            <p:cNvPr id="26" name="object 26"/>
            <p:cNvSpPr/>
            <p:nvPr/>
          </p:nvSpPr>
          <p:spPr>
            <a:xfrm>
              <a:off x="853299" y="3820146"/>
              <a:ext cx="762000" cy="304800"/>
            </a:xfrm>
            <a:custGeom>
              <a:avLst/>
              <a:gdLst/>
              <a:ahLst/>
              <a:cxnLst/>
              <a:rect l="l" t="t" r="r" b="b"/>
              <a:pathLst>
                <a:path w="762000" h="304800">
                  <a:moveTo>
                    <a:pt x="0" y="304613"/>
                  </a:moveTo>
                  <a:lnTo>
                    <a:pt x="0" y="95249"/>
                  </a:lnTo>
                  <a:lnTo>
                    <a:pt x="7485" y="58174"/>
                  </a:lnTo>
                  <a:lnTo>
                    <a:pt x="27898" y="27898"/>
                  </a:lnTo>
                  <a:lnTo>
                    <a:pt x="58174" y="7485"/>
                  </a:lnTo>
                  <a:lnTo>
                    <a:pt x="95249" y="0"/>
                  </a:lnTo>
                  <a:lnTo>
                    <a:pt x="758824" y="0"/>
                  </a:lnTo>
                  <a:lnTo>
                    <a:pt x="759550" y="0"/>
                  </a:lnTo>
                  <a:lnTo>
                    <a:pt x="760246" y="288"/>
                  </a:lnTo>
                  <a:lnTo>
                    <a:pt x="760759" y="801"/>
                  </a:lnTo>
                  <a:lnTo>
                    <a:pt x="761272" y="1314"/>
                  </a:lnTo>
                  <a:lnTo>
                    <a:pt x="761560" y="2010"/>
                  </a:lnTo>
                  <a:lnTo>
                    <a:pt x="761560" y="2736"/>
                  </a:lnTo>
                  <a:lnTo>
                    <a:pt x="761560" y="5472"/>
                  </a:lnTo>
                </a:path>
              </a:pathLst>
            </a:custGeom>
            <a:ln w="19049">
              <a:solidFill>
                <a:srgbClr val="A6A6A6"/>
              </a:solidFill>
            </a:ln>
          </p:spPr>
          <p:txBody>
            <a:bodyPr wrap="square" lIns="0" tIns="0" rIns="0" bIns="0" rtlCol="0"/>
            <a:lstStyle/>
            <a:p>
              <a:endParaRPr/>
            </a:p>
          </p:txBody>
        </p:sp>
        <p:sp>
          <p:nvSpPr>
            <p:cNvPr id="27" name="object 27"/>
            <p:cNvSpPr/>
            <p:nvPr/>
          </p:nvSpPr>
          <p:spPr>
            <a:xfrm>
              <a:off x="1752972" y="3585555"/>
              <a:ext cx="264795" cy="480059"/>
            </a:xfrm>
            <a:custGeom>
              <a:avLst/>
              <a:gdLst/>
              <a:ahLst/>
              <a:cxnLst/>
              <a:rect l="l" t="t" r="r" b="b"/>
              <a:pathLst>
                <a:path w="264794" h="480060">
                  <a:moveTo>
                    <a:pt x="73818" y="67667"/>
                  </a:moveTo>
                  <a:lnTo>
                    <a:pt x="196849" y="67667"/>
                  </a:lnTo>
                </a:path>
                <a:path w="264794" h="480060">
                  <a:moveTo>
                    <a:pt x="264517" y="356790"/>
                  </a:moveTo>
                  <a:lnTo>
                    <a:pt x="264517" y="430609"/>
                  </a:lnTo>
                  <a:lnTo>
                    <a:pt x="264517" y="437135"/>
                  </a:lnTo>
                  <a:lnTo>
                    <a:pt x="263268" y="443412"/>
                  </a:lnTo>
                  <a:lnTo>
                    <a:pt x="260771" y="449442"/>
                  </a:lnTo>
                  <a:lnTo>
                    <a:pt x="258273" y="455471"/>
                  </a:lnTo>
                  <a:lnTo>
                    <a:pt x="254717" y="460793"/>
                  </a:lnTo>
                  <a:lnTo>
                    <a:pt x="250103" y="465407"/>
                  </a:lnTo>
                  <a:lnTo>
                    <a:pt x="245488" y="470022"/>
                  </a:lnTo>
                  <a:lnTo>
                    <a:pt x="240166" y="473578"/>
                  </a:lnTo>
                  <a:lnTo>
                    <a:pt x="234137" y="476075"/>
                  </a:lnTo>
                  <a:lnTo>
                    <a:pt x="228108" y="478573"/>
                  </a:lnTo>
                  <a:lnTo>
                    <a:pt x="221830" y="479821"/>
                  </a:lnTo>
                  <a:lnTo>
                    <a:pt x="215304" y="479821"/>
                  </a:lnTo>
                  <a:lnTo>
                    <a:pt x="49212" y="479821"/>
                  </a:lnTo>
                  <a:lnTo>
                    <a:pt x="42686" y="479821"/>
                  </a:lnTo>
                  <a:lnTo>
                    <a:pt x="36408" y="478573"/>
                  </a:lnTo>
                  <a:lnTo>
                    <a:pt x="30379" y="476075"/>
                  </a:lnTo>
                  <a:lnTo>
                    <a:pt x="24350" y="473578"/>
                  </a:lnTo>
                  <a:lnTo>
                    <a:pt x="19028" y="470022"/>
                  </a:lnTo>
                  <a:lnTo>
                    <a:pt x="14414" y="465407"/>
                  </a:lnTo>
                  <a:lnTo>
                    <a:pt x="9799" y="460793"/>
                  </a:lnTo>
                  <a:lnTo>
                    <a:pt x="6243" y="455471"/>
                  </a:lnTo>
                  <a:lnTo>
                    <a:pt x="3746" y="449442"/>
                  </a:lnTo>
                  <a:lnTo>
                    <a:pt x="1248" y="443412"/>
                  </a:lnTo>
                  <a:lnTo>
                    <a:pt x="0" y="437135"/>
                  </a:lnTo>
                  <a:lnTo>
                    <a:pt x="0" y="430609"/>
                  </a:lnTo>
                  <a:lnTo>
                    <a:pt x="0" y="49212"/>
                  </a:lnTo>
                  <a:lnTo>
                    <a:pt x="0" y="42686"/>
                  </a:lnTo>
                  <a:lnTo>
                    <a:pt x="1248" y="36408"/>
                  </a:lnTo>
                  <a:lnTo>
                    <a:pt x="3746" y="30379"/>
                  </a:lnTo>
                  <a:lnTo>
                    <a:pt x="6243" y="24350"/>
                  </a:lnTo>
                  <a:lnTo>
                    <a:pt x="30379" y="3746"/>
                  </a:lnTo>
                  <a:lnTo>
                    <a:pt x="36408" y="1248"/>
                  </a:lnTo>
                  <a:lnTo>
                    <a:pt x="42686" y="0"/>
                  </a:lnTo>
                  <a:lnTo>
                    <a:pt x="49212" y="0"/>
                  </a:lnTo>
                  <a:lnTo>
                    <a:pt x="215304" y="0"/>
                  </a:lnTo>
                  <a:lnTo>
                    <a:pt x="221830" y="0"/>
                  </a:lnTo>
                  <a:lnTo>
                    <a:pt x="228108" y="1248"/>
                  </a:lnTo>
                  <a:lnTo>
                    <a:pt x="260771" y="30379"/>
                  </a:lnTo>
                  <a:lnTo>
                    <a:pt x="263268" y="36408"/>
                  </a:lnTo>
                  <a:lnTo>
                    <a:pt x="264517" y="42686"/>
                  </a:lnTo>
                  <a:lnTo>
                    <a:pt x="264517" y="49212"/>
                  </a:lnTo>
                  <a:lnTo>
                    <a:pt x="264517" y="126107"/>
                  </a:lnTo>
                </a:path>
              </a:pathLst>
            </a:custGeom>
            <a:ln w="30757">
              <a:solidFill>
                <a:srgbClr val="000000"/>
              </a:solidFill>
            </a:ln>
          </p:spPr>
          <p:txBody>
            <a:bodyPr wrap="square" lIns="0" tIns="0" rIns="0" bIns="0" rtlCol="0"/>
            <a:lstStyle/>
            <a:p>
              <a:endParaRPr dirty="0"/>
            </a:p>
          </p:txBody>
        </p:sp>
        <p:sp>
          <p:nvSpPr>
            <p:cNvPr id="28" name="object 28"/>
            <p:cNvSpPr/>
            <p:nvPr/>
          </p:nvSpPr>
          <p:spPr>
            <a:xfrm>
              <a:off x="1866554" y="3975955"/>
              <a:ext cx="43815" cy="43815"/>
            </a:xfrm>
            <a:custGeom>
              <a:avLst/>
              <a:gdLst/>
              <a:ahLst/>
              <a:cxnLst/>
              <a:rect l="l" t="t" r="r" b="b"/>
              <a:pathLst>
                <a:path w="43814" h="43814">
                  <a:moveTo>
                    <a:pt x="24623" y="43485"/>
                  </a:moveTo>
                  <a:lnTo>
                    <a:pt x="0" y="24623"/>
                  </a:lnTo>
                  <a:lnTo>
                    <a:pt x="0" y="18857"/>
                  </a:lnTo>
                  <a:lnTo>
                    <a:pt x="18861" y="0"/>
                  </a:lnTo>
                  <a:lnTo>
                    <a:pt x="24628" y="0"/>
                  </a:lnTo>
                  <a:lnTo>
                    <a:pt x="27401" y="552"/>
                  </a:lnTo>
                  <a:lnTo>
                    <a:pt x="32728" y="2759"/>
                  </a:lnTo>
                  <a:lnTo>
                    <a:pt x="35080" y="4331"/>
                  </a:lnTo>
                  <a:lnTo>
                    <a:pt x="37118" y="6370"/>
                  </a:lnTo>
                  <a:lnTo>
                    <a:pt x="39157" y="8409"/>
                  </a:lnTo>
                  <a:lnTo>
                    <a:pt x="40728" y="10760"/>
                  </a:lnTo>
                  <a:lnTo>
                    <a:pt x="42934" y="16088"/>
                  </a:lnTo>
                  <a:lnTo>
                    <a:pt x="43485" y="18861"/>
                  </a:lnTo>
                  <a:lnTo>
                    <a:pt x="43485" y="24628"/>
                  </a:lnTo>
                  <a:lnTo>
                    <a:pt x="27397" y="42934"/>
                  </a:lnTo>
                  <a:lnTo>
                    <a:pt x="24623" y="43485"/>
                  </a:lnTo>
                  <a:close/>
                </a:path>
              </a:pathLst>
            </a:custGeom>
            <a:solidFill>
              <a:srgbClr val="000000"/>
            </a:solidFill>
          </p:spPr>
          <p:txBody>
            <a:bodyPr wrap="square" lIns="0" tIns="0" rIns="0" bIns="0" rtlCol="0"/>
            <a:lstStyle/>
            <a:p>
              <a:endParaRPr/>
            </a:p>
          </p:txBody>
        </p:sp>
        <p:sp>
          <p:nvSpPr>
            <p:cNvPr id="29" name="object 29"/>
            <p:cNvSpPr/>
            <p:nvPr/>
          </p:nvSpPr>
          <p:spPr>
            <a:xfrm>
              <a:off x="1869852" y="3745496"/>
              <a:ext cx="196850" cy="160020"/>
            </a:xfrm>
            <a:custGeom>
              <a:avLst/>
              <a:gdLst/>
              <a:ahLst/>
              <a:cxnLst/>
              <a:rect l="l" t="t" r="r" b="b"/>
              <a:pathLst>
                <a:path w="196850" h="160020">
                  <a:moveTo>
                    <a:pt x="0" y="67667"/>
                  </a:moveTo>
                  <a:lnTo>
                    <a:pt x="0" y="92273"/>
                  </a:lnTo>
                </a:path>
                <a:path w="196850" h="160020">
                  <a:moveTo>
                    <a:pt x="49212" y="30757"/>
                  </a:moveTo>
                  <a:lnTo>
                    <a:pt x="49212" y="129182"/>
                  </a:lnTo>
                </a:path>
                <a:path w="196850" h="160020">
                  <a:moveTo>
                    <a:pt x="98424" y="0"/>
                  </a:moveTo>
                  <a:lnTo>
                    <a:pt x="98424" y="159940"/>
                  </a:lnTo>
                </a:path>
                <a:path w="196850" h="160020">
                  <a:moveTo>
                    <a:pt x="147637" y="36909"/>
                  </a:moveTo>
                  <a:lnTo>
                    <a:pt x="147637" y="123031"/>
                  </a:lnTo>
                </a:path>
                <a:path w="196850" h="160020">
                  <a:moveTo>
                    <a:pt x="196849" y="49212"/>
                  </a:moveTo>
                  <a:lnTo>
                    <a:pt x="196849" y="110728"/>
                  </a:lnTo>
                </a:path>
              </a:pathLst>
            </a:custGeom>
            <a:ln w="30757">
              <a:solidFill>
                <a:srgbClr val="000000"/>
              </a:solidFill>
            </a:ln>
          </p:spPr>
          <p:txBody>
            <a:bodyPr wrap="square" lIns="0" tIns="0" rIns="0" bIns="0" rtlCol="0"/>
            <a:lstStyle/>
            <a:p>
              <a:endParaRPr/>
            </a:p>
          </p:txBody>
        </p:sp>
        <p:pic>
          <p:nvPicPr>
            <p:cNvPr id="30" name="object 30"/>
            <p:cNvPicPr/>
            <p:nvPr/>
          </p:nvPicPr>
          <p:blipFill>
            <a:blip r:embed="rId5" cstate="print"/>
            <a:stretch>
              <a:fillRect/>
            </a:stretch>
          </p:blipFill>
          <p:spPr>
            <a:xfrm>
              <a:off x="339028" y="4143954"/>
              <a:ext cx="676274" cy="942974"/>
            </a:xfrm>
            <a:prstGeom prst="rect">
              <a:avLst/>
            </a:prstGeom>
          </p:spPr>
        </p:pic>
        <p:sp>
          <p:nvSpPr>
            <p:cNvPr id="31" name="object 31"/>
            <p:cNvSpPr/>
            <p:nvPr/>
          </p:nvSpPr>
          <p:spPr>
            <a:xfrm>
              <a:off x="8426763" y="4874879"/>
              <a:ext cx="1254125" cy="0"/>
            </a:xfrm>
            <a:custGeom>
              <a:avLst/>
              <a:gdLst/>
              <a:ahLst/>
              <a:cxnLst/>
              <a:rect l="l" t="t" r="r" b="b"/>
              <a:pathLst>
                <a:path w="1254125">
                  <a:moveTo>
                    <a:pt x="0" y="0"/>
                  </a:moveTo>
                  <a:lnTo>
                    <a:pt x="1253963" y="0"/>
                  </a:lnTo>
                </a:path>
              </a:pathLst>
            </a:custGeom>
            <a:ln w="38099">
              <a:solidFill>
                <a:srgbClr val="000000"/>
              </a:solidFill>
            </a:ln>
          </p:spPr>
          <p:txBody>
            <a:bodyPr wrap="square" lIns="0" tIns="0" rIns="0" bIns="0" rtlCol="0"/>
            <a:lstStyle/>
            <a:p>
              <a:endParaRPr/>
            </a:p>
          </p:txBody>
        </p:sp>
        <p:sp>
          <p:nvSpPr>
            <p:cNvPr id="32" name="object 32"/>
            <p:cNvSpPr/>
            <p:nvPr/>
          </p:nvSpPr>
          <p:spPr>
            <a:xfrm>
              <a:off x="9604526" y="4817729"/>
              <a:ext cx="76200" cy="114300"/>
            </a:xfrm>
            <a:custGeom>
              <a:avLst/>
              <a:gdLst/>
              <a:ahLst/>
              <a:cxnLst/>
              <a:rect l="l" t="t" r="r" b="b"/>
              <a:pathLst>
                <a:path w="76200" h="114300">
                  <a:moveTo>
                    <a:pt x="0" y="0"/>
                  </a:moveTo>
                  <a:lnTo>
                    <a:pt x="76199" y="57149"/>
                  </a:lnTo>
                  <a:lnTo>
                    <a:pt x="0" y="114299"/>
                  </a:lnTo>
                </a:path>
              </a:pathLst>
            </a:custGeom>
            <a:ln w="38099">
              <a:solidFill>
                <a:srgbClr val="000000"/>
              </a:solidFill>
            </a:ln>
          </p:spPr>
          <p:txBody>
            <a:bodyPr wrap="square" lIns="0" tIns="0" rIns="0" bIns="0" rtlCol="0"/>
            <a:lstStyle/>
            <a:p>
              <a:endParaRPr/>
            </a:p>
          </p:txBody>
        </p:sp>
      </p:grpSp>
      <p:grpSp>
        <p:nvGrpSpPr>
          <p:cNvPr id="33" name="object 33"/>
          <p:cNvGrpSpPr/>
          <p:nvPr/>
        </p:nvGrpSpPr>
        <p:grpSpPr>
          <a:xfrm>
            <a:off x="3755343" y="4802458"/>
            <a:ext cx="1273175" cy="152400"/>
            <a:chOff x="3755343" y="4802458"/>
            <a:chExt cx="1273175" cy="152400"/>
          </a:xfrm>
        </p:grpSpPr>
        <p:sp>
          <p:nvSpPr>
            <p:cNvPr id="34" name="object 34"/>
            <p:cNvSpPr/>
            <p:nvPr/>
          </p:nvSpPr>
          <p:spPr>
            <a:xfrm>
              <a:off x="3755343" y="4878658"/>
              <a:ext cx="1254125" cy="0"/>
            </a:xfrm>
            <a:custGeom>
              <a:avLst/>
              <a:gdLst/>
              <a:ahLst/>
              <a:cxnLst/>
              <a:rect l="l" t="t" r="r" b="b"/>
              <a:pathLst>
                <a:path w="1254125">
                  <a:moveTo>
                    <a:pt x="0" y="0"/>
                  </a:moveTo>
                  <a:lnTo>
                    <a:pt x="1253963" y="0"/>
                  </a:lnTo>
                </a:path>
              </a:pathLst>
            </a:custGeom>
            <a:ln w="38099">
              <a:solidFill>
                <a:srgbClr val="000000"/>
              </a:solidFill>
            </a:ln>
          </p:spPr>
          <p:txBody>
            <a:bodyPr wrap="square" lIns="0" tIns="0" rIns="0" bIns="0" rtlCol="0"/>
            <a:lstStyle/>
            <a:p>
              <a:endParaRPr/>
            </a:p>
          </p:txBody>
        </p:sp>
        <p:sp>
          <p:nvSpPr>
            <p:cNvPr id="35" name="object 35"/>
            <p:cNvSpPr/>
            <p:nvPr/>
          </p:nvSpPr>
          <p:spPr>
            <a:xfrm>
              <a:off x="4933106" y="4821508"/>
              <a:ext cx="76200" cy="114300"/>
            </a:xfrm>
            <a:custGeom>
              <a:avLst/>
              <a:gdLst/>
              <a:ahLst/>
              <a:cxnLst/>
              <a:rect l="l" t="t" r="r" b="b"/>
              <a:pathLst>
                <a:path w="76200" h="114300">
                  <a:moveTo>
                    <a:pt x="0" y="0"/>
                  </a:moveTo>
                  <a:lnTo>
                    <a:pt x="76199" y="57149"/>
                  </a:lnTo>
                  <a:lnTo>
                    <a:pt x="0" y="114299"/>
                  </a:lnTo>
                </a:path>
              </a:pathLst>
            </a:custGeom>
            <a:ln w="38099">
              <a:solidFill>
                <a:srgbClr val="000000"/>
              </a:solidFill>
            </a:ln>
          </p:spPr>
          <p:txBody>
            <a:bodyPr wrap="square" lIns="0" tIns="0" rIns="0" bIns="0" rtlCol="0"/>
            <a:lstStyle/>
            <a:p>
              <a:endParaRPr/>
            </a:p>
          </p:txBody>
        </p:sp>
      </p:grpSp>
      <p:pic>
        <p:nvPicPr>
          <p:cNvPr id="36" name="object 36"/>
          <p:cNvPicPr/>
          <p:nvPr/>
        </p:nvPicPr>
        <p:blipFill>
          <a:blip r:embed="rId6" cstate="print"/>
          <a:stretch>
            <a:fillRect/>
          </a:stretch>
        </p:blipFill>
        <p:spPr>
          <a:xfrm>
            <a:off x="2725286" y="4413484"/>
            <a:ext cx="723899" cy="586978"/>
          </a:xfrm>
          <a:prstGeom prst="rect">
            <a:avLst/>
          </a:prstGeom>
        </p:spPr>
      </p:pic>
      <p:grpSp>
        <p:nvGrpSpPr>
          <p:cNvPr id="37" name="object 37"/>
          <p:cNvGrpSpPr/>
          <p:nvPr/>
        </p:nvGrpSpPr>
        <p:grpSpPr>
          <a:xfrm>
            <a:off x="14596859" y="4371085"/>
            <a:ext cx="1584325" cy="820419"/>
            <a:chOff x="14596859" y="4371085"/>
            <a:chExt cx="1584325" cy="820419"/>
          </a:xfrm>
        </p:grpSpPr>
        <p:sp>
          <p:nvSpPr>
            <p:cNvPr id="38" name="object 38"/>
            <p:cNvSpPr/>
            <p:nvPr/>
          </p:nvSpPr>
          <p:spPr>
            <a:xfrm>
              <a:off x="14802966" y="4775107"/>
              <a:ext cx="1377950" cy="248920"/>
            </a:xfrm>
            <a:custGeom>
              <a:avLst/>
              <a:gdLst/>
              <a:ahLst/>
              <a:cxnLst/>
              <a:rect l="l" t="t" r="r" b="b"/>
              <a:pathLst>
                <a:path w="1377950" h="248920">
                  <a:moveTo>
                    <a:pt x="64853" y="186785"/>
                  </a:moveTo>
                  <a:lnTo>
                    <a:pt x="36926" y="160266"/>
                  </a:lnTo>
                  <a:lnTo>
                    <a:pt x="16173" y="128254"/>
                  </a:lnTo>
                  <a:lnTo>
                    <a:pt x="1255" y="75970"/>
                  </a:lnTo>
                  <a:lnTo>
                    <a:pt x="0" y="45555"/>
                  </a:lnTo>
                  <a:lnTo>
                    <a:pt x="3341" y="12134"/>
                  </a:lnTo>
                  <a:lnTo>
                    <a:pt x="4500" y="4734"/>
                  </a:lnTo>
                  <a:lnTo>
                    <a:pt x="11354" y="0"/>
                  </a:lnTo>
                  <a:lnTo>
                    <a:pt x="18761" y="1172"/>
                  </a:lnTo>
                  <a:lnTo>
                    <a:pt x="26021" y="2543"/>
                  </a:lnTo>
                  <a:lnTo>
                    <a:pt x="30970" y="9549"/>
                  </a:lnTo>
                  <a:lnTo>
                    <a:pt x="29811" y="16949"/>
                  </a:lnTo>
                  <a:lnTo>
                    <a:pt x="26763" y="45629"/>
                  </a:lnTo>
                  <a:lnTo>
                    <a:pt x="32203" y="95434"/>
                  </a:lnTo>
                  <a:lnTo>
                    <a:pt x="58450" y="144328"/>
                  </a:lnTo>
                  <a:lnTo>
                    <a:pt x="112607" y="185160"/>
                  </a:lnTo>
                  <a:lnTo>
                    <a:pt x="196771" y="212354"/>
                  </a:lnTo>
                  <a:lnTo>
                    <a:pt x="250871" y="219808"/>
                  </a:lnTo>
                  <a:lnTo>
                    <a:pt x="307185" y="222373"/>
                  </a:lnTo>
                  <a:lnTo>
                    <a:pt x="363875" y="220765"/>
                  </a:lnTo>
                  <a:lnTo>
                    <a:pt x="419103" y="215703"/>
                  </a:lnTo>
                  <a:lnTo>
                    <a:pt x="471031" y="207903"/>
                  </a:lnTo>
                  <a:lnTo>
                    <a:pt x="517820" y="198082"/>
                  </a:lnTo>
                  <a:lnTo>
                    <a:pt x="557633" y="186959"/>
                  </a:lnTo>
                  <a:lnTo>
                    <a:pt x="610912" y="167540"/>
                  </a:lnTo>
                  <a:lnTo>
                    <a:pt x="662106" y="145431"/>
                  </a:lnTo>
                  <a:lnTo>
                    <a:pt x="711730" y="121895"/>
                  </a:lnTo>
                  <a:lnTo>
                    <a:pt x="760301" y="98194"/>
                  </a:lnTo>
                  <a:lnTo>
                    <a:pt x="808335" y="75593"/>
                  </a:lnTo>
                  <a:lnTo>
                    <a:pt x="856348" y="55354"/>
                  </a:lnTo>
                  <a:lnTo>
                    <a:pt x="899286" y="40233"/>
                  </a:lnTo>
                  <a:lnTo>
                    <a:pt x="942918" y="28688"/>
                  </a:lnTo>
                  <a:lnTo>
                    <a:pt x="987582" y="21522"/>
                  </a:lnTo>
                  <a:lnTo>
                    <a:pt x="1033612" y="19537"/>
                  </a:lnTo>
                  <a:lnTo>
                    <a:pt x="1081343" y="23537"/>
                  </a:lnTo>
                  <a:lnTo>
                    <a:pt x="1131112" y="34325"/>
                  </a:lnTo>
                  <a:lnTo>
                    <a:pt x="1183255" y="52703"/>
                  </a:lnTo>
                  <a:lnTo>
                    <a:pt x="1226272" y="72803"/>
                  </a:lnTo>
                  <a:lnTo>
                    <a:pt x="1267210" y="96703"/>
                  </a:lnTo>
                  <a:lnTo>
                    <a:pt x="1304883" y="124960"/>
                  </a:lnTo>
                  <a:lnTo>
                    <a:pt x="1338102" y="158136"/>
                  </a:lnTo>
                  <a:lnTo>
                    <a:pt x="1330218" y="129107"/>
                  </a:lnTo>
                  <a:lnTo>
                    <a:pt x="1320791" y="100575"/>
                  </a:lnTo>
                  <a:lnTo>
                    <a:pt x="1309439" y="72862"/>
                  </a:lnTo>
                  <a:lnTo>
                    <a:pt x="1295784" y="46290"/>
                  </a:lnTo>
                  <a:lnTo>
                    <a:pt x="1291974" y="39817"/>
                  </a:lnTo>
                  <a:lnTo>
                    <a:pt x="1294260" y="31719"/>
                  </a:lnTo>
                  <a:lnTo>
                    <a:pt x="1307199" y="24127"/>
                  </a:lnTo>
                  <a:lnTo>
                    <a:pt x="1315306" y="26427"/>
                  </a:lnTo>
                  <a:lnTo>
                    <a:pt x="1319117" y="32901"/>
                  </a:lnTo>
                  <a:lnTo>
                    <a:pt x="1335363" y="64872"/>
                  </a:lnTo>
                  <a:lnTo>
                    <a:pt x="1348564" y="98211"/>
                  </a:lnTo>
                  <a:lnTo>
                    <a:pt x="1359352" y="132410"/>
                  </a:lnTo>
                  <a:lnTo>
                    <a:pt x="1370486" y="175050"/>
                  </a:lnTo>
                  <a:lnTo>
                    <a:pt x="1373195" y="184886"/>
                  </a:lnTo>
                  <a:lnTo>
                    <a:pt x="1375726" y="195508"/>
                  </a:lnTo>
                  <a:lnTo>
                    <a:pt x="1377322" y="205958"/>
                  </a:lnTo>
                  <a:lnTo>
                    <a:pt x="1377898" y="214329"/>
                  </a:lnTo>
                  <a:lnTo>
                    <a:pt x="1376938" y="221874"/>
                  </a:lnTo>
                  <a:lnTo>
                    <a:pt x="1374084" y="227415"/>
                  </a:lnTo>
                  <a:lnTo>
                    <a:pt x="1370845" y="233895"/>
                  </a:lnTo>
                  <a:lnTo>
                    <a:pt x="1365835" y="235708"/>
                  </a:lnTo>
                  <a:lnTo>
                    <a:pt x="1358242" y="235621"/>
                  </a:lnTo>
                  <a:lnTo>
                    <a:pt x="1355672" y="234952"/>
                  </a:lnTo>
                  <a:lnTo>
                    <a:pt x="1351262" y="232622"/>
                  </a:lnTo>
                  <a:lnTo>
                    <a:pt x="1347634" y="229646"/>
                  </a:lnTo>
                  <a:lnTo>
                    <a:pt x="1346641" y="228914"/>
                  </a:lnTo>
                  <a:lnTo>
                    <a:pt x="1288875" y="207189"/>
                  </a:lnTo>
                  <a:lnTo>
                    <a:pt x="1220886" y="189644"/>
                  </a:lnTo>
                  <a:lnTo>
                    <a:pt x="1179682" y="184867"/>
                  </a:lnTo>
                  <a:lnTo>
                    <a:pt x="1174096" y="178310"/>
                  </a:lnTo>
                  <a:lnTo>
                    <a:pt x="1175036" y="163719"/>
                  </a:lnTo>
                  <a:lnTo>
                    <a:pt x="1181587" y="158149"/>
                  </a:lnTo>
                  <a:lnTo>
                    <a:pt x="1188887" y="158633"/>
                  </a:lnTo>
                  <a:lnTo>
                    <a:pt x="1224794" y="163092"/>
                  </a:lnTo>
                  <a:lnTo>
                    <a:pt x="1261062" y="170998"/>
                  </a:lnTo>
                  <a:lnTo>
                    <a:pt x="1296738" y="181504"/>
                  </a:lnTo>
                  <a:lnTo>
                    <a:pt x="1330863" y="193764"/>
                  </a:lnTo>
                  <a:lnTo>
                    <a:pt x="1331407" y="193859"/>
                  </a:lnTo>
                  <a:lnTo>
                    <a:pt x="1332002" y="194297"/>
                  </a:lnTo>
                  <a:lnTo>
                    <a:pt x="1332546" y="194391"/>
                  </a:lnTo>
                  <a:lnTo>
                    <a:pt x="1300210" y="156408"/>
                  </a:lnTo>
                  <a:lnTo>
                    <a:pt x="1261740" y="124884"/>
                  </a:lnTo>
                  <a:lnTo>
                    <a:pt x="1218861" y="98882"/>
                  </a:lnTo>
                  <a:lnTo>
                    <a:pt x="1173296" y="77466"/>
                  </a:lnTo>
                  <a:lnTo>
                    <a:pt x="1116448" y="58093"/>
                  </a:lnTo>
                  <a:lnTo>
                    <a:pt x="1062547" y="48284"/>
                  </a:lnTo>
                  <a:lnTo>
                    <a:pt x="1011097" y="46818"/>
                  </a:lnTo>
                  <a:lnTo>
                    <a:pt x="961604" y="52472"/>
                  </a:lnTo>
                  <a:lnTo>
                    <a:pt x="913571" y="64024"/>
                  </a:lnTo>
                  <a:lnTo>
                    <a:pt x="866503" y="80251"/>
                  </a:lnTo>
                  <a:lnTo>
                    <a:pt x="818240" y="100590"/>
                  </a:lnTo>
                  <a:lnTo>
                    <a:pt x="769952" y="123253"/>
                  </a:lnTo>
                  <a:lnTo>
                    <a:pt x="721123" y="146996"/>
                  </a:lnTo>
                  <a:lnTo>
                    <a:pt x="671241" y="170574"/>
                  </a:lnTo>
                  <a:lnTo>
                    <a:pt x="619792" y="192745"/>
                  </a:lnTo>
                  <a:lnTo>
                    <a:pt x="566263" y="212263"/>
                  </a:lnTo>
                  <a:lnTo>
                    <a:pt x="487405" y="231906"/>
                  </a:lnTo>
                  <a:lnTo>
                    <a:pt x="440473" y="239650"/>
                  </a:lnTo>
                  <a:lnTo>
                    <a:pt x="390325" y="245320"/>
                  </a:lnTo>
                  <a:lnTo>
                    <a:pt x="338301" y="248402"/>
                  </a:lnTo>
                  <a:lnTo>
                    <a:pt x="285741" y="248380"/>
                  </a:lnTo>
                  <a:lnTo>
                    <a:pt x="233986" y="244739"/>
                  </a:lnTo>
                  <a:lnTo>
                    <a:pt x="184374" y="236963"/>
                  </a:lnTo>
                  <a:lnTo>
                    <a:pt x="138246" y="224537"/>
                  </a:lnTo>
                  <a:lnTo>
                    <a:pt x="98958" y="208109"/>
                  </a:lnTo>
                  <a:lnTo>
                    <a:pt x="64853" y="186785"/>
                  </a:lnTo>
                  <a:close/>
                </a:path>
              </a:pathLst>
            </a:custGeom>
            <a:solidFill>
              <a:srgbClr val="000000"/>
            </a:solidFill>
          </p:spPr>
          <p:txBody>
            <a:bodyPr wrap="square" lIns="0" tIns="0" rIns="0" bIns="0" rtlCol="0"/>
            <a:lstStyle/>
            <a:p>
              <a:endParaRPr/>
            </a:p>
          </p:txBody>
        </p:sp>
        <p:pic>
          <p:nvPicPr>
            <p:cNvPr id="39" name="object 39"/>
            <p:cNvPicPr/>
            <p:nvPr/>
          </p:nvPicPr>
          <p:blipFill>
            <a:blip r:embed="rId7" cstate="print"/>
            <a:stretch>
              <a:fillRect/>
            </a:stretch>
          </p:blipFill>
          <p:spPr>
            <a:xfrm>
              <a:off x="14596859" y="4371085"/>
              <a:ext cx="400049" cy="809624"/>
            </a:xfrm>
            <a:prstGeom prst="rect">
              <a:avLst/>
            </a:prstGeom>
          </p:spPr>
        </p:pic>
        <p:pic>
          <p:nvPicPr>
            <p:cNvPr id="40" name="object 40"/>
            <p:cNvPicPr/>
            <p:nvPr/>
          </p:nvPicPr>
          <p:blipFill>
            <a:blip r:embed="rId8" cstate="print"/>
            <a:stretch>
              <a:fillRect/>
            </a:stretch>
          </p:blipFill>
          <p:spPr>
            <a:xfrm>
              <a:off x="14854839" y="4743578"/>
              <a:ext cx="514349" cy="447674"/>
            </a:xfrm>
            <a:prstGeom prst="rect">
              <a:avLst/>
            </a:prstGeom>
          </p:spPr>
        </p:pic>
      </p:grpSp>
      <p:grpSp>
        <p:nvGrpSpPr>
          <p:cNvPr id="41" name="object 41"/>
          <p:cNvGrpSpPr/>
          <p:nvPr/>
        </p:nvGrpSpPr>
        <p:grpSpPr>
          <a:xfrm>
            <a:off x="13237764" y="4821899"/>
            <a:ext cx="1281430" cy="152400"/>
            <a:chOff x="13237764" y="4821899"/>
            <a:chExt cx="1281430" cy="152400"/>
          </a:xfrm>
        </p:grpSpPr>
        <p:sp>
          <p:nvSpPr>
            <p:cNvPr id="42" name="object 42"/>
            <p:cNvSpPr/>
            <p:nvPr/>
          </p:nvSpPr>
          <p:spPr>
            <a:xfrm>
              <a:off x="13256814" y="4897786"/>
              <a:ext cx="1243330" cy="5715"/>
            </a:xfrm>
            <a:custGeom>
              <a:avLst/>
              <a:gdLst/>
              <a:ahLst/>
              <a:cxnLst/>
              <a:rect l="l" t="t" r="r" b="b"/>
              <a:pathLst>
                <a:path w="1243330" h="5714">
                  <a:moveTo>
                    <a:pt x="0" y="5096"/>
                  </a:moveTo>
                  <a:lnTo>
                    <a:pt x="1242722" y="0"/>
                  </a:lnTo>
                </a:path>
              </a:pathLst>
            </a:custGeom>
            <a:ln w="38099">
              <a:solidFill>
                <a:srgbClr val="000000"/>
              </a:solidFill>
            </a:ln>
          </p:spPr>
          <p:txBody>
            <a:bodyPr wrap="square" lIns="0" tIns="0" rIns="0" bIns="0" rtlCol="0"/>
            <a:lstStyle/>
            <a:p>
              <a:endParaRPr/>
            </a:p>
          </p:txBody>
        </p:sp>
        <p:sp>
          <p:nvSpPr>
            <p:cNvPr id="43" name="object 43"/>
            <p:cNvSpPr/>
            <p:nvPr/>
          </p:nvSpPr>
          <p:spPr>
            <a:xfrm>
              <a:off x="14423102" y="4840949"/>
              <a:ext cx="76835" cy="114300"/>
            </a:xfrm>
            <a:custGeom>
              <a:avLst/>
              <a:gdLst/>
              <a:ahLst/>
              <a:cxnLst/>
              <a:rect l="l" t="t" r="r" b="b"/>
              <a:pathLst>
                <a:path w="76834" h="114300">
                  <a:moveTo>
                    <a:pt x="0" y="0"/>
                  </a:moveTo>
                  <a:lnTo>
                    <a:pt x="76433" y="56837"/>
                  </a:lnTo>
                  <a:lnTo>
                    <a:pt x="468" y="114299"/>
                  </a:lnTo>
                </a:path>
              </a:pathLst>
            </a:custGeom>
            <a:ln w="38099">
              <a:solidFill>
                <a:srgbClr val="000000"/>
              </a:solidFill>
            </a:ln>
          </p:spPr>
          <p:txBody>
            <a:bodyPr wrap="square" lIns="0" tIns="0" rIns="0" bIns="0" rtlCol="0"/>
            <a:lstStyle/>
            <a:p>
              <a:endParaRPr/>
            </a:p>
          </p:txBody>
        </p:sp>
      </p:grpSp>
      <p:grpSp>
        <p:nvGrpSpPr>
          <p:cNvPr id="44" name="object 44"/>
          <p:cNvGrpSpPr/>
          <p:nvPr/>
        </p:nvGrpSpPr>
        <p:grpSpPr>
          <a:xfrm>
            <a:off x="14701266" y="3508342"/>
            <a:ext cx="3403220" cy="778027"/>
            <a:chOff x="14701266" y="3508342"/>
            <a:chExt cx="3403220" cy="778027"/>
          </a:xfrm>
        </p:grpSpPr>
        <p:sp>
          <p:nvSpPr>
            <p:cNvPr id="45" name="object 45"/>
            <p:cNvSpPr/>
            <p:nvPr/>
          </p:nvSpPr>
          <p:spPr>
            <a:xfrm>
              <a:off x="15411451" y="3508342"/>
              <a:ext cx="2693035" cy="778027"/>
            </a:xfrm>
            <a:custGeom>
              <a:avLst/>
              <a:gdLst/>
              <a:ahLst/>
              <a:cxnLst/>
              <a:rect l="l" t="t" r="r" b="b"/>
              <a:pathLst>
                <a:path w="2693034" h="683895">
                  <a:moveTo>
                    <a:pt x="104765" y="19049"/>
                  </a:moveTo>
                  <a:lnTo>
                    <a:pt x="85715" y="19049"/>
                  </a:lnTo>
                  <a:lnTo>
                    <a:pt x="85715" y="0"/>
                  </a:lnTo>
                  <a:lnTo>
                    <a:pt x="104765" y="0"/>
                  </a:lnTo>
                  <a:lnTo>
                    <a:pt x="104765" y="19049"/>
                  </a:lnTo>
                  <a:close/>
                </a:path>
                <a:path w="2693034" h="683895">
                  <a:moveTo>
                    <a:pt x="142865" y="19049"/>
                  </a:moveTo>
                  <a:lnTo>
                    <a:pt x="123815" y="19049"/>
                  </a:lnTo>
                  <a:lnTo>
                    <a:pt x="123815" y="0"/>
                  </a:lnTo>
                  <a:lnTo>
                    <a:pt x="142865" y="0"/>
                  </a:lnTo>
                  <a:lnTo>
                    <a:pt x="142865" y="19049"/>
                  </a:lnTo>
                  <a:close/>
                </a:path>
                <a:path w="2693034" h="683895">
                  <a:moveTo>
                    <a:pt x="180965" y="19049"/>
                  </a:moveTo>
                  <a:lnTo>
                    <a:pt x="161915" y="19049"/>
                  </a:lnTo>
                  <a:lnTo>
                    <a:pt x="161915" y="0"/>
                  </a:lnTo>
                  <a:lnTo>
                    <a:pt x="180965" y="0"/>
                  </a:lnTo>
                  <a:lnTo>
                    <a:pt x="180965" y="19049"/>
                  </a:lnTo>
                  <a:close/>
                </a:path>
                <a:path w="2693034" h="683895">
                  <a:moveTo>
                    <a:pt x="219065" y="19049"/>
                  </a:moveTo>
                  <a:lnTo>
                    <a:pt x="200015" y="19049"/>
                  </a:lnTo>
                  <a:lnTo>
                    <a:pt x="200015" y="0"/>
                  </a:lnTo>
                  <a:lnTo>
                    <a:pt x="219065" y="0"/>
                  </a:lnTo>
                  <a:lnTo>
                    <a:pt x="219065" y="19049"/>
                  </a:lnTo>
                  <a:close/>
                </a:path>
                <a:path w="2693034" h="683895">
                  <a:moveTo>
                    <a:pt x="257165" y="19049"/>
                  </a:moveTo>
                  <a:lnTo>
                    <a:pt x="238115" y="19049"/>
                  </a:lnTo>
                  <a:lnTo>
                    <a:pt x="238115" y="0"/>
                  </a:lnTo>
                  <a:lnTo>
                    <a:pt x="257165" y="0"/>
                  </a:lnTo>
                  <a:lnTo>
                    <a:pt x="257165" y="19049"/>
                  </a:lnTo>
                  <a:close/>
                </a:path>
                <a:path w="2693034" h="683895">
                  <a:moveTo>
                    <a:pt x="295265" y="19049"/>
                  </a:moveTo>
                  <a:lnTo>
                    <a:pt x="276215" y="19049"/>
                  </a:lnTo>
                  <a:lnTo>
                    <a:pt x="276215" y="0"/>
                  </a:lnTo>
                  <a:lnTo>
                    <a:pt x="295265" y="0"/>
                  </a:lnTo>
                  <a:lnTo>
                    <a:pt x="295265" y="19049"/>
                  </a:lnTo>
                  <a:close/>
                </a:path>
                <a:path w="2693034" h="683895">
                  <a:moveTo>
                    <a:pt x="333365" y="19049"/>
                  </a:moveTo>
                  <a:lnTo>
                    <a:pt x="314315" y="19049"/>
                  </a:lnTo>
                  <a:lnTo>
                    <a:pt x="314315" y="0"/>
                  </a:lnTo>
                  <a:lnTo>
                    <a:pt x="333365" y="0"/>
                  </a:lnTo>
                  <a:lnTo>
                    <a:pt x="333365" y="19049"/>
                  </a:lnTo>
                  <a:close/>
                </a:path>
                <a:path w="2693034" h="683895">
                  <a:moveTo>
                    <a:pt x="371465" y="19049"/>
                  </a:moveTo>
                  <a:lnTo>
                    <a:pt x="352415" y="19049"/>
                  </a:lnTo>
                  <a:lnTo>
                    <a:pt x="352415" y="0"/>
                  </a:lnTo>
                  <a:lnTo>
                    <a:pt x="371465" y="0"/>
                  </a:lnTo>
                  <a:lnTo>
                    <a:pt x="371465" y="19049"/>
                  </a:lnTo>
                  <a:close/>
                </a:path>
                <a:path w="2693034" h="683895">
                  <a:moveTo>
                    <a:pt x="409565" y="19049"/>
                  </a:moveTo>
                  <a:lnTo>
                    <a:pt x="390515" y="19049"/>
                  </a:lnTo>
                  <a:lnTo>
                    <a:pt x="390515" y="0"/>
                  </a:lnTo>
                  <a:lnTo>
                    <a:pt x="409565" y="0"/>
                  </a:lnTo>
                  <a:lnTo>
                    <a:pt x="409565" y="19049"/>
                  </a:lnTo>
                  <a:close/>
                </a:path>
                <a:path w="2693034" h="683895">
                  <a:moveTo>
                    <a:pt x="447665" y="19049"/>
                  </a:moveTo>
                  <a:lnTo>
                    <a:pt x="428615" y="19049"/>
                  </a:lnTo>
                  <a:lnTo>
                    <a:pt x="428615" y="0"/>
                  </a:lnTo>
                  <a:lnTo>
                    <a:pt x="447665" y="0"/>
                  </a:lnTo>
                  <a:lnTo>
                    <a:pt x="447665" y="19049"/>
                  </a:lnTo>
                  <a:close/>
                </a:path>
                <a:path w="2693034" h="683895">
                  <a:moveTo>
                    <a:pt x="485765" y="19049"/>
                  </a:moveTo>
                  <a:lnTo>
                    <a:pt x="466715" y="19049"/>
                  </a:lnTo>
                  <a:lnTo>
                    <a:pt x="466715" y="0"/>
                  </a:lnTo>
                  <a:lnTo>
                    <a:pt x="485765" y="0"/>
                  </a:lnTo>
                  <a:lnTo>
                    <a:pt x="485765" y="19049"/>
                  </a:lnTo>
                  <a:close/>
                </a:path>
                <a:path w="2693034" h="683895">
                  <a:moveTo>
                    <a:pt x="523865" y="19049"/>
                  </a:moveTo>
                  <a:lnTo>
                    <a:pt x="504815" y="19049"/>
                  </a:lnTo>
                  <a:lnTo>
                    <a:pt x="504815" y="0"/>
                  </a:lnTo>
                  <a:lnTo>
                    <a:pt x="523865" y="0"/>
                  </a:lnTo>
                  <a:lnTo>
                    <a:pt x="523865" y="19049"/>
                  </a:lnTo>
                  <a:close/>
                </a:path>
                <a:path w="2693034" h="683895">
                  <a:moveTo>
                    <a:pt x="561965" y="19049"/>
                  </a:moveTo>
                  <a:lnTo>
                    <a:pt x="542915" y="19049"/>
                  </a:lnTo>
                  <a:lnTo>
                    <a:pt x="542915" y="0"/>
                  </a:lnTo>
                  <a:lnTo>
                    <a:pt x="561965" y="0"/>
                  </a:lnTo>
                  <a:lnTo>
                    <a:pt x="561965" y="19049"/>
                  </a:lnTo>
                  <a:close/>
                </a:path>
                <a:path w="2693034" h="683895">
                  <a:moveTo>
                    <a:pt x="600065" y="19049"/>
                  </a:moveTo>
                  <a:lnTo>
                    <a:pt x="581015" y="19049"/>
                  </a:lnTo>
                  <a:lnTo>
                    <a:pt x="581015" y="0"/>
                  </a:lnTo>
                  <a:lnTo>
                    <a:pt x="600065" y="0"/>
                  </a:lnTo>
                  <a:lnTo>
                    <a:pt x="600065" y="19049"/>
                  </a:lnTo>
                  <a:close/>
                </a:path>
                <a:path w="2693034" h="683895">
                  <a:moveTo>
                    <a:pt x="638165" y="19049"/>
                  </a:moveTo>
                  <a:lnTo>
                    <a:pt x="619115" y="19049"/>
                  </a:lnTo>
                  <a:lnTo>
                    <a:pt x="619115" y="0"/>
                  </a:lnTo>
                  <a:lnTo>
                    <a:pt x="638165" y="0"/>
                  </a:lnTo>
                  <a:lnTo>
                    <a:pt x="638165" y="19049"/>
                  </a:lnTo>
                  <a:close/>
                </a:path>
                <a:path w="2693034" h="683895">
                  <a:moveTo>
                    <a:pt x="676265" y="19049"/>
                  </a:moveTo>
                  <a:lnTo>
                    <a:pt x="657215" y="19049"/>
                  </a:lnTo>
                  <a:lnTo>
                    <a:pt x="657215" y="0"/>
                  </a:lnTo>
                  <a:lnTo>
                    <a:pt x="676265" y="0"/>
                  </a:lnTo>
                  <a:lnTo>
                    <a:pt x="676265" y="19049"/>
                  </a:lnTo>
                  <a:close/>
                </a:path>
                <a:path w="2693034" h="683895">
                  <a:moveTo>
                    <a:pt x="714365" y="19049"/>
                  </a:moveTo>
                  <a:lnTo>
                    <a:pt x="695315" y="19049"/>
                  </a:lnTo>
                  <a:lnTo>
                    <a:pt x="695315" y="0"/>
                  </a:lnTo>
                  <a:lnTo>
                    <a:pt x="714365" y="0"/>
                  </a:lnTo>
                  <a:lnTo>
                    <a:pt x="714365" y="19049"/>
                  </a:lnTo>
                  <a:close/>
                </a:path>
                <a:path w="2693034" h="683895">
                  <a:moveTo>
                    <a:pt x="752465" y="19049"/>
                  </a:moveTo>
                  <a:lnTo>
                    <a:pt x="733415" y="19049"/>
                  </a:lnTo>
                  <a:lnTo>
                    <a:pt x="733415" y="0"/>
                  </a:lnTo>
                  <a:lnTo>
                    <a:pt x="752465" y="0"/>
                  </a:lnTo>
                  <a:lnTo>
                    <a:pt x="752465" y="19049"/>
                  </a:lnTo>
                  <a:close/>
                </a:path>
                <a:path w="2693034" h="683895">
                  <a:moveTo>
                    <a:pt x="790565" y="19049"/>
                  </a:moveTo>
                  <a:lnTo>
                    <a:pt x="771515" y="19049"/>
                  </a:lnTo>
                  <a:lnTo>
                    <a:pt x="771515" y="0"/>
                  </a:lnTo>
                  <a:lnTo>
                    <a:pt x="790565" y="0"/>
                  </a:lnTo>
                  <a:lnTo>
                    <a:pt x="790565" y="19049"/>
                  </a:lnTo>
                  <a:close/>
                </a:path>
                <a:path w="2693034" h="683895">
                  <a:moveTo>
                    <a:pt x="828665" y="19049"/>
                  </a:moveTo>
                  <a:lnTo>
                    <a:pt x="809615" y="19049"/>
                  </a:lnTo>
                  <a:lnTo>
                    <a:pt x="809615" y="0"/>
                  </a:lnTo>
                  <a:lnTo>
                    <a:pt x="828665" y="0"/>
                  </a:lnTo>
                  <a:lnTo>
                    <a:pt x="828665" y="19049"/>
                  </a:lnTo>
                  <a:close/>
                </a:path>
                <a:path w="2693034" h="683895">
                  <a:moveTo>
                    <a:pt x="866765" y="19049"/>
                  </a:moveTo>
                  <a:lnTo>
                    <a:pt x="847715" y="19049"/>
                  </a:lnTo>
                  <a:lnTo>
                    <a:pt x="847715" y="0"/>
                  </a:lnTo>
                  <a:lnTo>
                    <a:pt x="866765" y="0"/>
                  </a:lnTo>
                  <a:lnTo>
                    <a:pt x="866765" y="19049"/>
                  </a:lnTo>
                  <a:close/>
                </a:path>
                <a:path w="2693034" h="683895">
                  <a:moveTo>
                    <a:pt x="904865" y="19049"/>
                  </a:moveTo>
                  <a:lnTo>
                    <a:pt x="885815" y="19049"/>
                  </a:lnTo>
                  <a:lnTo>
                    <a:pt x="885815" y="0"/>
                  </a:lnTo>
                  <a:lnTo>
                    <a:pt x="904865" y="0"/>
                  </a:lnTo>
                  <a:lnTo>
                    <a:pt x="904865" y="19049"/>
                  </a:lnTo>
                  <a:close/>
                </a:path>
                <a:path w="2693034" h="683895">
                  <a:moveTo>
                    <a:pt x="942965" y="19049"/>
                  </a:moveTo>
                  <a:lnTo>
                    <a:pt x="923915" y="19049"/>
                  </a:lnTo>
                  <a:lnTo>
                    <a:pt x="923915" y="0"/>
                  </a:lnTo>
                  <a:lnTo>
                    <a:pt x="942965" y="0"/>
                  </a:lnTo>
                  <a:lnTo>
                    <a:pt x="942965" y="19049"/>
                  </a:lnTo>
                  <a:close/>
                </a:path>
                <a:path w="2693034" h="683895">
                  <a:moveTo>
                    <a:pt x="981064" y="19049"/>
                  </a:moveTo>
                  <a:lnTo>
                    <a:pt x="962015" y="19049"/>
                  </a:lnTo>
                  <a:lnTo>
                    <a:pt x="962015" y="0"/>
                  </a:lnTo>
                  <a:lnTo>
                    <a:pt x="981064" y="0"/>
                  </a:lnTo>
                  <a:lnTo>
                    <a:pt x="981064" y="19049"/>
                  </a:lnTo>
                  <a:close/>
                </a:path>
                <a:path w="2693034" h="683895">
                  <a:moveTo>
                    <a:pt x="1019165" y="19049"/>
                  </a:moveTo>
                  <a:lnTo>
                    <a:pt x="1000115" y="19049"/>
                  </a:lnTo>
                  <a:lnTo>
                    <a:pt x="1000115" y="0"/>
                  </a:lnTo>
                  <a:lnTo>
                    <a:pt x="1019165" y="0"/>
                  </a:lnTo>
                  <a:lnTo>
                    <a:pt x="1019165" y="19049"/>
                  </a:lnTo>
                  <a:close/>
                </a:path>
                <a:path w="2693034" h="683895">
                  <a:moveTo>
                    <a:pt x="1057265" y="19049"/>
                  </a:moveTo>
                  <a:lnTo>
                    <a:pt x="1038215" y="19049"/>
                  </a:lnTo>
                  <a:lnTo>
                    <a:pt x="1038215" y="0"/>
                  </a:lnTo>
                  <a:lnTo>
                    <a:pt x="1057265" y="0"/>
                  </a:lnTo>
                  <a:lnTo>
                    <a:pt x="1057265" y="19049"/>
                  </a:lnTo>
                  <a:close/>
                </a:path>
                <a:path w="2693034" h="683895">
                  <a:moveTo>
                    <a:pt x="1095365" y="19049"/>
                  </a:moveTo>
                  <a:lnTo>
                    <a:pt x="1076315" y="19049"/>
                  </a:lnTo>
                  <a:lnTo>
                    <a:pt x="1076315" y="0"/>
                  </a:lnTo>
                  <a:lnTo>
                    <a:pt x="1095365" y="0"/>
                  </a:lnTo>
                  <a:lnTo>
                    <a:pt x="1095365" y="19049"/>
                  </a:lnTo>
                  <a:close/>
                </a:path>
                <a:path w="2693034" h="683895">
                  <a:moveTo>
                    <a:pt x="1133465" y="19049"/>
                  </a:moveTo>
                  <a:lnTo>
                    <a:pt x="1114415" y="19049"/>
                  </a:lnTo>
                  <a:lnTo>
                    <a:pt x="1114415" y="0"/>
                  </a:lnTo>
                  <a:lnTo>
                    <a:pt x="1133465" y="0"/>
                  </a:lnTo>
                  <a:lnTo>
                    <a:pt x="1133465" y="19049"/>
                  </a:lnTo>
                  <a:close/>
                </a:path>
                <a:path w="2693034" h="683895">
                  <a:moveTo>
                    <a:pt x="1171565" y="19049"/>
                  </a:moveTo>
                  <a:lnTo>
                    <a:pt x="1152515" y="19049"/>
                  </a:lnTo>
                  <a:lnTo>
                    <a:pt x="1152515" y="0"/>
                  </a:lnTo>
                  <a:lnTo>
                    <a:pt x="1171565" y="0"/>
                  </a:lnTo>
                  <a:lnTo>
                    <a:pt x="1171565" y="19049"/>
                  </a:lnTo>
                  <a:close/>
                </a:path>
                <a:path w="2693034" h="683895">
                  <a:moveTo>
                    <a:pt x="1209665" y="19049"/>
                  </a:moveTo>
                  <a:lnTo>
                    <a:pt x="1190615" y="19049"/>
                  </a:lnTo>
                  <a:lnTo>
                    <a:pt x="1190615" y="0"/>
                  </a:lnTo>
                  <a:lnTo>
                    <a:pt x="1209665" y="0"/>
                  </a:lnTo>
                  <a:lnTo>
                    <a:pt x="1209665" y="19049"/>
                  </a:lnTo>
                  <a:close/>
                </a:path>
                <a:path w="2693034" h="683895">
                  <a:moveTo>
                    <a:pt x="1247764" y="19049"/>
                  </a:moveTo>
                  <a:lnTo>
                    <a:pt x="1228715" y="19049"/>
                  </a:lnTo>
                  <a:lnTo>
                    <a:pt x="1228715" y="0"/>
                  </a:lnTo>
                  <a:lnTo>
                    <a:pt x="1247764" y="0"/>
                  </a:lnTo>
                  <a:lnTo>
                    <a:pt x="1247764" y="19049"/>
                  </a:lnTo>
                  <a:close/>
                </a:path>
                <a:path w="2693034" h="683895">
                  <a:moveTo>
                    <a:pt x="1285864" y="19049"/>
                  </a:moveTo>
                  <a:lnTo>
                    <a:pt x="1266814" y="19049"/>
                  </a:lnTo>
                  <a:lnTo>
                    <a:pt x="1266814" y="0"/>
                  </a:lnTo>
                  <a:lnTo>
                    <a:pt x="1285864" y="0"/>
                  </a:lnTo>
                  <a:lnTo>
                    <a:pt x="1285864" y="19049"/>
                  </a:lnTo>
                  <a:close/>
                </a:path>
                <a:path w="2693034" h="683895">
                  <a:moveTo>
                    <a:pt x="1323964" y="19049"/>
                  </a:moveTo>
                  <a:lnTo>
                    <a:pt x="1304914" y="19049"/>
                  </a:lnTo>
                  <a:lnTo>
                    <a:pt x="1304914" y="0"/>
                  </a:lnTo>
                  <a:lnTo>
                    <a:pt x="1323964" y="0"/>
                  </a:lnTo>
                  <a:lnTo>
                    <a:pt x="1323964" y="19049"/>
                  </a:lnTo>
                  <a:close/>
                </a:path>
                <a:path w="2693034" h="683895">
                  <a:moveTo>
                    <a:pt x="1362064" y="19049"/>
                  </a:moveTo>
                  <a:lnTo>
                    <a:pt x="1343014" y="19049"/>
                  </a:lnTo>
                  <a:lnTo>
                    <a:pt x="1343014" y="0"/>
                  </a:lnTo>
                  <a:lnTo>
                    <a:pt x="1362064" y="0"/>
                  </a:lnTo>
                  <a:lnTo>
                    <a:pt x="1362064" y="19049"/>
                  </a:lnTo>
                  <a:close/>
                </a:path>
                <a:path w="2693034" h="683895">
                  <a:moveTo>
                    <a:pt x="1400164" y="19049"/>
                  </a:moveTo>
                  <a:lnTo>
                    <a:pt x="1381114" y="19049"/>
                  </a:lnTo>
                  <a:lnTo>
                    <a:pt x="1381114" y="0"/>
                  </a:lnTo>
                  <a:lnTo>
                    <a:pt x="1400164" y="0"/>
                  </a:lnTo>
                  <a:lnTo>
                    <a:pt x="1400164" y="19049"/>
                  </a:lnTo>
                  <a:close/>
                </a:path>
                <a:path w="2693034" h="683895">
                  <a:moveTo>
                    <a:pt x="1438264" y="19049"/>
                  </a:moveTo>
                  <a:lnTo>
                    <a:pt x="1419214" y="19049"/>
                  </a:lnTo>
                  <a:lnTo>
                    <a:pt x="1419214" y="0"/>
                  </a:lnTo>
                  <a:lnTo>
                    <a:pt x="1438264" y="0"/>
                  </a:lnTo>
                  <a:lnTo>
                    <a:pt x="1438264" y="19049"/>
                  </a:lnTo>
                  <a:close/>
                </a:path>
                <a:path w="2693034" h="683895">
                  <a:moveTo>
                    <a:pt x="1476364" y="19049"/>
                  </a:moveTo>
                  <a:lnTo>
                    <a:pt x="1457314" y="19049"/>
                  </a:lnTo>
                  <a:lnTo>
                    <a:pt x="1457314" y="0"/>
                  </a:lnTo>
                  <a:lnTo>
                    <a:pt x="1476364" y="0"/>
                  </a:lnTo>
                  <a:lnTo>
                    <a:pt x="1476364" y="19049"/>
                  </a:lnTo>
                  <a:close/>
                </a:path>
                <a:path w="2693034" h="683895">
                  <a:moveTo>
                    <a:pt x="1514464" y="19049"/>
                  </a:moveTo>
                  <a:lnTo>
                    <a:pt x="1495414" y="19049"/>
                  </a:lnTo>
                  <a:lnTo>
                    <a:pt x="1495414" y="0"/>
                  </a:lnTo>
                  <a:lnTo>
                    <a:pt x="1514464" y="0"/>
                  </a:lnTo>
                  <a:lnTo>
                    <a:pt x="1514464" y="19049"/>
                  </a:lnTo>
                  <a:close/>
                </a:path>
                <a:path w="2693034" h="683895">
                  <a:moveTo>
                    <a:pt x="1552564" y="19049"/>
                  </a:moveTo>
                  <a:lnTo>
                    <a:pt x="1533514" y="19049"/>
                  </a:lnTo>
                  <a:lnTo>
                    <a:pt x="1533514" y="0"/>
                  </a:lnTo>
                  <a:lnTo>
                    <a:pt x="1552564" y="0"/>
                  </a:lnTo>
                  <a:lnTo>
                    <a:pt x="1552564" y="19049"/>
                  </a:lnTo>
                  <a:close/>
                </a:path>
                <a:path w="2693034" h="683895">
                  <a:moveTo>
                    <a:pt x="1590664" y="19049"/>
                  </a:moveTo>
                  <a:lnTo>
                    <a:pt x="1571614" y="19049"/>
                  </a:lnTo>
                  <a:lnTo>
                    <a:pt x="1571614" y="0"/>
                  </a:lnTo>
                  <a:lnTo>
                    <a:pt x="1590664" y="0"/>
                  </a:lnTo>
                  <a:lnTo>
                    <a:pt x="1590664" y="19049"/>
                  </a:lnTo>
                  <a:close/>
                </a:path>
                <a:path w="2693034" h="683895">
                  <a:moveTo>
                    <a:pt x="1628764" y="19049"/>
                  </a:moveTo>
                  <a:lnTo>
                    <a:pt x="1609714" y="19049"/>
                  </a:lnTo>
                  <a:lnTo>
                    <a:pt x="1609714" y="0"/>
                  </a:lnTo>
                  <a:lnTo>
                    <a:pt x="1628764" y="0"/>
                  </a:lnTo>
                  <a:lnTo>
                    <a:pt x="1628764" y="19049"/>
                  </a:lnTo>
                  <a:close/>
                </a:path>
                <a:path w="2693034" h="683895">
                  <a:moveTo>
                    <a:pt x="1666864" y="19049"/>
                  </a:moveTo>
                  <a:lnTo>
                    <a:pt x="1647814" y="19049"/>
                  </a:lnTo>
                  <a:lnTo>
                    <a:pt x="1647814" y="0"/>
                  </a:lnTo>
                  <a:lnTo>
                    <a:pt x="1666864" y="0"/>
                  </a:lnTo>
                  <a:lnTo>
                    <a:pt x="1666864" y="19049"/>
                  </a:lnTo>
                  <a:close/>
                </a:path>
                <a:path w="2693034" h="683895">
                  <a:moveTo>
                    <a:pt x="1704964" y="19049"/>
                  </a:moveTo>
                  <a:lnTo>
                    <a:pt x="1685914" y="19049"/>
                  </a:lnTo>
                  <a:lnTo>
                    <a:pt x="1685914" y="0"/>
                  </a:lnTo>
                  <a:lnTo>
                    <a:pt x="1704964" y="0"/>
                  </a:lnTo>
                  <a:lnTo>
                    <a:pt x="1704964" y="19049"/>
                  </a:lnTo>
                  <a:close/>
                </a:path>
                <a:path w="2693034" h="683895">
                  <a:moveTo>
                    <a:pt x="1743064" y="19049"/>
                  </a:moveTo>
                  <a:lnTo>
                    <a:pt x="1724014" y="19049"/>
                  </a:lnTo>
                  <a:lnTo>
                    <a:pt x="1724014" y="0"/>
                  </a:lnTo>
                  <a:lnTo>
                    <a:pt x="1743064" y="0"/>
                  </a:lnTo>
                  <a:lnTo>
                    <a:pt x="1743064" y="19049"/>
                  </a:lnTo>
                  <a:close/>
                </a:path>
                <a:path w="2693034" h="683895">
                  <a:moveTo>
                    <a:pt x="1781164" y="19049"/>
                  </a:moveTo>
                  <a:lnTo>
                    <a:pt x="1762114" y="19049"/>
                  </a:lnTo>
                  <a:lnTo>
                    <a:pt x="1762114" y="0"/>
                  </a:lnTo>
                  <a:lnTo>
                    <a:pt x="1781164" y="0"/>
                  </a:lnTo>
                  <a:lnTo>
                    <a:pt x="1781164" y="19049"/>
                  </a:lnTo>
                  <a:close/>
                </a:path>
                <a:path w="2693034" h="683895">
                  <a:moveTo>
                    <a:pt x="1819264" y="19049"/>
                  </a:moveTo>
                  <a:lnTo>
                    <a:pt x="1800214" y="19049"/>
                  </a:lnTo>
                  <a:lnTo>
                    <a:pt x="1800214" y="0"/>
                  </a:lnTo>
                  <a:lnTo>
                    <a:pt x="1819264" y="0"/>
                  </a:lnTo>
                  <a:lnTo>
                    <a:pt x="1819264" y="19049"/>
                  </a:lnTo>
                  <a:close/>
                </a:path>
                <a:path w="2693034" h="683895">
                  <a:moveTo>
                    <a:pt x="1857364" y="19049"/>
                  </a:moveTo>
                  <a:lnTo>
                    <a:pt x="1838314" y="19049"/>
                  </a:lnTo>
                  <a:lnTo>
                    <a:pt x="1838314" y="0"/>
                  </a:lnTo>
                  <a:lnTo>
                    <a:pt x="1857364" y="0"/>
                  </a:lnTo>
                  <a:lnTo>
                    <a:pt x="1857364" y="19049"/>
                  </a:lnTo>
                  <a:close/>
                </a:path>
                <a:path w="2693034" h="683895">
                  <a:moveTo>
                    <a:pt x="1895464" y="19049"/>
                  </a:moveTo>
                  <a:lnTo>
                    <a:pt x="1876414" y="19049"/>
                  </a:lnTo>
                  <a:lnTo>
                    <a:pt x="1876414" y="0"/>
                  </a:lnTo>
                  <a:lnTo>
                    <a:pt x="1895464" y="0"/>
                  </a:lnTo>
                  <a:lnTo>
                    <a:pt x="1895464" y="19049"/>
                  </a:lnTo>
                  <a:close/>
                </a:path>
                <a:path w="2693034" h="683895">
                  <a:moveTo>
                    <a:pt x="1933564" y="19049"/>
                  </a:moveTo>
                  <a:lnTo>
                    <a:pt x="1914514" y="19049"/>
                  </a:lnTo>
                  <a:lnTo>
                    <a:pt x="1914514" y="0"/>
                  </a:lnTo>
                  <a:lnTo>
                    <a:pt x="1933564" y="0"/>
                  </a:lnTo>
                  <a:lnTo>
                    <a:pt x="1933564" y="19049"/>
                  </a:lnTo>
                  <a:close/>
                </a:path>
                <a:path w="2693034" h="683895">
                  <a:moveTo>
                    <a:pt x="1971665" y="19049"/>
                  </a:moveTo>
                  <a:lnTo>
                    <a:pt x="1952614" y="19049"/>
                  </a:lnTo>
                  <a:lnTo>
                    <a:pt x="1952614" y="0"/>
                  </a:lnTo>
                  <a:lnTo>
                    <a:pt x="1971665" y="0"/>
                  </a:lnTo>
                  <a:lnTo>
                    <a:pt x="1971665" y="19049"/>
                  </a:lnTo>
                  <a:close/>
                </a:path>
                <a:path w="2693034" h="683895">
                  <a:moveTo>
                    <a:pt x="2009764" y="19049"/>
                  </a:moveTo>
                  <a:lnTo>
                    <a:pt x="1990714" y="19049"/>
                  </a:lnTo>
                  <a:lnTo>
                    <a:pt x="1990714" y="0"/>
                  </a:lnTo>
                  <a:lnTo>
                    <a:pt x="2009764" y="0"/>
                  </a:lnTo>
                  <a:lnTo>
                    <a:pt x="2009764" y="19049"/>
                  </a:lnTo>
                  <a:close/>
                </a:path>
                <a:path w="2693034" h="683895">
                  <a:moveTo>
                    <a:pt x="2047864" y="19049"/>
                  </a:moveTo>
                  <a:lnTo>
                    <a:pt x="2028814" y="19049"/>
                  </a:lnTo>
                  <a:lnTo>
                    <a:pt x="2028814" y="0"/>
                  </a:lnTo>
                  <a:lnTo>
                    <a:pt x="2047864" y="0"/>
                  </a:lnTo>
                  <a:lnTo>
                    <a:pt x="2047864" y="19049"/>
                  </a:lnTo>
                  <a:close/>
                </a:path>
                <a:path w="2693034" h="683895">
                  <a:moveTo>
                    <a:pt x="2085964" y="19049"/>
                  </a:moveTo>
                  <a:lnTo>
                    <a:pt x="2066914" y="19049"/>
                  </a:lnTo>
                  <a:lnTo>
                    <a:pt x="2066914" y="0"/>
                  </a:lnTo>
                  <a:lnTo>
                    <a:pt x="2085964" y="0"/>
                  </a:lnTo>
                  <a:lnTo>
                    <a:pt x="2085964" y="19049"/>
                  </a:lnTo>
                  <a:close/>
                </a:path>
                <a:path w="2693034" h="683895">
                  <a:moveTo>
                    <a:pt x="2124064" y="19049"/>
                  </a:moveTo>
                  <a:lnTo>
                    <a:pt x="2105014" y="19049"/>
                  </a:lnTo>
                  <a:lnTo>
                    <a:pt x="2105014" y="0"/>
                  </a:lnTo>
                  <a:lnTo>
                    <a:pt x="2124064" y="0"/>
                  </a:lnTo>
                  <a:lnTo>
                    <a:pt x="2124064" y="19049"/>
                  </a:lnTo>
                  <a:close/>
                </a:path>
                <a:path w="2693034" h="683895">
                  <a:moveTo>
                    <a:pt x="2162164" y="19049"/>
                  </a:moveTo>
                  <a:lnTo>
                    <a:pt x="2143114" y="19049"/>
                  </a:lnTo>
                  <a:lnTo>
                    <a:pt x="2143114" y="0"/>
                  </a:lnTo>
                  <a:lnTo>
                    <a:pt x="2162164" y="0"/>
                  </a:lnTo>
                  <a:lnTo>
                    <a:pt x="2162164" y="19049"/>
                  </a:lnTo>
                  <a:close/>
                </a:path>
                <a:path w="2693034" h="683895">
                  <a:moveTo>
                    <a:pt x="2200264" y="19049"/>
                  </a:moveTo>
                  <a:lnTo>
                    <a:pt x="2181214" y="19049"/>
                  </a:lnTo>
                  <a:lnTo>
                    <a:pt x="2181214" y="0"/>
                  </a:lnTo>
                  <a:lnTo>
                    <a:pt x="2200264" y="0"/>
                  </a:lnTo>
                  <a:lnTo>
                    <a:pt x="2200264" y="19049"/>
                  </a:lnTo>
                  <a:close/>
                </a:path>
                <a:path w="2693034" h="683895">
                  <a:moveTo>
                    <a:pt x="2238364" y="19049"/>
                  </a:moveTo>
                  <a:lnTo>
                    <a:pt x="2219314" y="19049"/>
                  </a:lnTo>
                  <a:lnTo>
                    <a:pt x="2219314" y="0"/>
                  </a:lnTo>
                  <a:lnTo>
                    <a:pt x="2238364" y="0"/>
                  </a:lnTo>
                  <a:lnTo>
                    <a:pt x="2238364" y="19049"/>
                  </a:lnTo>
                  <a:close/>
                </a:path>
                <a:path w="2693034" h="683895">
                  <a:moveTo>
                    <a:pt x="2276464" y="19049"/>
                  </a:moveTo>
                  <a:lnTo>
                    <a:pt x="2257414" y="19049"/>
                  </a:lnTo>
                  <a:lnTo>
                    <a:pt x="2257414" y="0"/>
                  </a:lnTo>
                  <a:lnTo>
                    <a:pt x="2276464" y="0"/>
                  </a:lnTo>
                  <a:lnTo>
                    <a:pt x="2276464" y="19049"/>
                  </a:lnTo>
                  <a:close/>
                </a:path>
                <a:path w="2693034" h="683895">
                  <a:moveTo>
                    <a:pt x="2314564" y="19049"/>
                  </a:moveTo>
                  <a:lnTo>
                    <a:pt x="2295514" y="19049"/>
                  </a:lnTo>
                  <a:lnTo>
                    <a:pt x="2295514" y="0"/>
                  </a:lnTo>
                  <a:lnTo>
                    <a:pt x="2314564" y="0"/>
                  </a:lnTo>
                  <a:lnTo>
                    <a:pt x="2314564" y="19049"/>
                  </a:lnTo>
                  <a:close/>
                </a:path>
                <a:path w="2693034" h="683895">
                  <a:moveTo>
                    <a:pt x="2352664" y="19049"/>
                  </a:moveTo>
                  <a:lnTo>
                    <a:pt x="2333614" y="19049"/>
                  </a:lnTo>
                  <a:lnTo>
                    <a:pt x="2333614" y="0"/>
                  </a:lnTo>
                  <a:lnTo>
                    <a:pt x="2352664" y="0"/>
                  </a:lnTo>
                  <a:lnTo>
                    <a:pt x="2352664" y="19049"/>
                  </a:lnTo>
                  <a:close/>
                </a:path>
                <a:path w="2693034" h="683895">
                  <a:moveTo>
                    <a:pt x="2390764" y="19049"/>
                  </a:moveTo>
                  <a:lnTo>
                    <a:pt x="2371714" y="19049"/>
                  </a:lnTo>
                  <a:lnTo>
                    <a:pt x="2371714" y="0"/>
                  </a:lnTo>
                  <a:lnTo>
                    <a:pt x="2390764" y="0"/>
                  </a:lnTo>
                  <a:lnTo>
                    <a:pt x="2390764" y="19049"/>
                  </a:lnTo>
                  <a:close/>
                </a:path>
                <a:path w="2693034" h="683895">
                  <a:moveTo>
                    <a:pt x="2428864" y="19049"/>
                  </a:moveTo>
                  <a:lnTo>
                    <a:pt x="2409814" y="19049"/>
                  </a:lnTo>
                  <a:lnTo>
                    <a:pt x="2409814" y="0"/>
                  </a:lnTo>
                  <a:lnTo>
                    <a:pt x="2428864" y="0"/>
                  </a:lnTo>
                  <a:lnTo>
                    <a:pt x="2428864" y="19049"/>
                  </a:lnTo>
                  <a:close/>
                </a:path>
                <a:path w="2693034" h="683895">
                  <a:moveTo>
                    <a:pt x="2466964" y="19049"/>
                  </a:moveTo>
                  <a:lnTo>
                    <a:pt x="2447914" y="19049"/>
                  </a:lnTo>
                  <a:lnTo>
                    <a:pt x="2447914" y="0"/>
                  </a:lnTo>
                  <a:lnTo>
                    <a:pt x="2466964" y="0"/>
                  </a:lnTo>
                  <a:lnTo>
                    <a:pt x="2466964" y="19049"/>
                  </a:lnTo>
                  <a:close/>
                </a:path>
                <a:path w="2693034" h="683895">
                  <a:moveTo>
                    <a:pt x="2505064" y="19049"/>
                  </a:moveTo>
                  <a:lnTo>
                    <a:pt x="2486014" y="19049"/>
                  </a:lnTo>
                  <a:lnTo>
                    <a:pt x="2486014" y="0"/>
                  </a:lnTo>
                  <a:lnTo>
                    <a:pt x="2505064" y="0"/>
                  </a:lnTo>
                  <a:lnTo>
                    <a:pt x="2505064" y="19049"/>
                  </a:lnTo>
                  <a:close/>
                </a:path>
                <a:path w="2693034" h="683895">
                  <a:moveTo>
                    <a:pt x="2543164" y="19049"/>
                  </a:moveTo>
                  <a:lnTo>
                    <a:pt x="2524114" y="19049"/>
                  </a:lnTo>
                  <a:lnTo>
                    <a:pt x="2524114" y="0"/>
                  </a:lnTo>
                  <a:lnTo>
                    <a:pt x="2543164" y="0"/>
                  </a:lnTo>
                  <a:lnTo>
                    <a:pt x="2543164" y="19049"/>
                  </a:lnTo>
                  <a:close/>
                </a:path>
                <a:path w="2693034" h="683895">
                  <a:moveTo>
                    <a:pt x="2581264" y="19049"/>
                  </a:moveTo>
                  <a:lnTo>
                    <a:pt x="2562214" y="19049"/>
                  </a:lnTo>
                  <a:lnTo>
                    <a:pt x="2562214" y="0"/>
                  </a:lnTo>
                  <a:lnTo>
                    <a:pt x="2581264" y="0"/>
                  </a:lnTo>
                  <a:lnTo>
                    <a:pt x="2581264" y="19049"/>
                  </a:lnTo>
                  <a:close/>
                </a:path>
                <a:path w="2693034" h="683895">
                  <a:moveTo>
                    <a:pt x="2619364" y="19049"/>
                  </a:moveTo>
                  <a:lnTo>
                    <a:pt x="2600314" y="19049"/>
                  </a:lnTo>
                  <a:lnTo>
                    <a:pt x="2600314" y="0"/>
                  </a:lnTo>
                  <a:lnTo>
                    <a:pt x="2619364" y="0"/>
                  </a:lnTo>
                  <a:lnTo>
                    <a:pt x="2619364" y="19049"/>
                  </a:lnTo>
                  <a:close/>
                </a:path>
                <a:path w="2693034" h="683895">
                  <a:moveTo>
                    <a:pt x="2652771" y="20012"/>
                  </a:moveTo>
                  <a:lnTo>
                    <a:pt x="2650362" y="19370"/>
                  </a:lnTo>
                  <a:lnTo>
                    <a:pt x="2647911" y="19049"/>
                  </a:lnTo>
                  <a:lnTo>
                    <a:pt x="2638414" y="19049"/>
                  </a:lnTo>
                  <a:lnTo>
                    <a:pt x="2638414" y="0"/>
                  </a:lnTo>
                  <a:lnTo>
                    <a:pt x="2645418" y="0"/>
                  </a:lnTo>
                  <a:lnTo>
                    <a:pt x="2654750" y="923"/>
                  </a:lnTo>
                  <a:lnTo>
                    <a:pt x="2657624" y="1796"/>
                  </a:lnTo>
                  <a:lnTo>
                    <a:pt x="2652771" y="20012"/>
                  </a:lnTo>
                  <a:close/>
                </a:path>
                <a:path w="2693034" h="683895">
                  <a:moveTo>
                    <a:pt x="2670628" y="34184"/>
                  </a:moveTo>
                  <a:lnTo>
                    <a:pt x="2663140" y="25212"/>
                  </a:lnTo>
                  <a:lnTo>
                    <a:pt x="2674821" y="10448"/>
                  </a:lnTo>
                  <a:lnTo>
                    <a:pt x="2679087" y="13946"/>
                  </a:lnTo>
                  <a:lnTo>
                    <a:pt x="2685033" y="21198"/>
                  </a:lnTo>
                  <a:lnTo>
                    <a:pt x="2687176" y="25212"/>
                  </a:lnTo>
                  <a:lnTo>
                    <a:pt x="2687469" y="25212"/>
                  </a:lnTo>
                  <a:lnTo>
                    <a:pt x="2670628" y="34184"/>
                  </a:lnTo>
                  <a:close/>
                </a:path>
                <a:path w="2693034" h="683895">
                  <a:moveTo>
                    <a:pt x="2693032" y="62976"/>
                  </a:moveTo>
                  <a:lnTo>
                    <a:pt x="2673983" y="62976"/>
                  </a:lnTo>
                  <a:lnTo>
                    <a:pt x="2673891" y="45326"/>
                  </a:lnTo>
                  <a:lnTo>
                    <a:pt x="2692657" y="43816"/>
                  </a:lnTo>
                  <a:lnTo>
                    <a:pt x="2693032" y="47615"/>
                  </a:lnTo>
                  <a:lnTo>
                    <a:pt x="2693032" y="62976"/>
                  </a:lnTo>
                  <a:close/>
                </a:path>
                <a:path w="2693034" h="683895">
                  <a:moveTo>
                    <a:pt x="2693032" y="101076"/>
                  </a:moveTo>
                  <a:lnTo>
                    <a:pt x="2673983" y="101076"/>
                  </a:lnTo>
                  <a:lnTo>
                    <a:pt x="2673983" y="82026"/>
                  </a:lnTo>
                  <a:lnTo>
                    <a:pt x="2693032" y="82026"/>
                  </a:lnTo>
                  <a:lnTo>
                    <a:pt x="2693032" y="101076"/>
                  </a:lnTo>
                  <a:close/>
                </a:path>
                <a:path w="2693034" h="683895">
                  <a:moveTo>
                    <a:pt x="2693032" y="139176"/>
                  </a:moveTo>
                  <a:lnTo>
                    <a:pt x="2673983" y="139176"/>
                  </a:lnTo>
                  <a:lnTo>
                    <a:pt x="2673983" y="120126"/>
                  </a:lnTo>
                  <a:lnTo>
                    <a:pt x="2693032" y="120126"/>
                  </a:lnTo>
                  <a:lnTo>
                    <a:pt x="2693032" y="139176"/>
                  </a:lnTo>
                  <a:close/>
                </a:path>
                <a:path w="2693034" h="683895">
                  <a:moveTo>
                    <a:pt x="2693032" y="177276"/>
                  </a:moveTo>
                  <a:lnTo>
                    <a:pt x="2673983" y="177276"/>
                  </a:lnTo>
                  <a:lnTo>
                    <a:pt x="2673983" y="158226"/>
                  </a:lnTo>
                  <a:lnTo>
                    <a:pt x="2693032" y="158226"/>
                  </a:lnTo>
                  <a:lnTo>
                    <a:pt x="2693032" y="177276"/>
                  </a:lnTo>
                  <a:close/>
                </a:path>
                <a:path w="2693034" h="683895">
                  <a:moveTo>
                    <a:pt x="2693032" y="215376"/>
                  </a:moveTo>
                  <a:lnTo>
                    <a:pt x="2673983" y="215376"/>
                  </a:lnTo>
                  <a:lnTo>
                    <a:pt x="2673983" y="196326"/>
                  </a:lnTo>
                  <a:lnTo>
                    <a:pt x="2693032" y="196326"/>
                  </a:lnTo>
                  <a:lnTo>
                    <a:pt x="2693032" y="215376"/>
                  </a:lnTo>
                  <a:close/>
                </a:path>
                <a:path w="2693034" h="683895">
                  <a:moveTo>
                    <a:pt x="2693032" y="253476"/>
                  </a:moveTo>
                  <a:lnTo>
                    <a:pt x="2673983" y="253476"/>
                  </a:lnTo>
                  <a:lnTo>
                    <a:pt x="2673983" y="234426"/>
                  </a:lnTo>
                  <a:lnTo>
                    <a:pt x="2693032" y="234426"/>
                  </a:lnTo>
                  <a:lnTo>
                    <a:pt x="2693032" y="253476"/>
                  </a:lnTo>
                  <a:close/>
                </a:path>
                <a:path w="2693034" h="683895">
                  <a:moveTo>
                    <a:pt x="2693032" y="291576"/>
                  </a:moveTo>
                  <a:lnTo>
                    <a:pt x="2673983" y="291576"/>
                  </a:lnTo>
                  <a:lnTo>
                    <a:pt x="2673983" y="272526"/>
                  </a:lnTo>
                  <a:lnTo>
                    <a:pt x="2693032" y="272526"/>
                  </a:lnTo>
                  <a:lnTo>
                    <a:pt x="2693032" y="291576"/>
                  </a:lnTo>
                  <a:close/>
                </a:path>
                <a:path w="2693034" h="683895">
                  <a:moveTo>
                    <a:pt x="2693032" y="329676"/>
                  </a:moveTo>
                  <a:lnTo>
                    <a:pt x="2673983" y="329676"/>
                  </a:lnTo>
                  <a:lnTo>
                    <a:pt x="2673983" y="310626"/>
                  </a:lnTo>
                  <a:lnTo>
                    <a:pt x="2693032" y="310626"/>
                  </a:lnTo>
                  <a:lnTo>
                    <a:pt x="2693032" y="329676"/>
                  </a:lnTo>
                  <a:close/>
                </a:path>
                <a:path w="2693034" h="683895">
                  <a:moveTo>
                    <a:pt x="2693032" y="367776"/>
                  </a:moveTo>
                  <a:lnTo>
                    <a:pt x="2673983" y="367776"/>
                  </a:lnTo>
                  <a:lnTo>
                    <a:pt x="2673983" y="348726"/>
                  </a:lnTo>
                  <a:lnTo>
                    <a:pt x="2693032" y="348726"/>
                  </a:lnTo>
                  <a:lnTo>
                    <a:pt x="2693032" y="367776"/>
                  </a:lnTo>
                  <a:close/>
                </a:path>
                <a:path w="2693034" h="683895">
                  <a:moveTo>
                    <a:pt x="2693032" y="405876"/>
                  </a:moveTo>
                  <a:lnTo>
                    <a:pt x="2673983" y="405876"/>
                  </a:lnTo>
                  <a:lnTo>
                    <a:pt x="2673983" y="386826"/>
                  </a:lnTo>
                  <a:lnTo>
                    <a:pt x="2693032" y="386826"/>
                  </a:lnTo>
                  <a:lnTo>
                    <a:pt x="2693032" y="405876"/>
                  </a:lnTo>
                  <a:close/>
                </a:path>
                <a:path w="2693034" h="683895">
                  <a:moveTo>
                    <a:pt x="2693032" y="443976"/>
                  </a:moveTo>
                  <a:lnTo>
                    <a:pt x="2673983" y="443976"/>
                  </a:lnTo>
                  <a:lnTo>
                    <a:pt x="2673983" y="424926"/>
                  </a:lnTo>
                  <a:lnTo>
                    <a:pt x="2693032" y="424926"/>
                  </a:lnTo>
                  <a:lnTo>
                    <a:pt x="2693032" y="443976"/>
                  </a:lnTo>
                  <a:close/>
                </a:path>
                <a:path w="2693034" h="683895">
                  <a:moveTo>
                    <a:pt x="2693032" y="482076"/>
                  </a:moveTo>
                  <a:lnTo>
                    <a:pt x="2673983" y="482076"/>
                  </a:lnTo>
                  <a:lnTo>
                    <a:pt x="2673983" y="463026"/>
                  </a:lnTo>
                  <a:lnTo>
                    <a:pt x="2693032" y="463026"/>
                  </a:lnTo>
                  <a:lnTo>
                    <a:pt x="2693032" y="482076"/>
                  </a:lnTo>
                  <a:close/>
                </a:path>
                <a:path w="2693034" h="683895">
                  <a:moveTo>
                    <a:pt x="2693032" y="520176"/>
                  </a:moveTo>
                  <a:lnTo>
                    <a:pt x="2673983" y="520176"/>
                  </a:lnTo>
                  <a:lnTo>
                    <a:pt x="2673983" y="501126"/>
                  </a:lnTo>
                  <a:lnTo>
                    <a:pt x="2693032" y="501126"/>
                  </a:lnTo>
                  <a:lnTo>
                    <a:pt x="2693032" y="520176"/>
                  </a:lnTo>
                  <a:close/>
                </a:path>
                <a:path w="2693034" h="683895">
                  <a:moveTo>
                    <a:pt x="2693032" y="558276"/>
                  </a:moveTo>
                  <a:lnTo>
                    <a:pt x="2673983" y="558276"/>
                  </a:lnTo>
                  <a:lnTo>
                    <a:pt x="2673983" y="539226"/>
                  </a:lnTo>
                  <a:lnTo>
                    <a:pt x="2693032" y="539226"/>
                  </a:lnTo>
                  <a:lnTo>
                    <a:pt x="2693032" y="558276"/>
                  </a:lnTo>
                  <a:close/>
                </a:path>
                <a:path w="2693034" h="683895">
                  <a:moveTo>
                    <a:pt x="2693032" y="596376"/>
                  </a:moveTo>
                  <a:lnTo>
                    <a:pt x="2673983" y="596376"/>
                  </a:lnTo>
                  <a:lnTo>
                    <a:pt x="2673983" y="577326"/>
                  </a:lnTo>
                  <a:lnTo>
                    <a:pt x="2693032" y="577326"/>
                  </a:lnTo>
                  <a:lnTo>
                    <a:pt x="2693032" y="596376"/>
                  </a:lnTo>
                  <a:close/>
                </a:path>
                <a:path w="2693034" h="683895">
                  <a:moveTo>
                    <a:pt x="2693032" y="634476"/>
                  </a:moveTo>
                  <a:lnTo>
                    <a:pt x="2673983" y="634476"/>
                  </a:lnTo>
                  <a:lnTo>
                    <a:pt x="2673983" y="615426"/>
                  </a:lnTo>
                  <a:lnTo>
                    <a:pt x="2693032" y="615426"/>
                  </a:lnTo>
                  <a:lnTo>
                    <a:pt x="2693032" y="634476"/>
                  </a:lnTo>
                  <a:close/>
                </a:path>
                <a:path w="2693034" h="683895">
                  <a:moveTo>
                    <a:pt x="2679087" y="669621"/>
                  </a:moveTo>
                  <a:lnTo>
                    <a:pt x="2678821" y="669621"/>
                  </a:lnTo>
                  <a:lnTo>
                    <a:pt x="2665512" y="656254"/>
                  </a:lnTo>
                  <a:lnTo>
                    <a:pt x="2668392" y="653374"/>
                  </a:lnTo>
                  <a:lnTo>
                    <a:pt x="2670506" y="650163"/>
                  </a:lnTo>
                  <a:lnTo>
                    <a:pt x="2671957" y="646516"/>
                  </a:lnTo>
                  <a:lnTo>
                    <a:pt x="2689601" y="653539"/>
                  </a:lnTo>
                  <a:lnTo>
                    <a:pt x="2689408" y="654173"/>
                  </a:lnTo>
                  <a:lnTo>
                    <a:pt x="2685033" y="662369"/>
                  </a:lnTo>
                  <a:lnTo>
                    <a:pt x="2679087" y="669621"/>
                  </a:lnTo>
                  <a:close/>
                </a:path>
                <a:path w="2693034" h="683895">
                  <a:moveTo>
                    <a:pt x="2645418" y="683567"/>
                  </a:moveTo>
                  <a:lnTo>
                    <a:pt x="2643579" y="683567"/>
                  </a:lnTo>
                  <a:lnTo>
                    <a:pt x="2643579" y="664517"/>
                  </a:lnTo>
                  <a:lnTo>
                    <a:pt x="2648992" y="664517"/>
                  </a:lnTo>
                  <a:lnTo>
                    <a:pt x="2652444" y="663869"/>
                  </a:lnTo>
                  <a:lnTo>
                    <a:pt x="2655775" y="662573"/>
                  </a:lnTo>
                  <a:lnTo>
                    <a:pt x="2662651" y="680243"/>
                  </a:lnTo>
                  <a:lnTo>
                    <a:pt x="2654750" y="682644"/>
                  </a:lnTo>
                  <a:lnTo>
                    <a:pt x="2645418" y="683567"/>
                  </a:lnTo>
                  <a:close/>
                </a:path>
                <a:path w="2693034" h="683895">
                  <a:moveTo>
                    <a:pt x="2624529" y="683567"/>
                  </a:moveTo>
                  <a:lnTo>
                    <a:pt x="2605479" y="683567"/>
                  </a:lnTo>
                  <a:lnTo>
                    <a:pt x="2605479" y="664517"/>
                  </a:lnTo>
                  <a:lnTo>
                    <a:pt x="2624529" y="664517"/>
                  </a:lnTo>
                  <a:lnTo>
                    <a:pt x="2624529" y="683567"/>
                  </a:lnTo>
                  <a:close/>
                </a:path>
                <a:path w="2693034" h="683895">
                  <a:moveTo>
                    <a:pt x="2586429" y="683567"/>
                  </a:moveTo>
                  <a:lnTo>
                    <a:pt x="2567379" y="683567"/>
                  </a:lnTo>
                  <a:lnTo>
                    <a:pt x="2567379" y="664517"/>
                  </a:lnTo>
                  <a:lnTo>
                    <a:pt x="2586429" y="664517"/>
                  </a:lnTo>
                  <a:lnTo>
                    <a:pt x="2586429" y="683567"/>
                  </a:lnTo>
                  <a:close/>
                </a:path>
                <a:path w="2693034" h="683895">
                  <a:moveTo>
                    <a:pt x="2548329" y="683567"/>
                  </a:moveTo>
                  <a:lnTo>
                    <a:pt x="2529279" y="683567"/>
                  </a:lnTo>
                  <a:lnTo>
                    <a:pt x="2529279" y="664517"/>
                  </a:lnTo>
                  <a:lnTo>
                    <a:pt x="2548329" y="664517"/>
                  </a:lnTo>
                  <a:lnTo>
                    <a:pt x="2548329" y="683567"/>
                  </a:lnTo>
                  <a:close/>
                </a:path>
                <a:path w="2693034" h="683895">
                  <a:moveTo>
                    <a:pt x="2510229" y="683567"/>
                  </a:moveTo>
                  <a:lnTo>
                    <a:pt x="2491179" y="683567"/>
                  </a:lnTo>
                  <a:lnTo>
                    <a:pt x="2491179" y="664517"/>
                  </a:lnTo>
                  <a:lnTo>
                    <a:pt x="2510229" y="664517"/>
                  </a:lnTo>
                  <a:lnTo>
                    <a:pt x="2510229" y="683567"/>
                  </a:lnTo>
                  <a:close/>
                </a:path>
                <a:path w="2693034" h="683895">
                  <a:moveTo>
                    <a:pt x="2472129" y="683567"/>
                  </a:moveTo>
                  <a:lnTo>
                    <a:pt x="2453079" y="683567"/>
                  </a:lnTo>
                  <a:lnTo>
                    <a:pt x="2453079" y="664517"/>
                  </a:lnTo>
                  <a:lnTo>
                    <a:pt x="2472129" y="664517"/>
                  </a:lnTo>
                  <a:lnTo>
                    <a:pt x="2472129" y="683567"/>
                  </a:lnTo>
                  <a:close/>
                </a:path>
                <a:path w="2693034" h="683895">
                  <a:moveTo>
                    <a:pt x="2434029" y="683567"/>
                  </a:moveTo>
                  <a:lnTo>
                    <a:pt x="2414979" y="683567"/>
                  </a:lnTo>
                  <a:lnTo>
                    <a:pt x="2414979" y="664517"/>
                  </a:lnTo>
                  <a:lnTo>
                    <a:pt x="2434029" y="664517"/>
                  </a:lnTo>
                  <a:lnTo>
                    <a:pt x="2434029" y="683567"/>
                  </a:lnTo>
                  <a:close/>
                </a:path>
                <a:path w="2693034" h="683895">
                  <a:moveTo>
                    <a:pt x="2395929" y="683567"/>
                  </a:moveTo>
                  <a:lnTo>
                    <a:pt x="2376879" y="683567"/>
                  </a:lnTo>
                  <a:lnTo>
                    <a:pt x="2376879" y="664517"/>
                  </a:lnTo>
                  <a:lnTo>
                    <a:pt x="2395929" y="664517"/>
                  </a:lnTo>
                  <a:lnTo>
                    <a:pt x="2395929" y="683567"/>
                  </a:lnTo>
                  <a:close/>
                </a:path>
                <a:path w="2693034" h="683895">
                  <a:moveTo>
                    <a:pt x="2357829" y="683567"/>
                  </a:moveTo>
                  <a:lnTo>
                    <a:pt x="2338779" y="683567"/>
                  </a:lnTo>
                  <a:lnTo>
                    <a:pt x="2338779" y="664517"/>
                  </a:lnTo>
                  <a:lnTo>
                    <a:pt x="2357829" y="664517"/>
                  </a:lnTo>
                  <a:lnTo>
                    <a:pt x="2357829" y="683567"/>
                  </a:lnTo>
                  <a:close/>
                </a:path>
                <a:path w="2693034" h="683895">
                  <a:moveTo>
                    <a:pt x="2319729" y="683567"/>
                  </a:moveTo>
                  <a:lnTo>
                    <a:pt x="2300679" y="683567"/>
                  </a:lnTo>
                  <a:lnTo>
                    <a:pt x="2300679" y="664517"/>
                  </a:lnTo>
                  <a:lnTo>
                    <a:pt x="2319729" y="664517"/>
                  </a:lnTo>
                  <a:lnTo>
                    <a:pt x="2319729" y="683567"/>
                  </a:lnTo>
                  <a:close/>
                </a:path>
                <a:path w="2693034" h="683895">
                  <a:moveTo>
                    <a:pt x="2281629" y="683567"/>
                  </a:moveTo>
                  <a:lnTo>
                    <a:pt x="2262580" y="683567"/>
                  </a:lnTo>
                  <a:lnTo>
                    <a:pt x="2262580" y="664517"/>
                  </a:lnTo>
                  <a:lnTo>
                    <a:pt x="2281629" y="664517"/>
                  </a:lnTo>
                  <a:lnTo>
                    <a:pt x="2281629" y="683567"/>
                  </a:lnTo>
                  <a:close/>
                </a:path>
                <a:path w="2693034" h="683895">
                  <a:moveTo>
                    <a:pt x="2243530" y="683567"/>
                  </a:moveTo>
                  <a:lnTo>
                    <a:pt x="2224480" y="683567"/>
                  </a:lnTo>
                  <a:lnTo>
                    <a:pt x="2224480" y="664517"/>
                  </a:lnTo>
                  <a:lnTo>
                    <a:pt x="2243530" y="664517"/>
                  </a:lnTo>
                  <a:lnTo>
                    <a:pt x="2243530" y="683567"/>
                  </a:lnTo>
                  <a:close/>
                </a:path>
                <a:path w="2693034" h="683895">
                  <a:moveTo>
                    <a:pt x="2205430" y="683567"/>
                  </a:moveTo>
                  <a:lnTo>
                    <a:pt x="2186380" y="683567"/>
                  </a:lnTo>
                  <a:lnTo>
                    <a:pt x="2186380" y="664517"/>
                  </a:lnTo>
                  <a:lnTo>
                    <a:pt x="2205430" y="664517"/>
                  </a:lnTo>
                  <a:lnTo>
                    <a:pt x="2205430" y="683567"/>
                  </a:lnTo>
                  <a:close/>
                </a:path>
                <a:path w="2693034" h="683895">
                  <a:moveTo>
                    <a:pt x="2167330" y="683567"/>
                  </a:moveTo>
                  <a:lnTo>
                    <a:pt x="2148280" y="683567"/>
                  </a:lnTo>
                  <a:lnTo>
                    <a:pt x="2148280" y="664517"/>
                  </a:lnTo>
                  <a:lnTo>
                    <a:pt x="2167330" y="664517"/>
                  </a:lnTo>
                  <a:lnTo>
                    <a:pt x="2167330" y="683567"/>
                  </a:lnTo>
                  <a:close/>
                </a:path>
                <a:path w="2693034" h="683895">
                  <a:moveTo>
                    <a:pt x="2129230" y="683567"/>
                  </a:moveTo>
                  <a:lnTo>
                    <a:pt x="2110180" y="683567"/>
                  </a:lnTo>
                  <a:lnTo>
                    <a:pt x="2110180" y="664517"/>
                  </a:lnTo>
                  <a:lnTo>
                    <a:pt x="2129230" y="664517"/>
                  </a:lnTo>
                  <a:lnTo>
                    <a:pt x="2129230" y="683567"/>
                  </a:lnTo>
                  <a:close/>
                </a:path>
                <a:path w="2693034" h="683895">
                  <a:moveTo>
                    <a:pt x="2091130" y="683567"/>
                  </a:moveTo>
                  <a:lnTo>
                    <a:pt x="2072080" y="683567"/>
                  </a:lnTo>
                  <a:lnTo>
                    <a:pt x="2072080" y="664517"/>
                  </a:lnTo>
                  <a:lnTo>
                    <a:pt x="2091130" y="664517"/>
                  </a:lnTo>
                  <a:lnTo>
                    <a:pt x="2091130" y="683567"/>
                  </a:lnTo>
                  <a:close/>
                </a:path>
                <a:path w="2693034" h="683895">
                  <a:moveTo>
                    <a:pt x="2053030" y="683567"/>
                  </a:moveTo>
                  <a:lnTo>
                    <a:pt x="2033980" y="683567"/>
                  </a:lnTo>
                  <a:lnTo>
                    <a:pt x="2033980" y="664517"/>
                  </a:lnTo>
                  <a:lnTo>
                    <a:pt x="2053030" y="664517"/>
                  </a:lnTo>
                  <a:lnTo>
                    <a:pt x="2053030" y="683567"/>
                  </a:lnTo>
                  <a:close/>
                </a:path>
                <a:path w="2693034" h="683895">
                  <a:moveTo>
                    <a:pt x="2014930" y="683567"/>
                  </a:moveTo>
                  <a:lnTo>
                    <a:pt x="1995880" y="683567"/>
                  </a:lnTo>
                  <a:lnTo>
                    <a:pt x="1995880" y="664517"/>
                  </a:lnTo>
                  <a:lnTo>
                    <a:pt x="2014930" y="664517"/>
                  </a:lnTo>
                  <a:lnTo>
                    <a:pt x="2014930" y="683567"/>
                  </a:lnTo>
                  <a:close/>
                </a:path>
                <a:path w="2693034" h="683895">
                  <a:moveTo>
                    <a:pt x="1976830" y="683567"/>
                  </a:moveTo>
                  <a:lnTo>
                    <a:pt x="1957780" y="683567"/>
                  </a:lnTo>
                  <a:lnTo>
                    <a:pt x="1957780" y="664517"/>
                  </a:lnTo>
                  <a:lnTo>
                    <a:pt x="1976830" y="664517"/>
                  </a:lnTo>
                  <a:lnTo>
                    <a:pt x="1976830" y="683567"/>
                  </a:lnTo>
                  <a:close/>
                </a:path>
                <a:path w="2693034" h="683895">
                  <a:moveTo>
                    <a:pt x="1938730" y="683567"/>
                  </a:moveTo>
                  <a:lnTo>
                    <a:pt x="1919680" y="683567"/>
                  </a:lnTo>
                  <a:lnTo>
                    <a:pt x="1919680" y="664517"/>
                  </a:lnTo>
                  <a:lnTo>
                    <a:pt x="1938730" y="664517"/>
                  </a:lnTo>
                  <a:lnTo>
                    <a:pt x="1938730" y="683567"/>
                  </a:lnTo>
                  <a:close/>
                </a:path>
                <a:path w="2693034" h="683895">
                  <a:moveTo>
                    <a:pt x="1900630" y="683567"/>
                  </a:moveTo>
                  <a:lnTo>
                    <a:pt x="1881580" y="683567"/>
                  </a:lnTo>
                  <a:lnTo>
                    <a:pt x="1881580" y="664517"/>
                  </a:lnTo>
                  <a:lnTo>
                    <a:pt x="1900630" y="664517"/>
                  </a:lnTo>
                  <a:lnTo>
                    <a:pt x="1900630" y="683567"/>
                  </a:lnTo>
                  <a:close/>
                </a:path>
                <a:path w="2693034" h="683895">
                  <a:moveTo>
                    <a:pt x="1862530" y="683567"/>
                  </a:moveTo>
                  <a:lnTo>
                    <a:pt x="1843480" y="683567"/>
                  </a:lnTo>
                  <a:lnTo>
                    <a:pt x="1843480" y="664517"/>
                  </a:lnTo>
                  <a:lnTo>
                    <a:pt x="1862530" y="664517"/>
                  </a:lnTo>
                  <a:lnTo>
                    <a:pt x="1862530" y="683567"/>
                  </a:lnTo>
                  <a:close/>
                </a:path>
                <a:path w="2693034" h="683895">
                  <a:moveTo>
                    <a:pt x="1824430" y="683567"/>
                  </a:moveTo>
                  <a:lnTo>
                    <a:pt x="1805379" y="683567"/>
                  </a:lnTo>
                  <a:lnTo>
                    <a:pt x="1805379" y="664517"/>
                  </a:lnTo>
                  <a:lnTo>
                    <a:pt x="1824430" y="664517"/>
                  </a:lnTo>
                  <a:lnTo>
                    <a:pt x="1824430" y="683567"/>
                  </a:lnTo>
                  <a:close/>
                </a:path>
                <a:path w="2693034" h="683895">
                  <a:moveTo>
                    <a:pt x="1786330" y="683567"/>
                  </a:moveTo>
                  <a:lnTo>
                    <a:pt x="1767280" y="683567"/>
                  </a:lnTo>
                  <a:lnTo>
                    <a:pt x="1767280" y="664517"/>
                  </a:lnTo>
                  <a:lnTo>
                    <a:pt x="1786330" y="664517"/>
                  </a:lnTo>
                  <a:lnTo>
                    <a:pt x="1786330" y="683567"/>
                  </a:lnTo>
                  <a:close/>
                </a:path>
                <a:path w="2693034" h="683895">
                  <a:moveTo>
                    <a:pt x="1748229" y="683567"/>
                  </a:moveTo>
                  <a:lnTo>
                    <a:pt x="1729180" y="683567"/>
                  </a:lnTo>
                  <a:lnTo>
                    <a:pt x="1729180" y="664517"/>
                  </a:lnTo>
                  <a:lnTo>
                    <a:pt x="1748229" y="664517"/>
                  </a:lnTo>
                  <a:lnTo>
                    <a:pt x="1748229" y="683567"/>
                  </a:lnTo>
                  <a:close/>
                </a:path>
                <a:path w="2693034" h="683895">
                  <a:moveTo>
                    <a:pt x="1710130" y="683567"/>
                  </a:moveTo>
                  <a:lnTo>
                    <a:pt x="1691079" y="683567"/>
                  </a:lnTo>
                  <a:lnTo>
                    <a:pt x="1691079" y="664517"/>
                  </a:lnTo>
                  <a:lnTo>
                    <a:pt x="1710130" y="664517"/>
                  </a:lnTo>
                  <a:lnTo>
                    <a:pt x="1710130" y="683567"/>
                  </a:lnTo>
                  <a:close/>
                </a:path>
                <a:path w="2693034" h="683895">
                  <a:moveTo>
                    <a:pt x="1672029" y="683567"/>
                  </a:moveTo>
                  <a:lnTo>
                    <a:pt x="1652980" y="683567"/>
                  </a:lnTo>
                  <a:lnTo>
                    <a:pt x="1652980" y="664517"/>
                  </a:lnTo>
                  <a:lnTo>
                    <a:pt x="1672029" y="664517"/>
                  </a:lnTo>
                  <a:lnTo>
                    <a:pt x="1672029" y="683567"/>
                  </a:lnTo>
                  <a:close/>
                </a:path>
                <a:path w="2693034" h="683895">
                  <a:moveTo>
                    <a:pt x="1633929" y="683567"/>
                  </a:moveTo>
                  <a:lnTo>
                    <a:pt x="1614879" y="683567"/>
                  </a:lnTo>
                  <a:lnTo>
                    <a:pt x="1614879" y="664517"/>
                  </a:lnTo>
                  <a:lnTo>
                    <a:pt x="1633929" y="664517"/>
                  </a:lnTo>
                  <a:lnTo>
                    <a:pt x="1633929" y="683567"/>
                  </a:lnTo>
                  <a:close/>
                </a:path>
                <a:path w="2693034" h="683895">
                  <a:moveTo>
                    <a:pt x="1595830" y="683567"/>
                  </a:moveTo>
                  <a:lnTo>
                    <a:pt x="1576779" y="683567"/>
                  </a:lnTo>
                  <a:lnTo>
                    <a:pt x="1576779" y="664517"/>
                  </a:lnTo>
                  <a:lnTo>
                    <a:pt x="1595830" y="664517"/>
                  </a:lnTo>
                  <a:lnTo>
                    <a:pt x="1595830" y="683567"/>
                  </a:lnTo>
                  <a:close/>
                </a:path>
                <a:path w="2693034" h="683895">
                  <a:moveTo>
                    <a:pt x="1557729" y="683567"/>
                  </a:moveTo>
                  <a:lnTo>
                    <a:pt x="1538679" y="683567"/>
                  </a:lnTo>
                  <a:lnTo>
                    <a:pt x="1538679" y="664517"/>
                  </a:lnTo>
                  <a:lnTo>
                    <a:pt x="1557729" y="664517"/>
                  </a:lnTo>
                  <a:lnTo>
                    <a:pt x="1557729" y="683567"/>
                  </a:lnTo>
                  <a:close/>
                </a:path>
                <a:path w="2693034" h="683895">
                  <a:moveTo>
                    <a:pt x="1519630" y="683567"/>
                  </a:moveTo>
                  <a:lnTo>
                    <a:pt x="1500579" y="683567"/>
                  </a:lnTo>
                  <a:lnTo>
                    <a:pt x="1500579" y="664517"/>
                  </a:lnTo>
                  <a:lnTo>
                    <a:pt x="1519630" y="664517"/>
                  </a:lnTo>
                  <a:lnTo>
                    <a:pt x="1519630" y="683567"/>
                  </a:lnTo>
                  <a:close/>
                </a:path>
                <a:path w="2693034" h="683895">
                  <a:moveTo>
                    <a:pt x="1481529" y="683567"/>
                  </a:moveTo>
                  <a:lnTo>
                    <a:pt x="1462480" y="683567"/>
                  </a:lnTo>
                  <a:lnTo>
                    <a:pt x="1462480" y="664517"/>
                  </a:lnTo>
                  <a:lnTo>
                    <a:pt x="1481529" y="664517"/>
                  </a:lnTo>
                  <a:lnTo>
                    <a:pt x="1481529" y="683567"/>
                  </a:lnTo>
                  <a:close/>
                </a:path>
                <a:path w="2693034" h="683895">
                  <a:moveTo>
                    <a:pt x="1443429" y="683567"/>
                  </a:moveTo>
                  <a:lnTo>
                    <a:pt x="1424379" y="683567"/>
                  </a:lnTo>
                  <a:lnTo>
                    <a:pt x="1424379" y="664517"/>
                  </a:lnTo>
                  <a:lnTo>
                    <a:pt x="1443429" y="664517"/>
                  </a:lnTo>
                  <a:lnTo>
                    <a:pt x="1443429" y="683567"/>
                  </a:lnTo>
                  <a:close/>
                </a:path>
                <a:path w="2693034" h="683895">
                  <a:moveTo>
                    <a:pt x="1405329" y="683567"/>
                  </a:moveTo>
                  <a:lnTo>
                    <a:pt x="1386279" y="683567"/>
                  </a:lnTo>
                  <a:lnTo>
                    <a:pt x="1386279" y="664517"/>
                  </a:lnTo>
                  <a:lnTo>
                    <a:pt x="1405329" y="664517"/>
                  </a:lnTo>
                  <a:lnTo>
                    <a:pt x="1405329" y="683567"/>
                  </a:lnTo>
                  <a:close/>
                </a:path>
                <a:path w="2693034" h="683895">
                  <a:moveTo>
                    <a:pt x="1367229" y="683567"/>
                  </a:moveTo>
                  <a:lnTo>
                    <a:pt x="1348179" y="683567"/>
                  </a:lnTo>
                  <a:lnTo>
                    <a:pt x="1348179" y="664517"/>
                  </a:lnTo>
                  <a:lnTo>
                    <a:pt x="1367229" y="664517"/>
                  </a:lnTo>
                  <a:lnTo>
                    <a:pt x="1367229" y="683567"/>
                  </a:lnTo>
                  <a:close/>
                </a:path>
                <a:path w="2693034" h="683895">
                  <a:moveTo>
                    <a:pt x="1329129" y="683567"/>
                  </a:moveTo>
                  <a:lnTo>
                    <a:pt x="1310079" y="683567"/>
                  </a:lnTo>
                  <a:lnTo>
                    <a:pt x="1310079" y="664517"/>
                  </a:lnTo>
                  <a:lnTo>
                    <a:pt x="1329129" y="664517"/>
                  </a:lnTo>
                  <a:lnTo>
                    <a:pt x="1329129" y="683567"/>
                  </a:lnTo>
                  <a:close/>
                </a:path>
                <a:path w="2693034" h="683895">
                  <a:moveTo>
                    <a:pt x="1291029" y="683567"/>
                  </a:moveTo>
                  <a:lnTo>
                    <a:pt x="1271979" y="683567"/>
                  </a:lnTo>
                  <a:lnTo>
                    <a:pt x="1271979" y="664517"/>
                  </a:lnTo>
                  <a:lnTo>
                    <a:pt x="1291029" y="664517"/>
                  </a:lnTo>
                  <a:lnTo>
                    <a:pt x="1291029" y="683567"/>
                  </a:lnTo>
                  <a:close/>
                </a:path>
                <a:path w="2693034" h="683895">
                  <a:moveTo>
                    <a:pt x="1252929" y="683567"/>
                  </a:moveTo>
                  <a:lnTo>
                    <a:pt x="1233879" y="683567"/>
                  </a:lnTo>
                  <a:lnTo>
                    <a:pt x="1233879" y="664517"/>
                  </a:lnTo>
                  <a:lnTo>
                    <a:pt x="1252929" y="664517"/>
                  </a:lnTo>
                  <a:lnTo>
                    <a:pt x="1252929" y="683567"/>
                  </a:lnTo>
                  <a:close/>
                </a:path>
                <a:path w="2693034" h="683895">
                  <a:moveTo>
                    <a:pt x="1214829" y="683567"/>
                  </a:moveTo>
                  <a:lnTo>
                    <a:pt x="1195779" y="683567"/>
                  </a:lnTo>
                  <a:lnTo>
                    <a:pt x="1195779" y="664517"/>
                  </a:lnTo>
                  <a:lnTo>
                    <a:pt x="1214829" y="664517"/>
                  </a:lnTo>
                  <a:lnTo>
                    <a:pt x="1214829" y="683567"/>
                  </a:lnTo>
                  <a:close/>
                </a:path>
                <a:path w="2693034" h="683895">
                  <a:moveTo>
                    <a:pt x="1176729" y="683567"/>
                  </a:moveTo>
                  <a:lnTo>
                    <a:pt x="1157679" y="683567"/>
                  </a:lnTo>
                  <a:lnTo>
                    <a:pt x="1157679" y="664517"/>
                  </a:lnTo>
                  <a:lnTo>
                    <a:pt x="1176729" y="664517"/>
                  </a:lnTo>
                  <a:lnTo>
                    <a:pt x="1176729" y="683567"/>
                  </a:lnTo>
                  <a:close/>
                </a:path>
                <a:path w="2693034" h="683895">
                  <a:moveTo>
                    <a:pt x="1138629" y="683567"/>
                  </a:moveTo>
                  <a:lnTo>
                    <a:pt x="1119579" y="683567"/>
                  </a:lnTo>
                  <a:lnTo>
                    <a:pt x="1119579" y="664517"/>
                  </a:lnTo>
                  <a:lnTo>
                    <a:pt x="1138629" y="664517"/>
                  </a:lnTo>
                  <a:lnTo>
                    <a:pt x="1138629" y="683567"/>
                  </a:lnTo>
                  <a:close/>
                </a:path>
                <a:path w="2693034" h="683895">
                  <a:moveTo>
                    <a:pt x="1100529" y="683567"/>
                  </a:moveTo>
                  <a:lnTo>
                    <a:pt x="1081479" y="683567"/>
                  </a:lnTo>
                  <a:lnTo>
                    <a:pt x="1081479" y="664517"/>
                  </a:lnTo>
                  <a:lnTo>
                    <a:pt x="1100529" y="664517"/>
                  </a:lnTo>
                  <a:lnTo>
                    <a:pt x="1100529" y="683567"/>
                  </a:lnTo>
                  <a:close/>
                </a:path>
                <a:path w="2693034" h="683895">
                  <a:moveTo>
                    <a:pt x="1062429" y="683567"/>
                  </a:moveTo>
                  <a:lnTo>
                    <a:pt x="1043379" y="683567"/>
                  </a:lnTo>
                  <a:lnTo>
                    <a:pt x="1043379" y="664517"/>
                  </a:lnTo>
                  <a:lnTo>
                    <a:pt x="1062429" y="664517"/>
                  </a:lnTo>
                  <a:lnTo>
                    <a:pt x="1062429" y="683567"/>
                  </a:lnTo>
                  <a:close/>
                </a:path>
                <a:path w="2693034" h="683895">
                  <a:moveTo>
                    <a:pt x="1024329" y="683567"/>
                  </a:moveTo>
                  <a:lnTo>
                    <a:pt x="1005279" y="683567"/>
                  </a:lnTo>
                  <a:lnTo>
                    <a:pt x="1005279" y="664517"/>
                  </a:lnTo>
                  <a:lnTo>
                    <a:pt x="1024329" y="664517"/>
                  </a:lnTo>
                  <a:lnTo>
                    <a:pt x="1024329" y="683567"/>
                  </a:lnTo>
                  <a:close/>
                </a:path>
                <a:path w="2693034" h="683895">
                  <a:moveTo>
                    <a:pt x="986229" y="683567"/>
                  </a:moveTo>
                  <a:lnTo>
                    <a:pt x="967179" y="683567"/>
                  </a:lnTo>
                  <a:lnTo>
                    <a:pt x="967179" y="664517"/>
                  </a:lnTo>
                  <a:lnTo>
                    <a:pt x="986229" y="664517"/>
                  </a:lnTo>
                  <a:lnTo>
                    <a:pt x="986229" y="683567"/>
                  </a:lnTo>
                  <a:close/>
                </a:path>
                <a:path w="2693034" h="683895">
                  <a:moveTo>
                    <a:pt x="948129" y="683567"/>
                  </a:moveTo>
                  <a:lnTo>
                    <a:pt x="929079" y="683567"/>
                  </a:lnTo>
                  <a:lnTo>
                    <a:pt x="929079" y="664517"/>
                  </a:lnTo>
                  <a:lnTo>
                    <a:pt x="948129" y="664517"/>
                  </a:lnTo>
                  <a:lnTo>
                    <a:pt x="948129" y="683567"/>
                  </a:lnTo>
                  <a:close/>
                </a:path>
                <a:path w="2693034" h="683895">
                  <a:moveTo>
                    <a:pt x="910029" y="683567"/>
                  </a:moveTo>
                  <a:lnTo>
                    <a:pt x="890979" y="683567"/>
                  </a:lnTo>
                  <a:lnTo>
                    <a:pt x="890979" y="664517"/>
                  </a:lnTo>
                  <a:lnTo>
                    <a:pt x="910029" y="664517"/>
                  </a:lnTo>
                  <a:lnTo>
                    <a:pt x="910029" y="683567"/>
                  </a:lnTo>
                  <a:close/>
                </a:path>
                <a:path w="2693034" h="683895">
                  <a:moveTo>
                    <a:pt x="871929" y="683567"/>
                  </a:moveTo>
                  <a:lnTo>
                    <a:pt x="852879" y="683567"/>
                  </a:lnTo>
                  <a:lnTo>
                    <a:pt x="852879" y="664517"/>
                  </a:lnTo>
                  <a:lnTo>
                    <a:pt x="871929" y="664517"/>
                  </a:lnTo>
                  <a:lnTo>
                    <a:pt x="871929" y="683567"/>
                  </a:lnTo>
                  <a:close/>
                </a:path>
                <a:path w="2693034" h="683895">
                  <a:moveTo>
                    <a:pt x="833829" y="683567"/>
                  </a:moveTo>
                  <a:lnTo>
                    <a:pt x="814779" y="683567"/>
                  </a:lnTo>
                  <a:lnTo>
                    <a:pt x="814779" y="664517"/>
                  </a:lnTo>
                  <a:lnTo>
                    <a:pt x="833829" y="664517"/>
                  </a:lnTo>
                  <a:lnTo>
                    <a:pt x="833829" y="683567"/>
                  </a:lnTo>
                  <a:close/>
                </a:path>
                <a:path w="2693034" h="683895">
                  <a:moveTo>
                    <a:pt x="795729" y="683567"/>
                  </a:moveTo>
                  <a:lnTo>
                    <a:pt x="776679" y="683567"/>
                  </a:lnTo>
                  <a:lnTo>
                    <a:pt x="776679" y="664517"/>
                  </a:lnTo>
                  <a:lnTo>
                    <a:pt x="795729" y="664517"/>
                  </a:lnTo>
                  <a:lnTo>
                    <a:pt x="795729" y="683567"/>
                  </a:lnTo>
                  <a:close/>
                </a:path>
                <a:path w="2693034" h="683895">
                  <a:moveTo>
                    <a:pt x="757629" y="683567"/>
                  </a:moveTo>
                  <a:lnTo>
                    <a:pt x="738579" y="683567"/>
                  </a:lnTo>
                  <a:lnTo>
                    <a:pt x="738579" y="664517"/>
                  </a:lnTo>
                  <a:lnTo>
                    <a:pt x="757629" y="664517"/>
                  </a:lnTo>
                  <a:lnTo>
                    <a:pt x="757629" y="683567"/>
                  </a:lnTo>
                  <a:close/>
                </a:path>
                <a:path w="2693034" h="683895">
                  <a:moveTo>
                    <a:pt x="719529" y="683567"/>
                  </a:moveTo>
                  <a:lnTo>
                    <a:pt x="700479" y="683567"/>
                  </a:lnTo>
                  <a:lnTo>
                    <a:pt x="700479" y="664517"/>
                  </a:lnTo>
                  <a:lnTo>
                    <a:pt x="719529" y="664517"/>
                  </a:lnTo>
                  <a:lnTo>
                    <a:pt x="719529" y="683567"/>
                  </a:lnTo>
                  <a:close/>
                </a:path>
                <a:path w="2693034" h="683895">
                  <a:moveTo>
                    <a:pt x="681429" y="683567"/>
                  </a:moveTo>
                  <a:lnTo>
                    <a:pt x="662380" y="683567"/>
                  </a:lnTo>
                  <a:lnTo>
                    <a:pt x="662380" y="664517"/>
                  </a:lnTo>
                  <a:lnTo>
                    <a:pt x="681429" y="664517"/>
                  </a:lnTo>
                  <a:lnTo>
                    <a:pt x="681429" y="683567"/>
                  </a:lnTo>
                  <a:close/>
                </a:path>
                <a:path w="2693034" h="683895">
                  <a:moveTo>
                    <a:pt x="643330" y="683567"/>
                  </a:moveTo>
                  <a:lnTo>
                    <a:pt x="624279" y="683567"/>
                  </a:lnTo>
                  <a:lnTo>
                    <a:pt x="624279" y="664517"/>
                  </a:lnTo>
                  <a:lnTo>
                    <a:pt x="643330" y="664517"/>
                  </a:lnTo>
                  <a:lnTo>
                    <a:pt x="643330" y="683567"/>
                  </a:lnTo>
                  <a:close/>
                </a:path>
                <a:path w="2693034" h="683895">
                  <a:moveTo>
                    <a:pt x="605230" y="683567"/>
                  </a:moveTo>
                  <a:lnTo>
                    <a:pt x="586179" y="683567"/>
                  </a:lnTo>
                  <a:lnTo>
                    <a:pt x="586179" y="664517"/>
                  </a:lnTo>
                  <a:lnTo>
                    <a:pt x="605230" y="664517"/>
                  </a:lnTo>
                  <a:lnTo>
                    <a:pt x="605230" y="683567"/>
                  </a:lnTo>
                  <a:close/>
                </a:path>
                <a:path w="2693034" h="683895">
                  <a:moveTo>
                    <a:pt x="567129" y="683567"/>
                  </a:moveTo>
                  <a:lnTo>
                    <a:pt x="548080" y="683567"/>
                  </a:lnTo>
                  <a:lnTo>
                    <a:pt x="548080" y="664517"/>
                  </a:lnTo>
                  <a:lnTo>
                    <a:pt x="567129" y="664517"/>
                  </a:lnTo>
                  <a:lnTo>
                    <a:pt x="567129" y="683567"/>
                  </a:lnTo>
                  <a:close/>
                </a:path>
                <a:path w="2693034" h="683895">
                  <a:moveTo>
                    <a:pt x="529029" y="683567"/>
                  </a:moveTo>
                  <a:lnTo>
                    <a:pt x="509979" y="683567"/>
                  </a:lnTo>
                  <a:lnTo>
                    <a:pt x="509979" y="664517"/>
                  </a:lnTo>
                  <a:lnTo>
                    <a:pt x="529029" y="664517"/>
                  </a:lnTo>
                  <a:lnTo>
                    <a:pt x="529029" y="683567"/>
                  </a:lnTo>
                  <a:close/>
                </a:path>
                <a:path w="2693034" h="683895">
                  <a:moveTo>
                    <a:pt x="490930" y="683567"/>
                  </a:moveTo>
                  <a:lnTo>
                    <a:pt x="471879" y="683567"/>
                  </a:lnTo>
                  <a:lnTo>
                    <a:pt x="471879" y="664517"/>
                  </a:lnTo>
                  <a:lnTo>
                    <a:pt x="490930" y="664517"/>
                  </a:lnTo>
                  <a:lnTo>
                    <a:pt x="490930" y="683567"/>
                  </a:lnTo>
                  <a:close/>
                </a:path>
                <a:path w="2693034" h="683895">
                  <a:moveTo>
                    <a:pt x="452829" y="683567"/>
                  </a:moveTo>
                  <a:lnTo>
                    <a:pt x="433780" y="683567"/>
                  </a:lnTo>
                  <a:lnTo>
                    <a:pt x="433780" y="664517"/>
                  </a:lnTo>
                  <a:lnTo>
                    <a:pt x="452829" y="664517"/>
                  </a:lnTo>
                  <a:lnTo>
                    <a:pt x="452829" y="683567"/>
                  </a:lnTo>
                  <a:close/>
                </a:path>
                <a:path w="2693034" h="683895">
                  <a:moveTo>
                    <a:pt x="414729" y="683567"/>
                  </a:moveTo>
                  <a:lnTo>
                    <a:pt x="395679" y="683567"/>
                  </a:lnTo>
                  <a:lnTo>
                    <a:pt x="395679" y="664517"/>
                  </a:lnTo>
                  <a:lnTo>
                    <a:pt x="414729" y="664517"/>
                  </a:lnTo>
                  <a:lnTo>
                    <a:pt x="414729" y="683567"/>
                  </a:lnTo>
                  <a:close/>
                </a:path>
                <a:path w="2693034" h="683895">
                  <a:moveTo>
                    <a:pt x="376630" y="683567"/>
                  </a:moveTo>
                  <a:lnTo>
                    <a:pt x="357579" y="683567"/>
                  </a:lnTo>
                  <a:lnTo>
                    <a:pt x="357579" y="664517"/>
                  </a:lnTo>
                  <a:lnTo>
                    <a:pt x="376630" y="664517"/>
                  </a:lnTo>
                  <a:lnTo>
                    <a:pt x="376630" y="683567"/>
                  </a:lnTo>
                  <a:close/>
                </a:path>
                <a:path w="2693034" h="683895">
                  <a:moveTo>
                    <a:pt x="338529" y="683567"/>
                  </a:moveTo>
                  <a:lnTo>
                    <a:pt x="319479" y="683567"/>
                  </a:lnTo>
                  <a:lnTo>
                    <a:pt x="319479" y="664517"/>
                  </a:lnTo>
                  <a:lnTo>
                    <a:pt x="338529" y="664517"/>
                  </a:lnTo>
                  <a:lnTo>
                    <a:pt x="338529" y="683567"/>
                  </a:lnTo>
                  <a:close/>
                </a:path>
                <a:path w="2693034" h="683895">
                  <a:moveTo>
                    <a:pt x="300429" y="683567"/>
                  </a:moveTo>
                  <a:lnTo>
                    <a:pt x="281379" y="683567"/>
                  </a:lnTo>
                  <a:lnTo>
                    <a:pt x="281379" y="664517"/>
                  </a:lnTo>
                  <a:lnTo>
                    <a:pt x="300429" y="664517"/>
                  </a:lnTo>
                  <a:lnTo>
                    <a:pt x="300429" y="683567"/>
                  </a:lnTo>
                  <a:close/>
                </a:path>
                <a:path w="2693034" h="683895">
                  <a:moveTo>
                    <a:pt x="262329" y="683567"/>
                  </a:moveTo>
                  <a:lnTo>
                    <a:pt x="243279" y="683567"/>
                  </a:lnTo>
                  <a:lnTo>
                    <a:pt x="243279" y="664517"/>
                  </a:lnTo>
                  <a:lnTo>
                    <a:pt x="262329" y="664517"/>
                  </a:lnTo>
                  <a:lnTo>
                    <a:pt x="262329" y="683567"/>
                  </a:lnTo>
                  <a:close/>
                </a:path>
                <a:path w="2693034" h="683895">
                  <a:moveTo>
                    <a:pt x="224229" y="683567"/>
                  </a:moveTo>
                  <a:lnTo>
                    <a:pt x="205179" y="683567"/>
                  </a:lnTo>
                  <a:lnTo>
                    <a:pt x="205179" y="664517"/>
                  </a:lnTo>
                  <a:lnTo>
                    <a:pt x="224229" y="664517"/>
                  </a:lnTo>
                  <a:lnTo>
                    <a:pt x="224229" y="683567"/>
                  </a:lnTo>
                  <a:close/>
                </a:path>
                <a:path w="2693034" h="683895">
                  <a:moveTo>
                    <a:pt x="186129" y="683567"/>
                  </a:moveTo>
                  <a:lnTo>
                    <a:pt x="167079" y="683567"/>
                  </a:lnTo>
                  <a:lnTo>
                    <a:pt x="167079" y="664517"/>
                  </a:lnTo>
                  <a:lnTo>
                    <a:pt x="186129" y="664517"/>
                  </a:lnTo>
                  <a:lnTo>
                    <a:pt x="186129" y="683567"/>
                  </a:lnTo>
                  <a:close/>
                </a:path>
                <a:path w="2693034" h="683895">
                  <a:moveTo>
                    <a:pt x="148029" y="683567"/>
                  </a:moveTo>
                  <a:lnTo>
                    <a:pt x="128979" y="683567"/>
                  </a:lnTo>
                  <a:lnTo>
                    <a:pt x="128979" y="664517"/>
                  </a:lnTo>
                  <a:lnTo>
                    <a:pt x="148029" y="664517"/>
                  </a:lnTo>
                  <a:lnTo>
                    <a:pt x="148029" y="683567"/>
                  </a:lnTo>
                  <a:close/>
                </a:path>
                <a:path w="2693034" h="683895">
                  <a:moveTo>
                    <a:pt x="109929" y="683567"/>
                  </a:moveTo>
                  <a:lnTo>
                    <a:pt x="90879" y="683567"/>
                  </a:lnTo>
                  <a:lnTo>
                    <a:pt x="90879" y="664517"/>
                  </a:lnTo>
                  <a:lnTo>
                    <a:pt x="109929" y="664517"/>
                  </a:lnTo>
                  <a:lnTo>
                    <a:pt x="109929" y="683567"/>
                  </a:lnTo>
                  <a:close/>
                </a:path>
                <a:path w="2693034" h="683895">
                  <a:moveTo>
                    <a:pt x="71829" y="683567"/>
                  </a:moveTo>
                  <a:lnTo>
                    <a:pt x="52779" y="683567"/>
                  </a:lnTo>
                  <a:lnTo>
                    <a:pt x="52779" y="664517"/>
                  </a:lnTo>
                  <a:lnTo>
                    <a:pt x="71829" y="664517"/>
                  </a:lnTo>
                  <a:lnTo>
                    <a:pt x="71829" y="683567"/>
                  </a:lnTo>
                  <a:close/>
                </a:path>
                <a:path w="2693034" h="683895">
                  <a:moveTo>
                    <a:pt x="33620" y="681227"/>
                  </a:moveTo>
                  <a:lnTo>
                    <a:pt x="29393" y="679943"/>
                  </a:lnTo>
                  <a:lnTo>
                    <a:pt x="21198" y="675567"/>
                  </a:lnTo>
                  <a:lnTo>
                    <a:pt x="16753" y="671923"/>
                  </a:lnTo>
                  <a:lnTo>
                    <a:pt x="29015" y="657632"/>
                  </a:lnTo>
                  <a:lnTo>
                    <a:pt x="32014" y="660205"/>
                  </a:lnTo>
                  <a:lnTo>
                    <a:pt x="35402" y="662075"/>
                  </a:lnTo>
                  <a:lnTo>
                    <a:pt x="39179" y="663243"/>
                  </a:lnTo>
                  <a:lnTo>
                    <a:pt x="33620" y="681227"/>
                  </a:lnTo>
                  <a:close/>
                </a:path>
                <a:path w="2693034" h="683895">
                  <a:moveTo>
                    <a:pt x="4912" y="656584"/>
                  </a:moveTo>
                  <a:lnTo>
                    <a:pt x="3624" y="654173"/>
                  </a:lnTo>
                  <a:lnTo>
                    <a:pt x="923" y="645284"/>
                  </a:lnTo>
                  <a:lnTo>
                    <a:pt x="189" y="637865"/>
                  </a:lnTo>
                  <a:lnTo>
                    <a:pt x="19072" y="637104"/>
                  </a:lnTo>
                  <a:lnTo>
                    <a:pt x="19232" y="641057"/>
                  </a:lnTo>
                  <a:lnTo>
                    <a:pt x="20172" y="644815"/>
                  </a:lnTo>
                  <a:lnTo>
                    <a:pt x="21894" y="648379"/>
                  </a:lnTo>
                  <a:lnTo>
                    <a:pt x="4912" y="656584"/>
                  </a:lnTo>
                  <a:close/>
                </a:path>
                <a:path w="2693034" h="683895">
                  <a:moveTo>
                    <a:pt x="19049" y="618753"/>
                  </a:moveTo>
                  <a:lnTo>
                    <a:pt x="0" y="618753"/>
                  </a:lnTo>
                  <a:lnTo>
                    <a:pt x="0" y="599703"/>
                  </a:lnTo>
                  <a:lnTo>
                    <a:pt x="19049" y="599703"/>
                  </a:lnTo>
                  <a:lnTo>
                    <a:pt x="19049" y="618753"/>
                  </a:lnTo>
                  <a:close/>
                </a:path>
                <a:path w="2693034" h="683895">
                  <a:moveTo>
                    <a:pt x="19049" y="580653"/>
                  </a:moveTo>
                  <a:lnTo>
                    <a:pt x="0" y="580653"/>
                  </a:lnTo>
                  <a:lnTo>
                    <a:pt x="0" y="561603"/>
                  </a:lnTo>
                  <a:lnTo>
                    <a:pt x="19049" y="561603"/>
                  </a:lnTo>
                  <a:lnTo>
                    <a:pt x="19049" y="580653"/>
                  </a:lnTo>
                  <a:close/>
                </a:path>
                <a:path w="2693034" h="683895">
                  <a:moveTo>
                    <a:pt x="19049" y="542553"/>
                  </a:moveTo>
                  <a:lnTo>
                    <a:pt x="0" y="542553"/>
                  </a:lnTo>
                  <a:lnTo>
                    <a:pt x="0" y="523503"/>
                  </a:lnTo>
                  <a:lnTo>
                    <a:pt x="19049" y="523503"/>
                  </a:lnTo>
                  <a:lnTo>
                    <a:pt x="19049" y="542553"/>
                  </a:lnTo>
                  <a:close/>
                </a:path>
                <a:path w="2693034" h="683895">
                  <a:moveTo>
                    <a:pt x="19049" y="504453"/>
                  </a:moveTo>
                  <a:lnTo>
                    <a:pt x="0" y="504453"/>
                  </a:lnTo>
                  <a:lnTo>
                    <a:pt x="0" y="485403"/>
                  </a:lnTo>
                  <a:lnTo>
                    <a:pt x="19049" y="485403"/>
                  </a:lnTo>
                  <a:lnTo>
                    <a:pt x="19049" y="504453"/>
                  </a:lnTo>
                  <a:close/>
                </a:path>
                <a:path w="2693034" h="683895">
                  <a:moveTo>
                    <a:pt x="19049" y="466353"/>
                  </a:moveTo>
                  <a:lnTo>
                    <a:pt x="0" y="466353"/>
                  </a:lnTo>
                  <a:lnTo>
                    <a:pt x="0" y="447303"/>
                  </a:lnTo>
                  <a:lnTo>
                    <a:pt x="19049" y="447303"/>
                  </a:lnTo>
                  <a:lnTo>
                    <a:pt x="19049" y="466353"/>
                  </a:lnTo>
                  <a:close/>
                </a:path>
                <a:path w="2693034" h="683895">
                  <a:moveTo>
                    <a:pt x="19049" y="428253"/>
                  </a:moveTo>
                  <a:lnTo>
                    <a:pt x="0" y="428253"/>
                  </a:lnTo>
                  <a:lnTo>
                    <a:pt x="0" y="409203"/>
                  </a:lnTo>
                  <a:lnTo>
                    <a:pt x="19049" y="409203"/>
                  </a:lnTo>
                  <a:lnTo>
                    <a:pt x="19049" y="428253"/>
                  </a:lnTo>
                  <a:close/>
                </a:path>
                <a:path w="2693034" h="683895">
                  <a:moveTo>
                    <a:pt x="19049" y="390153"/>
                  </a:moveTo>
                  <a:lnTo>
                    <a:pt x="0" y="390153"/>
                  </a:lnTo>
                  <a:lnTo>
                    <a:pt x="0" y="371103"/>
                  </a:lnTo>
                  <a:lnTo>
                    <a:pt x="19049" y="371103"/>
                  </a:lnTo>
                  <a:lnTo>
                    <a:pt x="19049" y="390153"/>
                  </a:lnTo>
                  <a:close/>
                </a:path>
                <a:path w="2693034" h="683895">
                  <a:moveTo>
                    <a:pt x="19049" y="352053"/>
                  </a:moveTo>
                  <a:lnTo>
                    <a:pt x="0" y="352053"/>
                  </a:lnTo>
                  <a:lnTo>
                    <a:pt x="0" y="333003"/>
                  </a:lnTo>
                  <a:lnTo>
                    <a:pt x="19049" y="333003"/>
                  </a:lnTo>
                  <a:lnTo>
                    <a:pt x="19049" y="352053"/>
                  </a:lnTo>
                  <a:close/>
                </a:path>
                <a:path w="2693034" h="683895">
                  <a:moveTo>
                    <a:pt x="19049" y="313953"/>
                  </a:moveTo>
                  <a:lnTo>
                    <a:pt x="0" y="313953"/>
                  </a:lnTo>
                  <a:lnTo>
                    <a:pt x="0" y="294903"/>
                  </a:lnTo>
                  <a:lnTo>
                    <a:pt x="19049" y="294903"/>
                  </a:lnTo>
                  <a:lnTo>
                    <a:pt x="19049" y="313953"/>
                  </a:lnTo>
                  <a:close/>
                </a:path>
                <a:path w="2693034" h="683895">
                  <a:moveTo>
                    <a:pt x="19049" y="275853"/>
                  </a:moveTo>
                  <a:lnTo>
                    <a:pt x="0" y="275853"/>
                  </a:lnTo>
                  <a:lnTo>
                    <a:pt x="0" y="256803"/>
                  </a:lnTo>
                  <a:lnTo>
                    <a:pt x="19049" y="256803"/>
                  </a:lnTo>
                  <a:lnTo>
                    <a:pt x="19049" y="275853"/>
                  </a:lnTo>
                  <a:close/>
                </a:path>
                <a:path w="2693034" h="683895">
                  <a:moveTo>
                    <a:pt x="19049" y="237753"/>
                  </a:moveTo>
                  <a:lnTo>
                    <a:pt x="0" y="237753"/>
                  </a:lnTo>
                  <a:lnTo>
                    <a:pt x="0" y="218703"/>
                  </a:lnTo>
                  <a:lnTo>
                    <a:pt x="19049" y="218703"/>
                  </a:lnTo>
                  <a:lnTo>
                    <a:pt x="19049" y="237753"/>
                  </a:lnTo>
                  <a:close/>
                </a:path>
                <a:path w="2693034" h="683895">
                  <a:moveTo>
                    <a:pt x="19049" y="199653"/>
                  </a:moveTo>
                  <a:lnTo>
                    <a:pt x="0" y="199653"/>
                  </a:lnTo>
                  <a:lnTo>
                    <a:pt x="0" y="180603"/>
                  </a:lnTo>
                  <a:lnTo>
                    <a:pt x="19049" y="180603"/>
                  </a:lnTo>
                  <a:lnTo>
                    <a:pt x="19049" y="199653"/>
                  </a:lnTo>
                  <a:close/>
                </a:path>
                <a:path w="2693034" h="683895">
                  <a:moveTo>
                    <a:pt x="19049" y="161553"/>
                  </a:moveTo>
                  <a:lnTo>
                    <a:pt x="0" y="161553"/>
                  </a:lnTo>
                  <a:lnTo>
                    <a:pt x="0" y="142503"/>
                  </a:lnTo>
                  <a:lnTo>
                    <a:pt x="19049" y="142503"/>
                  </a:lnTo>
                  <a:lnTo>
                    <a:pt x="19049" y="161553"/>
                  </a:lnTo>
                  <a:close/>
                </a:path>
                <a:path w="2693034" h="683895">
                  <a:moveTo>
                    <a:pt x="19049" y="123453"/>
                  </a:moveTo>
                  <a:lnTo>
                    <a:pt x="0" y="123453"/>
                  </a:lnTo>
                  <a:lnTo>
                    <a:pt x="0" y="104403"/>
                  </a:lnTo>
                  <a:lnTo>
                    <a:pt x="19049" y="104403"/>
                  </a:lnTo>
                  <a:lnTo>
                    <a:pt x="19049" y="123453"/>
                  </a:lnTo>
                  <a:close/>
                </a:path>
                <a:path w="2693034" h="683895">
                  <a:moveTo>
                    <a:pt x="19049" y="85353"/>
                  </a:moveTo>
                  <a:lnTo>
                    <a:pt x="0" y="85353"/>
                  </a:lnTo>
                  <a:lnTo>
                    <a:pt x="0" y="66303"/>
                  </a:lnTo>
                  <a:lnTo>
                    <a:pt x="19049" y="66303"/>
                  </a:lnTo>
                  <a:lnTo>
                    <a:pt x="19049" y="85353"/>
                  </a:lnTo>
                  <a:close/>
                </a:path>
                <a:path w="2693034" h="683895">
                  <a:moveTo>
                    <a:pt x="19050" y="47389"/>
                  </a:moveTo>
                  <a:lnTo>
                    <a:pt x="37" y="47239"/>
                  </a:lnTo>
                  <a:lnTo>
                    <a:pt x="923" y="38282"/>
                  </a:lnTo>
                  <a:lnTo>
                    <a:pt x="3624" y="29393"/>
                  </a:lnTo>
                  <a:lnTo>
                    <a:pt x="4197" y="28320"/>
                  </a:lnTo>
                  <a:lnTo>
                    <a:pt x="21511" y="36014"/>
                  </a:lnTo>
                  <a:lnTo>
                    <a:pt x="19902" y="39635"/>
                  </a:lnTo>
                  <a:lnTo>
                    <a:pt x="19081" y="43427"/>
                  </a:lnTo>
                  <a:lnTo>
                    <a:pt x="19050" y="47389"/>
                  </a:lnTo>
                  <a:close/>
                </a:path>
                <a:path w="2693034" h="683895">
                  <a:moveTo>
                    <a:pt x="28324" y="26547"/>
                  </a:moveTo>
                  <a:lnTo>
                    <a:pt x="15567" y="12617"/>
                  </a:lnTo>
                  <a:lnTo>
                    <a:pt x="21198" y="7999"/>
                  </a:lnTo>
                  <a:lnTo>
                    <a:pt x="29393" y="3624"/>
                  </a:lnTo>
                  <a:lnTo>
                    <a:pt x="32172" y="2780"/>
                  </a:lnTo>
                  <a:lnTo>
                    <a:pt x="38312" y="20606"/>
                  </a:lnTo>
                  <a:lnTo>
                    <a:pt x="34571" y="21895"/>
                  </a:lnTo>
                  <a:lnTo>
                    <a:pt x="31241" y="23875"/>
                  </a:lnTo>
                  <a:lnTo>
                    <a:pt x="28324" y="26547"/>
                  </a:lnTo>
                  <a:close/>
                </a:path>
                <a:path w="2693034" h="683895">
                  <a:moveTo>
                    <a:pt x="66665" y="19049"/>
                  </a:moveTo>
                  <a:lnTo>
                    <a:pt x="47615" y="19049"/>
                  </a:lnTo>
                  <a:lnTo>
                    <a:pt x="47615" y="0"/>
                  </a:lnTo>
                  <a:lnTo>
                    <a:pt x="66665" y="0"/>
                  </a:lnTo>
                  <a:lnTo>
                    <a:pt x="66665" y="19049"/>
                  </a:lnTo>
                  <a:close/>
                </a:path>
              </a:pathLst>
            </a:custGeom>
            <a:solidFill>
              <a:srgbClr val="737373"/>
            </a:solidFill>
          </p:spPr>
          <p:txBody>
            <a:bodyPr wrap="square" lIns="0" tIns="0" rIns="0" bIns="0" rtlCol="0"/>
            <a:lstStyle/>
            <a:p>
              <a:endParaRPr/>
            </a:p>
          </p:txBody>
        </p:sp>
        <p:sp>
          <p:nvSpPr>
            <p:cNvPr id="46" name="object 46"/>
            <p:cNvSpPr/>
            <p:nvPr/>
          </p:nvSpPr>
          <p:spPr>
            <a:xfrm>
              <a:off x="14701266" y="3873508"/>
              <a:ext cx="729615" cy="379730"/>
            </a:xfrm>
            <a:custGeom>
              <a:avLst/>
              <a:gdLst/>
              <a:ahLst/>
              <a:cxnLst/>
              <a:rect l="l" t="t" r="r" b="b"/>
              <a:pathLst>
                <a:path w="729615" h="379729">
                  <a:moveTo>
                    <a:pt x="0" y="379268"/>
                  </a:moveTo>
                  <a:lnTo>
                    <a:pt x="0" y="95249"/>
                  </a:lnTo>
                  <a:lnTo>
                    <a:pt x="7485" y="58174"/>
                  </a:lnTo>
                  <a:lnTo>
                    <a:pt x="27898" y="27898"/>
                  </a:lnTo>
                  <a:lnTo>
                    <a:pt x="58174" y="7485"/>
                  </a:lnTo>
                  <a:lnTo>
                    <a:pt x="95249" y="0"/>
                  </a:lnTo>
                  <a:lnTo>
                    <a:pt x="729619" y="0"/>
                  </a:lnTo>
                </a:path>
              </a:pathLst>
            </a:custGeom>
            <a:ln w="19049">
              <a:solidFill>
                <a:srgbClr val="A6A6A6"/>
              </a:solidFill>
            </a:ln>
          </p:spPr>
          <p:txBody>
            <a:bodyPr wrap="square" lIns="0" tIns="0" rIns="0" bIns="0" rtlCol="0"/>
            <a:lstStyle/>
            <a:p>
              <a:endParaRPr/>
            </a:p>
          </p:txBody>
        </p:sp>
        <p:pic>
          <p:nvPicPr>
            <p:cNvPr id="47" name="object 47"/>
            <p:cNvPicPr/>
            <p:nvPr/>
          </p:nvPicPr>
          <p:blipFill>
            <a:blip r:embed="rId9" cstate="print"/>
            <a:stretch>
              <a:fillRect/>
            </a:stretch>
          </p:blipFill>
          <p:spPr>
            <a:xfrm>
              <a:off x="15467270" y="3575305"/>
              <a:ext cx="533399" cy="533399"/>
            </a:xfrm>
            <a:prstGeom prst="rect">
              <a:avLst/>
            </a:prstGeom>
          </p:spPr>
        </p:pic>
      </p:grpSp>
      <p:sp>
        <p:nvSpPr>
          <p:cNvPr id="48" name="object 48"/>
          <p:cNvSpPr txBox="1"/>
          <p:nvPr/>
        </p:nvSpPr>
        <p:spPr>
          <a:xfrm>
            <a:off x="14257669" y="5186461"/>
            <a:ext cx="1158240" cy="378950"/>
          </a:xfrm>
          <a:prstGeom prst="rect">
            <a:avLst/>
          </a:prstGeom>
        </p:spPr>
        <p:txBody>
          <a:bodyPr vert="horz" wrap="square" lIns="0" tIns="19685" rIns="0" bIns="0" rtlCol="0">
            <a:spAutoFit/>
          </a:bodyPr>
          <a:lstStyle/>
          <a:p>
            <a:pPr marL="12700" marR="5080" indent="356870">
              <a:lnSpc>
                <a:spcPts val="1430"/>
              </a:lnSpc>
              <a:spcBef>
                <a:spcPts val="155"/>
              </a:spcBef>
            </a:pPr>
            <a:r>
              <a:rPr lang="en-IN" sz="1200" dirty="0">
                <a:latin typeface="Tahoma"/>
                <a:cs typeface="Tahoma"/>
              </a:rPr>
              <a:t>INCOIS Management</a:t>
            </a:r>
            <a:endParaRPr sz="1200" dirty="0">
              <a:latin typeface="Tahoma"/>
              <a:cs typeface="Tahoma"/>
            </a:endParaRPr>
          </a:p>
        </p:txBody>
      </p:sp>
      <p:sp>
        <p:nvSpPr>
          <p:cNvPr id="49" name="object 49"/>
          <p:cNvSpPr txBox="1"/>
          <p:nvPr/>
        </p:nvSpPr>
        <p:spPr>
          <a:xfrm>
            <a:off x="359510" y="5116485"/>
            <a:ext cx="1195064" cy="204543"/>
          </a:xfrm>
          <a:prstGeom prst="rect">
            <a:avLst/>
          </a:prstGeom>
        </p:spPr>
        <p:txBody>
          <a:bodyPr vert="horz" wrap="square" lIns="0" tIns="19685" rIns="0" bIns="0" rtlCol="0">
            <a:spAutoFit/>
          </a:bodyPr>
          <a:lstStyle/>
          <a:p>
            <a:pPr marL="12700" marR="5080" indent="235585">
              <a:lnSpc>
                <a:spcPct val="100000"/>
              </a:lnSpc>
              <a:spcBef>
                <a:spcPts val="155"/>
              </a:spcBef>
            </a:pPr>
            <a:r>
              <a:rPr lang="en-IN" sz="1200" dirty="0"/>
              <a:t>Forecaster</a:t>
            </a:r>
            <a:endParaRPr sz="1200" dirty="0">
              <a:latin typeface="Tahoma"/>
              <a:cs typeface="Tahoma"/>
            </a:endParaRPr>
          </a:p>
        </p:txBody>
      </p:sp>
      <p:pic>
        <p:nvPicPr>
          <p:cNvPr id="50" name="object 50"/>
          <p:cNvPicPr/>
          <p:nvPr/>
        </p:nvPicPr>
        <p:blipFill>
          <a:blip r:embed="rId10" cstate="print"/>
          <a:stretch>
            <a:fillRect/>
          </a:stretch>
        </p:blipFill>
        <p:spPr>
          <a:xfrm>
            <a:off x="7436532" y="4324235"/>
            <a:ext cx="619124" cy="619124"/>
          </a:xfrm>
          <a:prstGeom prst="rect">
            <a:avLst/>
          </a:prstGeom>
        </p:spPr>
      </p:pic>
      <p:grpSp>
        <p:nvGrpSpPr>
          <p:cNvPr id="51" name="object 51"/>
          <p:cNvGrpSpPr/>
          <p:nvPr/>
        </p:nvGrpSpPr>
        <p:grpSpPr>
          <a:xfrm>
            <a:off x="5131390" y="3771405"/>
            <a:ext cx="1986280" cy="1344930"/>
            <a:chOff x="5131390" y="3771405"/>
            <a:chExt cx="1986280" cy="1344930"/>
          </a:xfrm>
        </p:grpSpPr>
        <p:sp>
          <p:nvSpPr>
            <p:cNvPr id="52" name="object 52"/>
            <p:cNvSpPr/>
            <p:nvPr/>
          </p:nvSpPr>
          <p:spPr>
            <a:xfrm>
              <a:off x="5739303" y="4700696"/>
              <a:ext cx="1377950" cy="248920"/>
            </a:xfrm>
            <a:custGeom>
              <a:avLst/>
              <a:gdLst/>
              <a:ahLst/>
              <a:cxnLst/>
              <a:rect l="l" t="t" r="r" b="b"/>
              <a:pathLst>
                <a:path w="1377950" h="248920">
                  <a:moveTo>
                    <a:pt x="64853" y="186785"/>
                  </a:moveTo>
                  <a:lnTo>
                    <a:pt x="36926" y="160266"/>
                  </a:lnTo>
                  <a:lnTo>
                    <a:pt x="16173" y="128254"/>
                  </a:lnTo>
                  <a:lnTo>
                    <a:pt x="1255" y="75970"/>
                  </a:lnTo>
                  <a:lnTo>
                    <a:pt x="0" y="45555"/>
                  </a:lnTo>
                  <a:lnTo>
                    <a:pt x="3341" y="12134"/>
                  </a:lnTo>
                  <a:lnTo>
                    <a:pt x="4500" y="4734"/>
                  </a:lnTo>
                  <a:lnTo>
                    <a:pt x="11354" y="0"/>
                  </a:lnTo>
                  <a:lnTo>
                    <a:pt x="18761" y="1172"/>
                  </a:lnTo>
                  <a:lnTo>
                    <a:pt x="26021" y="2543"/>
                  </a:lnTo>
                  <a:lnTo>
                    <a:pt x="30970" y="9549"/>
                  </a:lnTo>
                  <a:lnTo>
                    <a:pt x="29811" y="16949"/>
                  </a:lnTo>
                  <a:lnTo>
                    <a:pt x="26763" y="45629"/>
                  </a:lnTo>
                  <a:lnTo>
                    <a:pt x="32203" y="95434"/>
                  </a:lnTo>
                  <a:lnTo>
                    <a:pt x="58450" y="144328"/>
                  </a:lnTo>
                  <a:lnTo>
                    <a:pt x="112607" y="185160"/>
                  </a:lnTo>
                  <a:lnTo>
                    <a:pt x="196771" y="212354"/>
                  </a:lnTo>
                  <a:lnTo>
                    <a:pt x="250871" y="219808"/>
                  </a:lnTo>
                  <a:lnTo>
                    <a:pt x="307185" y="222373"/>
                  </a:lnTo>
                  <a:lnTo>
                    <a:pt x="363875" y="220765"/>
                  </a:lnTo>
                  <a:lnTo>
                    <a:pt x="419103" y="215703"/>
                  </a:lnTo>
                  <a:lnTo>
                    <a:pt x="471031" y="207903"/>
                  </a:lnTo>
                  <a:lnTo>
                    <a:pt x="517820" y="198082"/>
                  </a:lnTo>
                  <a:lnTo>
                    <a:pt x="557633" y="186959"/>
                  </a:lnTo>
                  <a:lnTo>
                    <a:pt x="610912" y="167540"/>
                  </a:lnTo>
                  <a:lnTo>
                    <a:pt x="662106" y="145431"/>
                  </a:lnTo>
                  <a:lnTo>
                    <a:pt x="711730" y="121895"/>
                  </a:lnTo>
                  <a:lnTo>
                    <a:pt x="760301" y="98194"/>
                  </a:lnTo>
                  <a:lnTo>
                    <a:pt x="808335" y="75593"/>
                  </a:lnTo>
                  <a:lnTo>
                    <a:pt x="856348" y="55354"/>
                  </a:lnTo>
                  <a:lnTo>
                    <a:pt x="899286" y="40233"/>
                  </a:lnTo>
                  <a:lnTo>
                    <a:pt x="942918" y="28688"/>
                  </a:lnTo>
                  <a:lnTo>
                    <a:pt x="987582" y="21522"/>
                  </a:lnTo>
                  <a:lnTo>
                    <a:pt x="1033612" y="19537"/>
                  </a:lnTo>
                  <a:lnTo>
                    <a:pt x="1081343" y="23537"/>
                  </a:lnTo>
                  <a:lnTo>
                    <a:pt x="1131112" y="34325"/>
                  </a:lnTo>
                  <a:lnTo>
                    <a:pt x="1183255" y="52703"/>
                  </a:lnTo>
                  <a:lnTo>
                    <a:pt x="1226272" y="72803"/>
                  </a:lnTo>
                  <a:lnTo>
                    <a:pt x="1267210" y="96703"/>
                  </a:lnTo>
                  <a:lnTo>
                    <a:pt x="1304883" y="124960"/>
                  </a:lnTo>
                  <a:lnTo>
                    <a:pt x="1338102" y="158136"/>
                  </a:lnTo>
                  <a:lnTo>
                    <a:pt x="1330218" y="129107"/>
                  </a:lnTo>
                  <a:lnTo>
                    <a:pt x="1320791" y="100575"/>
                  </a:lnTo>
                  <a:lnTo>
                    <a:pt x="1309439" y="72862"/>
                  </a:lnTo>
                  <a:lnTo>
                    <a:pt x="1295784" y="46290"/>
                  </a:lnTo>
                  <a:lnTo>
                    <a:pt x="1291974" y="39817"/>
                  </a:lnTo>
                  <a:lnTo>
                    <a:pt x="1294260" y="31719"/>
                  </a:lnTo>
                  <a:lnTo>
                    <a:pt x="1307199" y="24127"/>
                  </a:lnTo>
                  <a:lnTo>
                    <a:pt x="1315306" y="26428"/>
                  </a:lnTo>
                  <a:lnTo>
                    <a:pt x="1319117" y="32901"/>
                  </a:lnTo>
                  <a:lnTo>
                    <a:pt x="1335363" y="64872"/>
                  </a:lnTo>
                  <a:lnTo>
                    <a:pt x="1348564" y="98211"/>
                  </a:lnTo>
                  <a:lnTo>
                    <a:pt x="1359352" y="132410"/>
                  </a:lnTo>
                  <a:lnTo>
                    <a:pt x="1370486" y="175050"/>
                  </a:lnTo>
                  <a:lnTo>
                    <a:pt x="1373195" y="184886"/>
                  </a:lnTo>
                  <a:lnTo>
                    <a:pt x="1375726" y="195508"/>
                  </a:lnTo>
                  <a:lnTo>
                    <a:pt x="1377322" y="205958"/>
                  </a:lnTo>
                  <a:lnTo>
                    <a:pt x="1377898" y="214329"/>
                  </a:lnTo>
                  <a:lnTo>
                    <a:pt x="1376938" y="221874"/>
                  </a:lnTo>
                  <a:lnTo>
                    <a:pt x="1374084" y="227415"/>
                  </a:lnTo>
                  <a:lnTo>
                    <a:pt x="1370845" y="233895"/>
                  </a:lnTo>
                  <a:lnTo>
                    <a:pt x="1365835" y="235708"/>
                  </a:lnTo>
                  <a:lnTo>
                    <a:pt x="1358242" y="235621"/>
                  </a:lnTo>
                  <a:lnTo>
                    <a:pt x="1355672" y="234952"/>
                  </a:lnTo>
                  <a:lnTo>
                    <a:pt x="1351262" y="232622"/>
                  </a:lnTo>
                  <a:lnTo>
                    <a:pt x="1347634" y="229646"/>
                  </a:lnTo>
                  <a:lnTo>
                    <a:pt x="1346641" y="228914"/>
                  </a:lnTo>
                  <a:lnTo>
                    <a:pt x="1288875" y="207189"/>
                  </a:lnTo>
                  <a:lnTo>
                    <a:pt x="1220886" y="189644"/>
                  </a:lnTo>
                  <a:lnTo>
                    <a:pt x="1179682" y="184867"/>
                  </a:lnTo>
                  <a:lnTo>
                    <a:pt x="1174096" y="178310"/>
                  </a:lnTo>
                  <a:lnTo>
                    <a:pt x="1175036" y="163719"/>
                  </a:lnTo>
                  <a:lnTo>
                    <a:pt x="1181587" y="158149"/>
                  </a:lnTo>
                  <a:lnTo>
                    <a:pt x="1188887" y="158633"/>
                  </a:lnTo>
                  <a:lnTo>
                    <a:pt x="1224794" y="163092"/>
                  </a:lnTo>
                  <a:lnTo>
                    <a:pt x="1261062" y="170998"/>
                  </a:lnTo>
                  <a:lnTo>
                    <a:pt x="1296738" y="181504"/>
                  </a:lnTo>
                  <a:lnTo>
                    <a:pt x="1330863" y="193764"/>
                  </a:lnTo>
                  <a:lnTo>
                    <a:pt x="1331407" y="193859"/>
                  </a:lnTo>
                  <a:lnTo>
                    <a:pt x="1332002" y="194297"/>
                  </a:lnTo>
                  <a:lnTo>
                    <a:pt x="1332546" y="194391"/>
                  </a:lnTo>
                  <a:lnTo>
                    <a:pt x="1300210" y="156408"/>
                  </a:lnTo>
                  <a:lnTo>
                    <a:pt x="1261740" y="124884"/>
                  </a:lnTo>
                  <a:lnTo>
                    <a:pt x="1218861" y="98882"/>
                  </a:lnTo>
                  <a:lnTo>
                    <a:pt x="1173296" y="77466"/>
                  </a:lnTo>
                  <a:lnTo>
                    <a:pt x="1116448" y="58093"/>
                  </a:lnTo>
                  <a:lnTo>
                    <a:pt x="1062547" y="48284"/>
                  </a:lnTo>
                  <a:lnTo>
                    <a:pt x="1011097" y="46818"/>
                  </a:lnTo>
                  <a:lnTo>
                    <a:pt x="961604" y="52472"/>
                  </a:lnTo>
                  <a:lnTo>
                    <a:pt x="913571" y="64024"/>
                  </a:lnTo>
                  <a:lnTo>
                    <a:pt x="866503" y="80251"/>
                  </a:lnTo>
                  <a:lnTo>
                    <a:pt x="818240" y="100590"/>
                  </a:lnTo>
                  <a:lnTo>
                    <a:pt x="769952" y="123253"/>
                  </a:lnTo>
                  <a:lnTo>
                    <a:pt x="721123" y="146996"/>
                  </a:lnTo>
                  <a:lnTo>
                    <a:pt x="671241" y="170574"/>
                  </a:lnTo>
                  <a:lnTo>
                    <a:pt x="619792" y="192745"/>
                  </a:lnTo>
                  <a:lnTo>
                    <a:pt x="566263" y="212263"/>
                  </a:lnTo>
                  <a:lnTo>
                    <a:pt x="487405" y="231906"/>
                  </a:lnTo>
                  <a:lnTo>
                    <a:pt x="440473" y="239650"/>
                  </a:lnTo>
                  <a:lnTo>
                    <a:pt x="390325" y="245320"/>
                  </a:lnTo>
                  <a:lnTo>
                    <a:pt x="338301" y="248402"/>
                  </a:lnTo>
                  <a:lnTo>
                    <a:pt x="285741" y="248380"/>
                  </a:lnTo>
                  <a:lnTo>
                    <a:pt x="233986" y="244739"/>
                  </a:lnTo>
                  <a:lnTo>
                    <a:pt x="184374" y="236963"/>
                  </a:lnTo>
                  <a:lnTo>
                    <a:pt x="138246" y="224537"/>
                  </a:lnTo>
                  <a:lnTo>
                    <a:pt x="98958" y="208109"/>
                  </a:lnTo>
                  <a:lnTo>
                    <a:pt x="64853" y="186785"/>
                  </a:lnTo>
                  <a:close/>
                </a:path>
              </a:pathLst>
            </a:custGeom>
            <a:solidFill>
              <a:srgbClr val="000000"/>
            </a:solidFill>
          </p:spPr>
          <p:txBody>
            <a:bodyPr wrap="square" lIns="0" tIns="0" rIns="0" bIns="0" rtlCol="0"/>
            <a:lstStyle/>
            <a:p>
              <a:endParaRPr/>
            </a:p>
          </p:txBody>
        </p:sp>
        <p:sp>
          <p:nvSpPr>
            <p:cNvPr id="53" name="object 53"/>
            <p:cNvSpPr/>
            <p:nvPr/>
          </p:nvSpPr>
          <p:spPr>
            <a:xfrm>
              <a:off x="5919575" y="4634159"/>
              <a:ext cx="635" cy="120650"/>
            </a:xfrm>
            <a:custGeom>
              <a:avLst/>
              <a:gdLst/>
              <a:ahLst/>
              <a:cxnLst/>
              <a:rect l="l" t="t" r="r" b="b"/>
              <a:pathLst>
                <a:path w="635" h="120650">
                  <a:moveTo>
                    <a:pt x="247" y="0"/>
                  </a:moveTo>
                  <a:lnTo>
                    <a:pt x="247" y="10381"/>
                  </a:lnTo>
                </a:path>
                <a:path w="635" h="120650">
                  <a:moveTo>
                    <a:pt x="0" y="62788"/>
                  </a:moveTo>
                  <a:lnTo>
                    <a:pt x="0" y="82237"/>
                  </a:lnTo>
                </a:path>
                <a:path w="635" h="120650">
                  <a:moveTo>
                    <a:pt x="0" y="100715"/>
                  </a:moveTo>
                  <a:lnTo>
                    <a:pt x="0" y="120184"/>
                  </a:lnTo>
                </a:path>
              </a:pathLst>
            </a:custGeom>
            <a:ln w="19049">
              <a:solidFill>
                <a:srgbClr val="576D7D"/>
              </a:solidFill>
            </a:ln>
          </p:spPr>
          <p:txBody>
            <a:bodyPr wrap="square" lIns="0" tIns="0" rIns="0" bIns="0" rtlCol="0"/>
            <a:lstStyle/>
            <a:p>
              <a:endParaRPr/>
            </a:p>
          </p:txBody>
        </p:sp>
        <p:sp>
          <p:nvSpPr>
            <p:cNvPr id="54" name="object 54"/>
            <p:cNvSpPr/>
            <p:nvPr/>
          </p:nvSpPr>
          <p:spPr>
            <a:xfrm>
              <a:off x="5613117" y="4525536"/>
              <a:ext cx="304800" cy="590550"/>
            </a:xfrm>
            <a:custGeom>
              <a:avLst/>
              <a:gdLst/>
              <a:ahLst/>
              <a:cxnLst/>
              <a:rect l="l" t="t" r="r" b="b"/>
              <a:pathLst>
                <a:path w="304800" h="590550">
                  <a:moveTo>
                    <a:pt x="283930" y="590548"/>
                  </a:moveTo>
                  <a:lnTo>
                    <a:pt x="20869" y="590548"/>
                  </a:lnTo>
                  <a:lnTo>
                    <a:pt x="17800" y="589822"/>
                  </a:lnTo>
                  <a:lnTo>
                    <a:pt x="0" y="565763"/>
                  </a:lnTo>
                  <a:lnTo>
                    <a:pt x="0" y="24785"/>
                  </a:lnTo>
                  <a:lnTo>
                    <a:pt x="20869" y="0"/>
                  </a:lnTo>
                  <a:lnTo>
                    <a:pt x="24061" y="0"/>
                  </a:lnTo>
                  <a:lnTo>
                    <a:pt x="283930" y="0"/>
                  </a:lnTo>
                  <a:lnTo>
                    <a:pt x="304799" y="24785"/>
                  </a:lnTo>
                  <a:lnTo>
                    <a:pt x="304799" y="565763"/>
                  </a:lnTo>
                  <a:lnTo>
                    <a:pt x="286999" y="589823"/>
                  </a:lnTo>
                  <a:lnTo>
                    <a:pt x="283930" y="590548"/>
                  </a:lnTo>
                  <a:close/>
                </a:path>
              </a:pathLst>
            </a:custGeom>
            <a:solidFill>
              <a:srgbClr val="33485C"/>
            </a:solidFill>
          </p:spPr>
          <p:txBody>
            <a:bodyPr wrap="square" lIns="0" tIns="0" rIns="0" bIns="0" rtlCol="0"/>
            <a:lstStyle/>
            <a:p>
              <a:endParaRPr/>
            </a:p>
          </p:txBody>
        </p:sp>
        <p:sp>
          <p:nvSpPr>
            <p:cNvPr id="55" name="object 55"/>
            <p:cNvSpPr/>
            <p:nvPr/>
          </p:nvSpPr>
          <p:spPr>
            <a:xfrm>
              <a:off x="5717930" y="4545101"/>
              <a:ext cx="19050" cy="19050"/>
            </a:xfrm>
            <a:custGeom>
              <a:avLst/>
              <a:gdLst/>
              <a:ahLst/>
              <a:cxnLst/>
              <a:rect l="l" t="t" r="r" b="b"/>
              <a:pathLst>
                <a:path w="19050" h="19050">
                  <a:moveTo>
                    <a:pt x="12131" y="18972"/>
                  </a:moveTo>
                  <a:lnTo>
                    <a:pt x="6882" y="18972"/>
                  </a:lnTo>
                  <a:lnTo>
                    <a:pt x="4641" y="18046"/>
                  </a:lnTo>
                  <a:lnTo>
                    <a:pt x="927" y="14342"/>
                  </a:lnTo>
                  <a:lnTo>
                    <a:pt x="0" y="12106"/>
                  </a:lnTo>
                  <a:lnTo>
                    <a:pt x="0" y="6866"/>
                  </a:lnTo>
                  <a:lnTo>
                    <a:pt x="927" y="4629"/>
                  </a:lnTo>
                  <a:lnTo>
                    <a:pt x="4641" y="925"/>
                  </a:lnTo>
                  <a:lnTo>
                    <a:pt x="6882" y="0"/>
                  </a:lnTo>
                  <a:lnTo>
                    <a:pt x="12131" y="0"/>
                  </a:lnTo>
                  <a:lnTo>
                    <a:pt x="14371" y="925"/>
                  </a:lnTo>
                  <a:lnTo>
                    <a:pt x="18083" y="4629"/>
                  </a:lnTo>
                  <a:lnTo>
                    <a:pt x="19011" y="6866"/>
                  </a:lnTo>
                  <a:lnTo>
                    <a:pt x="19012" y="9486"/>
                  </a:lnTo>
                  <a:lnTo>
                    <a:pt x="19011" y="12106"/>
                  </a:lnTo>
                  <a:lnTo>
                    <a:pt x="18083" y="14342"/>
                  </a:lnTo>
                  <a:lnTo>
                    <a:pt x="14371" y="18046"/>
                  </a:lnTo>
                  <a:lnTo>
                    <a:pt x="12131" y="18972"/>
                  </a:lnTo>
                  <a:close/>
                </a:path>
              </a:pathLst>
            </a:custGeom>
            <a:solidFill>
              <a:srgbClr val="576D7D"/>
            </a:solidFill>
          </p:spPr>
          <p:txBody>
            <a:bodyPr wrap="square" lIns="0" tIns="0" rIns="0" bIns="0" rtlCol="0"/>
            <a:lstStyle/>
            <a:p>
              <a:endParaRPr/>
            </a:p>
          </p:txBody>
        </p:sp>
        <p:sp>
          <p:nvSpPr>
            <p:cNvPr id="56" name="object 56"/>
            <p:cNvSpPr/>
            <p:nvPr/>
          </p:nvSpPr>
          <p:spPr>
            <a:xfrm>
              <a:off x="5755992" y="4554111"/>
              <a:ext cx="48260" cy="533400"/>
            </a:xfrm>
            <a:custGeom>
              <a:avLst/>
              <a:gdLst/>
              <a:ahLst/>
              <a:cxnLst/>
              <a:rect l="l" t="t" r="r" b="b"/>
              <a:pathLst>
                <a:path w="48260" h="533400">
                  <a:moveTo>
                    <a:pt x="9201" y="0"/>
                  </a:moveTo>
                  <a:lnTo>
                    <a:pt x="47930" y="0"/>
                  </a:lnTo>
                </a:path>
                <a:path w="48260" h="533400">
                  <a:moveTo>
                    <a:pt x="19051" y="523874"/>
                  </a:moveTo>
                  <a:lnTo>
                    <a:pt x="19049" y="526505"/>
                  </a:lnTo>
                  <a:lnTo>
                    <a:pt x="18119" y="528750"/>
                  </a:lnTo>
                  <a:lnTo>
                    <a:pt x="16259" y="530609"/>
                  </a:lnTo>
                  <a:lnTo>
                    <a:pt x="14400" y="532469"/>
                  </a:lnTo>
                  <a:lnTo>
                    <a:pt x="12155" y="533399"/>
                  </a:lnTo>
                  <a:lnTo>
                    <a:pt x="9526" y="533399"/>
                  </a:lnTo>
                  <a:lnTo>
                    <a:pt x="6894" y="533399"/>
                  </a:lnTo>
                  <a:lnTo>
                    <a:pt x="4649" y="532469"/>
                  </a:lnTo>
                  <a:lnTo>
                    <a:pt x="2790" y="530609"/>
                  </a:lnTo>
                  <a:lnTo>
                    <a:pt x="930" y="528750"/>
                  </a:lnTo>
                  <a:lnTo>
                    <a:pt x="0" y="526505"/>
                  </a:lnTo>
                  <a:lnTo>
                    <a:pt x="1" y="523874"/>
                  </a:lnTo>
                  <a:lnTo>
                    <a:pt x="0" y="521243"/>
                  </a:lnTo>
                  <a:lnTo>
                    <a:pt x="930" y="518998"/>
                  </a:lnTo>
                  <a:lnTo>
                    <a:pt x="2790" y="517138"/>
                  </a:lnTo>
                  <a:lnTo>
                    <a:pt x="4649" y="515279"/>
                  </a:lnTo>
                  <a:lnTo>
                    <a:pt x="6894" y="514349"/>
                  </a:lnTo>
                  <a:lnTo>
                    <a:pt x="9526" y="514349"/>
                  </a:lnTo>
                  <a:lnTo>
                    <a:pt x="12155" y="514349"/>
                  </a:lnTo>
                  <a:lnTo>
                    <a:pt x="14400" y="515279"/>
                  </a:lnTo>
                  <a:lnTo>
                    <a:pt x="16259" y="517138"/>
                  </a:lnTo>
                  <a:lnTo>
                    <a:pt x="18119" y="518998"/>
                  </a:lnTo>
                  <a:lnTo>
                    <a:pt x="19049" y="521243"/>
                  </a:lnTo>
                  <a:lnTo>
                    <a:pt x="19051" y="523874"/>
                  </a:lnTo>
                  <a:close/>
                </a:path>
              </a:pathLst>
            </a:custGeom>
            <a:ln w="19049">
              <a:solidFill>
                <a:srgbClr val="576D7D"/>
              </a:solidFill>
            </a:ln>
          </p:spPr>
          <p:txBody>
            <a:bodyPr wrap="square" lIns="0" tIns="0" rIns="0" bIns="0" rtlCol="0"/>
            <a:lstStyle/>
            <a:p>
              <a:endParaRPr/>
            </a:p>
          </p:txBody>
        </p:sp>
        <p:sp>
          <p:nvSpPr>
            <p:cNvPr id="57" name="object 57"/>
            <p:cNvSpPr/>
            <p:nvPr/>
          </p:nvSpPr>
          <p:spPr>
            <a:xfrm>
              <a:off x="5632169" y="4582686"/>
              <a:ext cx="266700" cy="457200"/>
            </a:xfrm>
            <a:custGeom>
              <a:avLst/>
              <a:gdLst/>
              <a:ahLst/>
              <a:cxnLst/>
              <a:rect l="l" t="t" r="r" b="b"/>
              <a:pathLst>
                <a:path w="266700" h="457200">
                  <a:moveTo>
                    <a:pt x="266699" y="457199"/>
                  </a:moveTo>
                  <a:lnTo>
                    <a:pt x="0" y="457199"/>
                  </a:lnTo>
                  <a:lnTo>
                    <a:pt x="0" y="0"/>
                  </a:lnTo>
                  <a:lnTo>
                    <a:pt x="266699" y="0"/>
                  </a:lnTo>
                  <a:lnTo>
                    <a:pt x="266699" y="457199"/>
                  </a:lnTo>
                  <a:close/>
                </a:path>
              </a:pathLst>
            </a:custGeom>
            <a:solidFill>
              <a:srgbClr val="E8ECEC"/>
            </a:solidFill>
          </p:spPr>
          <p:txBody>
            <a:bodyPr wrap="square" lIns="0" tIns="0" rIns="0" bIns="0" rtlCol="0"/>
            <a:lstStyle/>
            <a:p>
              <a:endParaRPr/>
            </a:p>
          </p:txBody>
        </p:sp>
        <p:sp>
          <p:nvSpPr>
            <p:cNvPr id="58" name="object 58"/>
            <p:cNvSpPr/>
            <p:nvPr/>
          </p:nvSpPr>
          <p:spPr>
            <a:xfrm>
              <a:off x="5613119" y="5068461"/>
              <a:ext cx="304800" cy="47625"/>
            </a:xfrm>
            <a:custGeom>
              <a:avLst/>
              <a:gdLst/>
              <a:ahLst/>
              <a:cxnLst/>
              <a:rect l="l" t="t" r="r" b="b"/>
              <a:pathLst>
                <a:path w="304800" h="47625">
                  <a:moveTo>
                    <a:pt x="280720" y="47624"/>
                  </a:moveTo>
                  <a:lnTo>
                    <a:pt x="24078" y="47624"/>
                  </a:lnTo>
                  <a:lnTo>
                    <a:pt x="14691" y="45386"/>
                  </a:lnTo>
                  <a:lnTo>
                    <a:pt x="7039" y="39273"/>
                  </a:lnTo>
                  <a:lnTo>
                    <a:pt x="1887" y="30193"/>
                  </a:lnTo>
                  <a:lnTo>
                    <a:pt x="0" y="19049"/>
                  </a:lnTo>
                  <a:lnTo>
                    <a:pt x="0" y="0"/>
                  </a:lnTo>
                  <a:lnTo>
                    <a:pt x="1887" y="11143"/>
                  </a:lnTo>
                  <a:lnTo>
                    <a:pt x="7038" y="20223"/>
                  </a:lnTo>
                  <a:lnTo>
                    <a:pt x="14690" y="26336"/>
                  </a:lnTo>
                  <a:lnTo>
                    <a:pt x="24078" y="28574"/>
                  </a:lnTo>
                  <a:lnTo>
                    <a:pt x="280720" y="28574"/>
                  </a:lnTo>
                  <a:lnTo>
                    <a:pt x="290107" y="26336"/>
                  </a:lnTo>
                  <a:lnTo>
                    <a:pt x="297759" y="20223"/>
                  </a:lnTo>
                  <a:lnTo>
                    <a:pt x="302911" y="11143"/>
                  </a:lnTo>
                  <a:lnTo>
                    <a:pt x="304798" y="0"/>
                  </a:lnTo>
                  <a:lnTo>
                    <a:pt x="304798" y="19049"/>
                  </a:lnTo>
                  <a:lnTo>
                    <a:pt x="302911" y="30193"/>
                  </a:lnTo>
                  <a:lnTo>
                    <a:pt x="297760" y="39273"/>
                  </a:lnTo>
                  <a:lnTo>
                    <a:pt x="290108" y="45386"/>
                  </a:lnTo>
                  <a:lnTo>
                    <a:pt x="280720" y="47624"/>
                  </a:lnTo>
                  <a:close/>
                </a:path>
              </a:pathLst>
            </a:custGeom>
            <a:solidFill>
              <a:srgbClr val="2A4154"/>
            </a:solidFill>
          </p:spPr>
          <p:txBody>
            <a:bodyPr wrap="square" lIns="0" tIns="0" rIns="0" bIns="0" rtlCol="0"/>
            <a:lstStyle/>
            <a:p>
              <a:endParaRPr/>
            </a:p>
          </p:txBody>
        </p:sp>
        <p:sp>
          <p:nvSpPr>
            <p:cNvPr id="59" name="object 59"/>
            <p:cNvSpPr/>
            <p:nvPr/>
          </p:nvSpPr>
          <p:spPr>
            <a:xfrm>
              <a:off x="5508344" y="3780930"/>
              <a:ext cx="729615" cy="379730"/>
            </a:xfrm>
            <a:custGeom>
              <a:avLst/>
              <a:gdLst/>
              <a:ahLst/>
              <a:cxnLst/>
              <a:rect l="l" t="t" r="r" b="b"/>
              <a:pathLst>
                <a:path w="729614" h="379729">
                  <a:moveTo>
                    <a:pt x="0" y="379268"/>
                  </a:moveTo>
                  <a:lnTo>
                    <a:pt x="0" y="95249"/>
                  </a:lnTo>
                  <a:lnTo>
                    <a:pt x="7485" y="58174"/>
                  </a:lnTo>
                  <a:lnTo>
                    <a:pt x="27898" y="27898"/>
                  </a:lnTo>
                  <a:lnTo>
                    <a:pt x="58174" y="7485"/>
                  </a:lnTo>
                  <a:lnTo>
                    <a:pt x="95249" y="0"/>
                  </a:lnTo>
                  <a:lnTo>
                    <a:pt x="729619" y="0"/>
                  </a:lnTo>
                </a:path>
              </a:pathLst>
            </a:custGeom>
            <a:ln w="19049">
              <a:solidFill>
                <a:srgbClr val="A6A6A6"/>
              </a:solidFill>
            </a:ln>
          </p:spPr>
          <p:txBody>
            <a:bodyPr wrap="square" lIns="0" tIns="0" rIns="0" bIns="0" rtlCol="0"/>
            <a:lstStyle/>
            <a:p>
              <a:endParaRPr/>
            </a:p>
          </p:txBody>
        </p:sp>
        <p:pic>
          <p:nvPicPr>
            <p:cNvPr id="60" name="object 60"/>
            <p:cNvPicPr/>
            <p:nvPr/>
          </p:nvPicPr>
          <p:blipFill>
            <a:blip r:embed="rId11" cstate="print"/>
            <a:stretch>
              <a:fillRect/>
            </a:stretch>
          </p:blipFill>
          <p:spPr>
            <a:xfrm>
              <a:off x="5131390" y="4192048"/>
              <a:ext cx="581024" cy="914399"/>
            </a:xfrm>
            <a:prstGeom prst="rect">
              <a:avLst/>
            </a:prstGeom>
          </p:spPr>
        </p:pic>
        <p:pic>
          <p:nvPicPr>
            <p:cNvPr id="61" name="object 61"/>
            <p:cNvPicPr/>
            <p:nvPr/>
          </p:nvPicPr>
          <p:blipFill>
            <a:blip r:embed="rId4" cstate="print"/>
            <a:stretch>
              <a:fillRect/>
            </a:stretch>
          </p:blipFill>
          <p:spPr>
            <a:xfrm>
              <a:off x="5688225" y="4820577"/>
              <a:ext cx="141653" cy="190499"/>
            </a:xfrm>
            <a:prstGeom prst="rect">
              <a:avLst/>
            </a:prstGeom>
          </p:spPr>
        </p:pic>
      </p:grpSp>
      <p:sp>
        <p:nvSpPr>
          <p:cNvPr id="62" name="object 62"/>
          <p:cNvSpPr txBox="1"/>
          <p:nvPr/>
        </p:nvSpPr>
        <p:spPr>
          <a:xfrm>
            <a:off x="5148172" y="5133637"/>
            <a:ext cx="875665" cy="378950"/>
          </a:xfrm>
          <a:prstGeom prst="rect">
            <a:avLst/>
          </a:prstGeom>
        </p:spPr>
        <p:txBody>
          <a:bodyPr vert="horz" wrap="square" lIns="0" tIns="19685" rIns="0" bIns="0" rtlCol="0">
            <a:spAutoFit/>
          </a:bodyPr>
          <a:lstStyle/>
          <a:p>
            <a:pPr marL="12700" marR="5080" indent="235585">
              <a:lnSpc>
                <a:spcPts val="1430"/>
              </a:lnSpc>
              <a:spcBef>
                <a:spcPts val="155"/>
              </a:spcBef>
            </a:pPr>
            <a:r>
              <a:rPr lang="en-IN" sz="1200" dirty="0">
                <a:latin typeface="Tahoma"/>
                <a:cs typeface="Tahoma"/>
              </a:rPr>
              <a:t>Duty Forecaster</a:t>
            </a:r>
            <a:endParaRPr sz="1200" dirty="0">
              <a:latin typeface="Tahoma"/>
              <a:cs typeface="Tahoma"/>
            </a:endParaRPr>
          </a:p>
        </p:txBody>
      </p:sp>
      <p:pic>
        <p:nvPicPr>
          <p:cNvPr id="63" name="object 63"/>
          <p:cNvPicPr/>
          <p:nvPr/>
        </p:nvPicPr>
        <p:blipFill>
          <a:blip r:embed="rId12" cstate="print"/>
          <a:stretch>
            <a:fillRect/>
          </a:stretch>
        </p:blipFill>
        <p:spPr>
          <a:xfrm>
            <a:off x="12149215" y="4363258"/>
            <a:ext cx="590549" cy="590549"/>
          </a:xfrm>
          <a:prstGeom prst="rect">
            <a:avLst/>
          </a:prstGeom>
        </p:spPr>
      </p:pic>
      <p:grpSp>
        <p:nvGrpSpPr>
          <p:cNvPr id="64" name="object 64"/>
          <p:cNvGrpSpPr/>
          <p:nvPr/>
        </p:nvGrpSpPr>
        <p:grpSpPr>
          <a:xfrm>
            <a:off x="9736448" y="3832715"/>
            <a:ext cx="2046605" cy="1308100"/>
            <a:chOff x="9736448" y="3832715"/>
            <a:chExt cx="2046605" cy="1308100"/>
          </a:xfrm>
        </p:grpSpPr>
        <p:sp>
          <p:nvSpPr>
            <p:cNvPr id="65" name="object 65"/>
            <p:cNvSpPr/>
            <p:nvPr/>
          </p:nvSpPr>
          <p:spPr>
            <a:xfrm>
              <a:off x="10404803" y="4708938"/>
              <a:ext cx="1377950" cy="248920"/>
            </a:xfrm>
            <a:custGeom>
              <a:avLst/>
              <a:gdLst/>
              <a:ahLst/>
              <a:cxnLst/>
              <a:rect l="l" t="t" r="r" b="b"/>
              <a:pathLst>
                <a:path w="1377950" h="248920">
                  <a:moveTo>
                    <a:pt x="64853" y="186785"/>
                  </a:moveTo>
                  <a:lnTo>
                    <a:pt x="36926" y="160266"/>
                  </a:lnTo>
                  <a:lnTo>
                    <a:pt x="16173" y="128254"/>
                  </a:lnTo>
                  <a:lnTo>
                    <a:pt x="1255" y="75970"/>
                  </a:lnTo>
                  <a:lnTo>
                    <a:pt x="0" y="45555"/>
                  </a:lnTo>
                  <a:lnTo>
                    <a:pt x="3341" y="12134"/>
                  </a:lnTo>
                  <a:lnTo>
                    <a:pt x="4500" y="4734"/>
                  </a:lnTo>
                  <a:lnTo>
                    <a:pt x="11354" y="0"/>
                  </a:lnTo>
                  <a:lnTo>
                    <a:pt x="18761" y="1172"/>
                  </a:lnTo>
                  <a:lnTo>
                    <a:pt x="26021" y="2543"/>
                  </a:lnTo>
                  <a:lnTo>
                    <a:pt x="30970" y="9549"/>
                  </a:lnTo>
                  <a:lnTo>
                    <a:pt x="29811" y="16949"/>
                  </a:lnTo>
                  <a:lnTo>
                    <a:pt x="26763" y="45629"/>
                  </a:lnTo>
                  <a:lnTo>
                    <a:pt x="32203" y="95434"/>
                  </a:lnTo>
                  <a:lnTo>
                    <a:pt x="58450" y="144328"/>
                  </a:lnTo>
                  <a:lnTo>
                    <a:pt x="112607" y="185160"/>
                  </a:lnTo>
                  <a:lnTo>
                    <a:pt x="196771" y="212354"/>
                  </a:lnTo>
                  <a:lnTo>
                    <a:pt x="250871" y="219808"/>
                  </a:lnTo>
                  <a:lnTo>
                    <a:pt x="307185" y="222373"/>
                  </a:lnTo>
                  <a:lnTo>
                    <a:pt x="363875" y="220765"/>
                  </a:lnTo>
                  <a:lnTo>
                    <a:pt x="419103" y="215703"/>
                  </a:lnTo>
                  <a:lnTo>
                    <a:pt x="471031" y="207903"/>
                  </a:lnTo>
                  <a:lnTo>
                    <a:pt x="517820" y="198082"/>
                  </a:lnTo>
                  <a:lnTo>
                    <a:pt x="557633" y="186959"/>
                  </a:lnTo>
                  <a:lnTo>
                    <a:pt x="610912" y="167540"/>
                  </a:lnTo>
                  <a:lnTo>
                    <a:pt x="662106" y="145431"/>
                  </a:lnTo>
                  <a:lnTo>
                    <a:pt x="711730" y="121895"/>
                  </a:lnTo>
                  <a:lnTo>
                    <a:pt x="760301" y="98194"/>
                  </a:lnTo>
                  <a:lnTo>
                    <a:pt x="808335" y="75593"/>
                  </a:lnTo>
                  <a:lnTo>
                    <a:pt x="856348" y="55354"/>
                  </a:lnTo>
                  <a:lnTo>
                    <a:pt x="899286" y="40233"/>
                  </a:lnTo>
                  <a:lnTo>
                    <a:pt x="942918" y="28688"/>
                  </a:lnTo>
                  <a:lnTo>
                    <a:pt x="987582" y="21522"/>
                  </a:lnTo>
                  <a:lnTo>
                    <a:pt x="1033612" y="19537"/>
                  </a:lnTo>
                  <a:lnTo>
                    <a:pt x="1081343" y="23537"/>
                  </a:lnTo>
                  <a:lnTo>
                    <a:pt x="1131112" y="34325"/>
                  </a:lnTo>
                  <a:lnTo>
                    <a:pt x="1183255" y="52703"/>
                  </a:lnTo>
                  <a:lnTo>
                    <a:pt x="1226272" y="72803"/>
                  </a:lnTo>
                  <a:lnTo>
                    <a:pt x="1267210" y="96703"/>
                  </a:lnTo>
                  <a:lnTo>
                    <a:pt x="1304883" y="124960"/>
                  </a:lnTo>
                  <a:lnTo>
                    <a:pt x="1338102" y="158136"/>
                  </a:lnTo>
                  <a:lnTo>
                    <a:pt x="1330218" y="129107"/>
                  </a:lnTo>
                  <a:lnTo>
                    <a:pt x="1320791" y="100575"/>
                  </a:lnTo>
                  <a:lnTo>
                    <a:pt x="1309439" y="72862"/>
                  </a:lnTo>
                  <a:lnTo>
                    <a:pt x="1295784" y="46290"/>
                  </a:lnTo>
                  <a:lnTo>
                    <a:pt x="1291974" y="39817"/>
                  </a:lnTo>
                  <a:lnTo>
                    <a:pt x="1294260" y="31719"/>
                  </a:lnTo>
                  <a:lnTo>
                    <a:pt x="1307199" y="24127"/>
                  </a:lnTo>
                  <a:lnTo>
                    <a:pt x="1315306" y="26428"/>
                  </a:lnTo>
                  <a:lnTo>
                    <a:pt x="1319117" y="32901"/>
                  </a:lnTo>
                  <a:lnTo>
                    <a:pt x="1335363" y="64872"/>
                  </a:lnTo>
                  <a:lnTo>
                    <a:pt x="1348564" y="98211"/>
                  </a:lnTo>
                  <a:lnTo>
                    <a:pt x="1359352" y="132410"/>
                  </a:lnTo>
                  <a:lnTo>
                    <a:pt x="1370486" y="175050"/>
                  </a:lnTo>
                  <a:lnTo>
                    <a:pt x="1373195" y="184886"/>
                  </a:lnTo>
                  <a:lnTo>
                    <a:pt x="1375726" y="195508"/>
                  </a:lnTo>
                  <a:lnTo>
                    <a:pt x="1377322" y="205958"/>
                  </a:lnTo>
                  <a:lnTo>
                    <a:pt x="1377898" y="214329"/>
                  </a:lnTo>
                  <a:lnTo>
                    <a:pt x="1376938" y="221874"/>
                  </a:lnTo>
                  <a:lnTo>
                    <a:pt x="1374084" y="227415"/>
                  </a:lnTo>
                  <a:lnTo>
                    <a:pt x="1370845" y="233895"/>
                  </a:lnTo>
                  <a:lnTo>
                    <a:pt x="1365835" y="235708"/>
                  </a:lnTo>
                  <a:lnTo>
                    <a:pt x="1358242" y="235621"/>
                  </a:lnTo>
                  <a:lnTo>
                    <a:pt x="1355672" y="234952"/>
                  </a:lnTo>
                  <a:lnTo>
                    <a:pt x="1351262" y="232622"/>
                  </a:lnTo>
                  <a:lnTo>
                    <a:pt x="1347634" y="229646"/>
                  </a:lnTo>
                  <a:lnTo>
                    <a:pt x="1346641" y="228914"/>
                  </a:lnTo>
                  <a:lnTo>
                    <a:pt x="1288875" y="207189"/>
                  </a:lnTo>
                  <a:lnTo>
                    <a:pt x="1220886" y="189644"/>
                  </a:lnTo>
                  <a:lnTo>
                    <a:pt x="1179682" y="184867"/>
                  </a:lnTo>
                  <a:lnTo>
                    <a:pt x="1174096" y="178310"/>
                  </a:lnTo>
                  <a:lnTo>
                    <a:pt x="1175036" y="163719"/>
                  </a:lnTo>
                  <a:lnTo>
                    <a:pt x="1181587" y="158149"/>
                  </a:lnTo>
                  <a:lnTo>
                    <a:pt x="1188887" y="158633"/>
                  </a:lnTo>
                  <a:lnTo>
                    <a:pt x="1224794" y="163092"/>
                  </a:lnTo>
                  <a:lnTo>
                    <a:pt x="1261062" y="170998"/>
                  </a:lnTo>
                  <a:lnTo>
                    <a:pt x="1296738" y="181504"/>
                  </a:lnTo>
                  <a:lnTo>
                    <a:pt x="1330863" y="193764"/>
                  </a:lnTo>
                  <a:lnTo>
                    <a:pt x="1331407" y="193859"/>
                  </a:lnTo>
                  <a:lnTo>
                    <a:pt x="1332002" y="194297"/>
                  </a:lnTo>
                  <a:lnTo>
                    <a:pt x="1332546" y="194391"/>
                  </a:lnTo>
                  <a:lnTo>
                    <a:pt x="1300210" y="156408"/>
                  </a:lnTo>
                  <a:lnTo>
                    <a:pt x="1261740" y="124884"/>
                  </a:lnTo>
                  <a:lnTo>
                    <a:pt x="1218861" y="98882"/>
                  </a:lnTo>
                  <a:lnTo>
                    <a:pt x="1173296" y="77466"/>
                  </a:lnTo>
                  <a:lnTo>
                    <a:pt x="1116448" y="58093"/>
                  </a:lnTo>
                  <a:lnTo>
                    <a:pt x="1062547" y="48284"/>
                  </a:lnTo>
                  <a:lnTo>
                    <a:pt x="1011097" y="46818"/>
                  </a:lnTo>
                  <a:lnTo>
                    <a:pt x="961604" y="52472"/>
                  </a:lnTo>
                  <a:lnTo>
                    <a:pt x="913571" y="64024"/>
                  </a:lnTo>
                  <a:lnTo>
                    <a:pt x="866503" y="80251"/>
                  </a:lnTo>
                  <a:lnTo>
                    <a:pt x="818240" y="100590"/>
                  </a:lnTo>
                  <a:lnTo>
                    <a:pt x="769952" y="123253"/>
                  </a:lnTo>
                  <a:lnTo>
                    <a:pt x="721123" y="146996"/>
                  </a:lnTo>
                  <a:lnTo>
                    <a:pt x="671241" y="170574"/>
                  </a:lnTo>
                  <a:lnTo>
                    <a:pt x="619792" y="192745"/>
                  </a:lnTo>
                  <a:lnTo>
                    <a:pt x="566263" y="212263"/>
                  </a:lnTo>
                  <a:lnTo>
                    <a:pt x="487405" y="231906"/>
                  </a:lnTo>
                  <a:lnTo>
                    <a:pt x="440473" y="239650"/>
                  </a:lnTo>
                  <a:lnTo>
                    <a:pt x="390325" y="245320"/>
                  </a:lnTo>
                  <a:lnTo>
                    <a:pt x="338301" y="248402"/>
                  </a:lnTo>
                  <a:lnTo>
                    <a:pt x="285741" y="248380"/>
                  </a:lnTo>
                  <a:lnTo>
                    <a:pt x="233986" y="244739"/>
                  </a:lnTo>
                  <a:lnTo>
                    <a:pt x="184374" y="236963"/>
                  </a:lnTo>
                  <a:lnTo>
                    <a:pt x="138246" y="224537"/>
                  </a:lnTo>
                  <a:lnTo>
                    <a:pt x="98958" y="208109"/>
                  </a:lnTo>
                  <a:lnTo>
                    <a:pt x="64853" y="186785"/>
                  </a:lnTo>
                  <a:close/>
                </a:path>
              </a:pathLst>
            </a:custGeom>
            <a:solidFill>
              <a:srgbClr val="000000"/>
            </a:solidFill>
          </p:spPr>
          <p:txBody>
            <a:bodyPr wrap="square" lIns="0" tIns="0" rIns="0" bIns="0" rtlCol="0"/>
            <a:lstStyle/>
            <a:p>
              <a:endParaRPr/>
            </a:p>
          </p:txBody>
        </p:sp>
        <p:pic>
          <p:nvPicPr>
            <p:cNvPr id="66" name="object 66"/>
            <p:cNvPicPr/>
            <p:nvPr/>
          </p:nvPicPr>
          <p:blipFill>
            <a:blip r:embed="rId13" cstate="print"/>
            <a:stretch>
              <a:fillRect/>
            </a:stretch>
          </p:blipFill>
          <p:spPr>
            <a:xfrm>
              <a:off x="10251625" y="4483355"/>
              <a:ext cx="609599" cy="657224"/>
            </a:xfrm>
            <a:prstGeom prst="rect">
              <a:avLst/>
            </a:prstGeom>
          </p:spPr>
        </p:pic>
        <p:sp>
          <p:nvSpPr>
            <p:cNvPr id="67" name="object 67"/>
            <p:cNvSpPr/>
            <p:nvPr/>
          </p:nvSpPr>
          <p:spPr>
            <a:xfrm>
              <a:off x="10255117" y="3842240"/>
              <a:ext cx="725170" cy="316865"/>
            </a:xfrm>
            <a:custGeom>
              <a:avLst/>
              <a:gdLst/>
              <a:ahLst/>
              <a:cxnLst/>
              <a:rect l="l" t="t" r="r" b="b"/>
              <a:pathLst>
                <a:path w="725170" h="316864">
                  <a:moveTo>
                    <a:pt x="0" y="316714"/>
                  </a:moveTo>
                  <a:lnTo>
                    <a:pt x="0" y="95249"/>
                  </a:lnTo>
                  <a:lnTo>
                    <a:pt x="7485" y="58174"/>
                  </a:lnTo>
                  <a:lnTo>
                    <a:pt x="27898" y="27898"/>
                  </a:lnTo>
                  <a:lnTo>
                    <a:pt x="58174" y="7485"/>
                  </a:lnTo>
                  <a:lnTo>
                    <a:pt x="95249" y="0"/>
                  </a:lnTo>
                  <a:lnTo>
                    <a:pt x="724950" y="0"/>
                  </a:lnTo>
                </a:path>
              </a:pathLst>
            </a:custGeom>
            <a:ln w="19049">
              <a:solidFill>
                <a:srgbClr val="A6A6A6"/>
              </a:solidFill>
            </a:ln>
          </p:spPr>
          <p:txBody>
            <a:bodyPr wrap="square" lIns="0" tIns="0" rIns="0" bIns="0" rtlCol="0"/>
            <a:lstStyle/>
            <a:p>
              <a:endParaRPr/>
            </a:p>
          </p:txBody>
        </p:sp>
        <p:pic>
          <p:nvPicPr>
            <p:cNvPr id="68" name="object 68"/>
            <p:cNvPicPr/>
            <p:nvPr/>
          </p:nvPicPr>
          <p:blipFill>
            <a:blip r:embed="rId14" cstate="print"/>
            <a:stretch>
              <a:fillRect/>
            </a:stretch>
          </p:blipFill>
          <p:spPr>
            <a:xfrm>
              <a:off x="9736448" y="4186518"/>
              <a:ext cx="771524" cy="885824"/>
            </a:xfrm>
            <a:prstGeom prst="rect">
              <a:avLst/>
            </a:prstGeom>
          </p:spPr>
        </p:pic>
      </p:grpSp>
      <p:sp>
        <p:nvSpPr>
          <p:cNvPr id="69" name="object 69"/>
          <p:cNvSpPr txBox="1"/>
          <p:nvPr/>
        </p:nvSpPr>
        <p:spPr>
          <a:xfrm>
            <a:off x="9789666" y="5104362"/>
            <a:ext cx="976630" cy="378950"/>
          </a:xfrm>
          <a:prstGeom prst="rect">
            <a:avLst/>
          </a:prstGeom>
        </p:spPr>
        <p:txBody>
          <a:bodyPr vert="horz" wrap="square" lIns="0" tIns="19685" rIns="0" bIns="0" rtlCol="0">
            <a:spAutoFit/>
          </a:bodyPr>
          <a:lstStyle/>
          <a:p>
            <a:pPr marL="12700" marR="5080" indent="285750" algn="ctr">
              <a:lnSpc>
                <a:spcPts val="1430"/>
              </a:lnSpc>
              <a:spcBef>
                <a:spcPts val="155"/>
              </a:spcBef>
            </a:pPr>
            <a:r>
              <a:rPr lang="en-IN" sz="1200" dirty="0">
                <a:latin typeface="Tahoma"/>
                <a:cs typeface="Tahoma"/>
              </a:rPr>
              <a:t>Senior Scientist</a:t>
            </a:r>
            <a:endParaRPr sz="1200" dirty="0">
              <a:latin typeface="Tahoma"/>
              <a:cs typeface="Tahoma"/>
            </a:endParaRPr>
          </a:p>
        </p:txBody>
      </p:sp>
      <p:grpSp>
        <p:nvGrpSpPr>
          <p:cNvPr id="70" name="object 70"/>
          <p:cNvGrpSpPr/>
          <p:nvPr/>
        </p:nvGrpSpPr>
        <p:grpSpPr>
          <a:xfrm>
            <a:off x="177192" y="4092272"/>
            <a:ext cx="14794081" cy="3363186"/>
            <a:chOff x="177192" y="4092272"/>
            <a:chExt cx="14794081" cy="3363186"/>
          </a:xfrm>
        </p:grpSpPr>
        <p:sp>
          <p:nvSpPr>
            <p:cNvPr id="71" name="object 71"/>
            <p:cNvSpPr/>
            <p:nvPr/>
          </p:nvSpPr>
          <p:spPr>
            <a:xfrm>
              <a:off x="381196" y="5855473"/>
              <a:ext cx="4018915" cy="1590675"/>
            </a:xfrm>
            <a:custGeom>
              <a:avLst/>
              <a:gdLst/>
              <a:ahLst/>
              <a:cxnLst/>
              <a:rect l="l" t="t" r="r" b="b"/>
              <a:pathLst>
                <a:path w="4018915" h="1590675">
                  <a:moveTo>
                    <a:pt x="180971" y="19049"/>
                  </a:moveTo>
                  <a:lnTo>
                    <a:pt x="123821" y="19049"/>
                  </a:lnTo>
                  <a:lnTo>
                    <a:pt x="123821" y="0"/>
                  </a:lnTo>
                  <a:lnTo>
                    <a:pt x="180971" y="0"/>
                  </a:lnTo>
                  <a:lnTo>
                    <a:pt x="180971" y="19049"/>
                  </a:lnTo>
                  <a:close/>
                </a:path>
                <a:path w="4018915" h="1590675">
                  <a:moveTo>
                    <a:pt x="257171" y="19049"/>
                  </a:moveTo>
                  <a:lnTo>
                    <a:pt x="200021" y="19049"/>
                  </a:lnTo>
                  <a:lnTo>
                    <a:pt x="200021" y="0"/>
                  </a:lnTo>
                  <a:lnTo>
                    <a:pt x="257171" y="0"/>
                  </a:lnTo>
                  <a:lnTo>
                    <a:pt x="257171" y="19049"/>
                  </a:lnTo>
                  <a:close/>
                </a:path>
                <a:path w="4018915" h="1590675">
                  <a:moveTo>
                    <a:pt x="333371" y="19049"/>
                  </a:moveTo>
                  <a:lnTo>
                    <a:pt x="276221" y="19049"/>
                  </a:lnTo>
                  <a:lnTo>
                    <a:pt x="276221" y="0"/>
                  </a:lnTo>
                  <a:lnTo>
                    <a:pt x="333371" y="0"/>
                  </a:lnTo>
                  <a:lnTo>
                    <a:pt x="333371" y="19049"/>
                  </a:lnTo>
                  <a:close/>
                </a:path>
                <a:path w="4018915" h="1590675">
                  <a:moveTo>
                    <a:pt x="409571" y="19049"/>
                  </a:moveTo>
                  <a:lnTo>
                    <a:pt x="352421" y="19049"/>
                  </a:lnTo>
                  <a:lnTo>
                    <a:pt x="352421" y="0"/>
                  </a:lnTo>
                  <a:lnTo>
                    <a:pt x="409571" y="0"/>
                  </a:lnTo>
                  <a:lnTo>
                    <a:pt x="409571" y="19049"/>
                  </a:lnTo>
                  <a:close/>
                </a:path>
                <a:path w="4018915" h="1590675">
                  <a:moveTo>
                    <a:pt x="485771" y="19049"/>
                  </a:moveTo>
                  <a:lnTo>
                    <a:pt x="428621" y="19049"/>
                  </a:lnTo>
                  <a:lnTo>
                    <a:pt x="428621" y="0"/>
                  </a:lnTo>
                  <a:lnTo>
                    <a:pt x="485771" y="0"/>
                  </a:lnTo>
                  <a:lnTo>
                    <a:pt x="485771" y="19049"/>
                  </a:lnTo>
                  <a:close/>
                </a:path>
                <a:path w="4018915" h="1590675">
                  <a:moveTo>
                    <a:pt x="561971" y="19049"/>
                  </a:moveTo>
                  <a:lnTo>
                    <a:pt x="504821" y="19049"/>
                  </a:lnTo>
                  <a:lnTo>
                    <a:pt x="504821" y="0"/>
                  </a:lnTo>
                  <a:lnTo>
                    <a:pt x="561971" y="0"/>
                  </a:lnTo>
                  <a:lnTo>
                    <a:pt x="561971" y="19049"/>
                  </a:lnTo>
                  <a:close/>
                </a:path>
                <a:path w="4018915" h="1590675">
                  <a:moveTo>
                    <a:pt x="638171" y="19049"/>
                  </a:moveTo>
                  <a:lnTo>
                    <a:pt x="581021" y="19049"/>
                  </a:lnTo>
                  <a:lnTo>
                    <a:pt x="581021" y="0"/>
                  </a:lnTo>
                  <a:lnTo>
                    <a:pt x="638171" y="0"/>
                  </a:lnTo>
                  <a:lnTo>
                    <a:pt x="638171" y="19049"/>
                  </a:lnTo>
                  <a:close/>
                </a:path>
                <a:path w="4018915" h="1590675">
                  <a:moveTo>
                    <a:pt x="714371" y="19049"/>
                  </a:moveTo>
                  <a:lnTo>
                    <a:pt x="657221" y="19049"/>
                  </a:lnTo>
                  <a:lnTo>
                    <a:pt x="657221" y="0"/>
                  </a:lnTo>
                  <a:lnTo>
                    <a:pt x="714371" y="0"/>
                  </a:lnTo>
                  <a:lnTo>
                    <a:pt x="714371" y="19049"/>
                  </a:lnTo>
                  <a:close/>
                </a:path>
                <a:path w="4018915" h="1590675">
                  <a:moveTo>
                    <a:pt x="790571" y="19049"/>
                  </a:moveTo>
                  <a:lnTo>
                    <a:pt x="733421" y="19049"/>
                  </a:lnTo>
                  <a:lnTo>
                    <a:pt x="733421" y="0"/>
                  </a:lnTo>
                  <a:lnTo>
                    <a:pt x="790571" y="0"/>
                  </a:lnTo>
                  <a:lnTo>
                    <a:pt x="790571" y="19049"/>
                  </a:lnTo>
                  <a:close/>
                </a:path>
                <a:path w="4018915" h="1590675">
                  <a:moveTo>
                    <a:pt x="866771" y="19049"/>
                  </a:moveTo>
                  <a:lnTo>
                    <a:pt x="809621" y="19049"/>
                  </a:lnTo>
                  <a:lnTo>
                    <a:pt x="809621" y="0"/>
                  </a:lnTo>
                  <a:lnTo>
                    <a:pt x="866771" y="0"/>
                  </a:lnTo>
                  <a:lnTo>
                    <a:pt x="866771" y="19049"/>
                  </a:lnTo>
                  <a:close/>
                </a:path>
                <a:path w="4018915" h="1590675">
                  <a:moveTo>
                    <a:pt x="942971" y="19049"/>
                  </a:moveTo>
                  <a:lnTo>
                    <a:pt x="885821" y="19049"/>
                  </a:lnTo>
                  <a:lnTo>
                    <a:pt x="885821" y="0"/>
                  </a:lnTo>
                  <a:lnTo>
                    <a:pt x="942971" y="0"/>
                  </a:lnTo>
                  <a:lnTo>
                    <a:pt x="942971" y="19049"/>
                  </a:lnTo>
                  <a:close/>
                </a:path>
                <a:path w="4018915" h="1590675">
                  <a:moveTo>
                    <a:pt x="1019171" y="19049"/>
                  </a:moveTo>
                  <a:lnTo>
                    <a:pt x="962021" y="19049"/>
                  </a:lnTo>
                  <a:lnTo>
                    <a:pt x="962021" y="0"/>
                  </a:lnTo>
                  <a:lnTo>
                    <a:pt x="1019171" y="0"/>
                  </a:lnTo>
                  <a:lnTo>
                    <a:pt x="1019171" y="19049"/>
                  </a:lnTo>
                  <a:close/>
                </a:path>
                <a:path w="4018915" h="1590675">
                  <a:moveTo>
                    <a:pt x="1095371" y="19049"/>
                  </a:moveTo>
                  <a:lnTo>
                    <a:pt x="1038221" y="19049"/>
                  </a:lnTo>
                  <a:lnTo>
                    <a:pt x="1038221" y="0"/>
                  </a:lnTo>
                  <a:lnTo>
                    <a:pt x="1095371" y="0"/>
                  </a:lnTo>
                  <a:lnTo>
                    <a:pt x="1095371" y="19049"/>
                  </a:lnTo>
                  <a:close/>
                </a:path>
                <a:path w="4018915" h="1590675">
                  <a:moveTo>
                    <a:pt x="1171571" y="19049"/>
                  </a:moveTo>
                  <a:lnTo>
                    <a:pt x="1114421" y="19049"/>
                  </a:lnTo>
                  <a:lnTo>
                    <a:pt x="1114421" y="0"/>
                  </a:lnTo>
                  <a:lnTo>
                    <a:pt x="1171571" y="0"/>
                  </a:lnTo>
                  <a:lnTo>
                    <a:pt x="1171571" y="19049"/>
                  </a:lnTo>
                  <a:close/>
                </a:path>
                <a:path w="4018915" h="1590675">
                  <a:moveTo>
                    <a:pt x="1247771" y="19049"/>
                  </a:moveTo>
                  <a:lnTo>
                    <a:pt x="1190621" y="19049"/>
                  </a:lnTo>
                  <a:lnTo>
                    <a:pt x="1190621" y="0"/>
                  </a:lnTo>
                  <a:lnTo>
                    <a:pt x="1247771" y="0"/>
                  </a:lnTo>
                  <a:lnTo>
                    <a:pt x="1247771" y="19049"/>
                  </a:lnTo>
                  <a:close/>
                </a:path>
                <a:path w="4018915" h="1590675">
                  <a:moveTo>
                    <a:pt x="1323971" y="19049"/>
                  </a:moveTo>
                  <a:lnTo>
                    <a:pt x="1266821" y="19049"/>
                  </a:lnTo>
                  <a:lnTo>
                    <a:pt x="1266821" y="0"/>
                  </a:lnTo>
                  <a:lnTo>
                    <a:pt x="1323971" y="0"/>
                  </a:lnTo>
                  <a:lnTo>
                    <a:pt x="1323971" y="19049"/>
                  </a:lnTo>
                  <a:close/>
                </a:path>
                <a:path w="4018915" h="1590675">
                  <a:moveTo>
                    <a:pt x="1400171" y="19049"/>
                  </a:moveTo>
                  <a:lnTo>
                    <a:pt x="1343021" y="19049"/>
                  </a:lnTo>
                  <a:lnTo>
                    <a:pt x="1343021" y="0"/>
                  </a:lnTo>
                  <a:lnTo>
                    <a:pt x="1400171" y="0"/>
                  </a:lnTo>
                  <a:lnTo>
                    <a:pt x="1400171" y="19049"/>
                  </a:lnTo>
                  <a:close/>
                </a:path>
                <a:path w="4018915" h="1590675">
                  <a:moveTo>
                    <a:pt x="1476371" y="19049"/>
                  </a:moveTo>
                  <a:lnTo>
                    <a:pt x="1419221" y="19049"/>
                  </a:lnTo>
                  <a:lnTo>
                    <a:pt x="1419221" y="0"/>
                  </a:lnTo>
                  <a:lnTo>
                    <a:pt x="1476371" y="0"/>
                  </a:lnTo>
                  <a:lnTo>
                    <a:pt x="1476371" y="19049"/>
                  </a:lnTo>
                  <a:close/>
                </a:path>
                <a:path w="4018915" h="1590675">
                  <a:moveTo>
                    <a:pt x="1552571" y="19049"/>
                  </a:moveTo>
                  <a:lnTo>
                    <a:pt x="1495421" y="19049"/>
                  </a:lnTo>
                  <a:lnTo>
                    <a:pt x="1495421" y="0"/>
                  </a:lnTo>
                  <a:lnTo>
                    <a:pt x="1552571" y="0"/>
                  </a:lnTo>
                  <a:lnTo>
                    <a:pt x="1552571" y="19049"/>
                  </a:lnTo>
                  <a:close/>
                </a:path>
                <a:path w="4018915" h="1590675">
                  <a:moveTo>
                    <a:pt x="1628771" y="19049"/>
                  </a:moveTo>
                  <a:lnTo>
                    <a:pt x="1571621" y="19049"/>
                  </a:lnTo>
                  <a:lnTo>
                    <a:pt x="1571621" y="0"/>
                  </a:lnTo>
                  <a:lnTo>
                    <a:pt x="1628771" y="0"/>
                  </a:lnTo>
                  <a:lnTo>
                    <a:pt x="1628771" y="19049"/>
                  </a:lnTo>
                  <a:close/>
                </a:path>
                <a:path w="4018915" h="1590675">
                  <a:moveTo>
                    <a:pt x="1704971" y="19049"/>
                  </a:moveTo>
                  <a:lnTo>
                    <a:pt x="1647821" y="19049"/>
                  </a:lnTo>
                  <a:lnTo>
                    <a:pt x="1647821" y="0"/>
                  </a:lnTo>
                  <a:lnTo>
                    <a:pt x="1704971" y="0"/>
                  </a:lnTo>
                  <a:lnTo>
                    <a:pt x="1704971" y="19049"/>
                  </a:lnTo>
                  <a:close/>
                </a:path>
                <a:path w="4018915" h="1590675">
                  <a:moveTo>
                    <a:pt x="1781171" y="19049"/>
                  </a:moveTo>
                  <a:lnTo>
                    <a:pt x="1724021" y="19049"/>
                  </a:lnTo>
                  <a:lnTo>
                    <a:pt x="1724021" y="0"/>
                  </a:lnTo>
                  <a:lnTo>
                    <a:pt x="1781171" y="0"/>
                  </a:lnTo>
                  <a:lnTo>
                    <a:pt x="1781171" y="19049"/>
                  </a:lnTo>
                  <a:close/>
                </a:path>
                <a:path w="4018915" h="1590675">
                  <a:moveTo>
                    <a:pt x="1857371" y="19049"/>
                  </a:moveTo>
                  <a:lnTo>
                    <a:pt x="1800221" y="19049"/>
                  </a:lnTo>
                  <a:lnTo>
                    <a:pt x="1800221" y="0"/>
                  </a:lnTo>
                  <a:lnTo>
                    <a:pt x="1857371" y="0"/>
                  </a:lnTo>
                  <a:lnTo>
                    <a:pt x="1857371" y="19049"/>
                  </a:lnTo>
                  <a:close/>
                </a:path>
                <a:path w="4018915" h="1590675">
                  <a:moveTo>
                    <a:pt x="1933571" y="19049"/>
                  </a:moveTo>
                  <a:lnTo>
                    <a:pt x="1876421" y="19049"/>
                  </a:lnTo>
                  <a:lnTo>
                    <a:pt x="1876421" y="0"/>
                  </a:lnTo>
                  <a:lnTo>
                    <a:pt x="1933571" y="0"/>
                  </a:lnTo>
                  <a:lnTo>
                    <a:pt x="1933571" y="19049"/>
                  </a:lnTo>
                  <a:close/>
                </a:path>
                <a:path w="4018915" h="1590675">
                  <a:moveTo>
                    <a:pt x="2009771" y="19049"/>
                  </a:moveTo>
                  <a:lnTo>
                    <a:pt x="1952621" y="19049"/>
                  </a:lnTo>
                  <a:lnTo>
                    <a:pt x="1952621" y="0"/>
                  </a:lnTo>
                  <a:lnTo>
                    <a:pt x="2009771" y="0"/>
                  </a:lnTo>
                  <a:lnTo>
                    <a:pt x="2009771" y="19049"/>
                  </a:lnTo>
                  <a:close/>
                </a:path>
                <a:path w="4018915" h="1590675">
                  <a:moveTo>
                    <a:pt x="2085971" y="19049"/>
                  </a:moveTo>
                  <a:lnTo>
                    <a:pt x="2028821" y="19049"/>
                  </a:lnTo>
                  <a:lnTo>
                    <a:pt x="2028821" y="0"/>
                  </a:lnTo>
                  <a:lnTo>
                    <a:pt x="2085971" y="0"/>
                  </a:lnTo>
                  <a:lnTo>
                    <a:pt x="2085971" y="19049"/>
                  </a:lnTo>
                  <a:close/>
                </a:path>
                <a:path w="4018915" h="1590675">
                  <a:moveTo>
                    <a:pt x="2162171" y="19049"/>
                  </a:moveTo>
                  <a:lnTo>
                    <a:pt x="2105021" y="19049"/>
                  </a:lnTo>
                  <a:lnTo>
                    <a:pt x="2105021" y="0"/>
                  </a:lnTo>
                  <a:lnTo>
                    <a:pt x="2162171" y="0"/>
                  </a:lnTo>
                  <a:lnTo>
                    <a:pt x="2162171" y="19049"/>
                  </a:lnTo>
                  <a:close/>
                </a:path>
                <a:path w="4018915" h="1590675">
                  <a:moveTo>
                    <a:pt x="2238371" y="19049"/>
                  </a:moveTo>
                  <a:lnTo>
                    <a:pt x="2181221" y="19049"/>
                  </a:lnTo>
                  <a:lnTo>
                    <a:pt x="2181221" y="0"/>
                  </a:lnTo>
                  <a:lnTo>
                    <a:pt x="2238371" y="0"/>
                  </a:lnTo>
                  <a:lnTo>
                    <a:pt x="2238371" y="19049"/>
                  </a:lnTo>
                  <a:close/>
                </a:path>
                <a:path w="4018915" h="1590675">
                  <a:moveTo>
                    <a:pt x="2314571" y="19049"/>
                  </a:moveTo>
                  <a:lnTo>
                    <a:pt x="2257421" y="19049"/>
                  </a:lnTo>
                  <a:lnTo>
                    <a:pt x="2257421" y="0"/>
                  </a:lnTo>
                  <a:lnTo>
                    <a:pt x="2314571" y="0"/>
                  </a:lnTo>
                  <a:lnTo>
                    <a:pt x="2314571" y="19049"/>
                  </a:lnTo>
                  <a:close/>
                </a:path>
                <a:path w="4018915" h="1590675">
                  <a:moveTo>
                    <a:pt x="2390771" y="19049"/>
                  </a:moveTo>
                  <a:lnTo>
                    <a:pt x="2333621" y="19049"/>
                  </a:lnTo>
                  <a:lnTo>
                    <a:pt x="2333621" y="0"/>
                  </a:lnTo>
                  <a:lnTo>
                    <a:pt x="2390771" y="0"/>
                  </a:lnTo>
                  <a:lnTo>
                    <a:pt x="2390771" y="19049"/>
                  </a:lnTo>
                  <a:close/>
                </a:path>
                <a:path w="4018915" h="1590675">
                  <a:moveTo>
                    <a:pt x="2466971" y="19049"/>
                  </a:moveTo>
                  <a:lnTo>
                    <a:pt x="2409821" y="19049"/>
                  </a:lnTo>
                  <a:lnTo>
                    <a:pt x="2409821" y="0"/>
                  </a:lnTo>
                  <a:lnTo>
                    <a:pt x="2466971" y="0"/>
                  </a:lnTo>
                  <a:lnTo>
                    <a:pt x="2466971" y="19049"/>
                  </a:lnTo>
                  <a:close/>
                </a:path>
                <a:path w="4018915" h="1590675">
                  <a:moveTo>
                    <a:pt x="2543171" y="19049"/>
                  </a:moveTo>
                  <a:lnTo>
                    <a:pt x="2486021" y="19049"/>
                  </a:lnTo>
                  <a:lnTo>
                    <a:pt x="2486021" y="0"/>
                  </a:lnTo>
                  <a:lnTo>
                    <a:pt x="2543171" y="0"/>
                  </a:lnTo>
                  <a:lnTo>
                    <a:pt x="2543171" y="19049"/>
                  </a:lnTo>
                  <a:close/>
                </a:path>
                <a:path w="4018915" h="1590675">
                  <a:moveTo>
                    <a:pt x="2619371" y="19049"/>
                  </a:moveTo>
                  <a:lnTo>
                    <a:pt x="2562221" y="19049"/>
                  </a:lnTo>
                  <a:lnTo>
                    <a:pt x="2562221" y="0"/>
                  </a:lnTo>
                  <a:lnTo>
                    <a:pt x="2619371" y="0"/>
                  </a:lnTo>
                  <a:lnTo>
                    <a:pt x="2619371" y="19049"/>
                  </a:lnTo>
                  <a:close/>
                </a:path>
                <a:path w="4018915" h="1590675">
                  <a:moveTo>
                    <a:pt x="2695571" y="19049"/>
                  </a:moveTo>
                  <a:lnTo>
                    <a:pt x="2638421" y="19049"/>
                  </a:lnTo>
                  <a:lnTo>
                    <a:pt x="2638421" y="0"/>
                  </a:lnTo>
                  <a:lnTo>
                    <a:pt x="2695571" y="0"/>
                  </a:lnTo>
                  <a:lnTo>
                    <a:pt x="2695571" y="19049"/>
                  </a:lnTo>
                  <a:close/>
                </a:path>
                <a:path w="4018915" h="1590675">
                  <a:moveTo>
                    <a:pt x="2771771" y="19049"/>
                  </a:moveTo>
                  <a:lnTo>
                    <a:pt x="2714621" y="19049"/>
                  </a:lnTo>
                  <a:lnTo>
                    <a:pt x="2714621" y="0"/>
                  </a:lnTo>
                  <a:lnTo>
                    <a:pt x="2771771" y="0"/>
                  </a:lnTo>
                  <a:lnTo>
                    <a:pt x="2771771" y="19049"/>
                  </a:lnTo>
                  <a:close/>
                </a:path>
                <a:path w="4018915" h="1590675">
                  <a:moveTo>
                    <a:pt x="2847971" y="19049"/>
                  </a:moveTo>
                  <a:lnTo>
                    <a:pt x="2790821" y="19049"/>
                  </a:lnTo>
                  <a:lnTo>
                    <a:pt x="2790821" y="0"/>
                  </a:lnTo>
                  <a:lnTo>
                    <a:pt x="2847971" y="0"/>
                  </a:lnTo>
                  <a:lnTo>
                    <a:pt x="2847971" y="19049"/>
                  </a:lnTo>
                  <a:close/>
                </a:path>
                <a:path w="4018915" h="1590675">
                  <a:moveTo>
                    <a:pt x="2924171" y="19049"/>
                  </a:moveTo>
                  <a:lnTo>
                    <a:pt x="2867021" y="19049"/>
                  </a:lnTo>
                  <a:lnTo>
                    <a:pt x="2867021" y="0"/>
                  </a:lnTo>
                  <a:lnTo>
                    <a:pt x="2924171" y="0"/>
                  </a:lnTo>
                  <a:lnTo>
                    <a:pt x="2924171" y="19049"/>
                  </a:lnTo>
                  <a:close/>
                </a:path>
                <a:path w="4018915" h="1590675">
                  <a:moveTo>
                    <a:pt x="3000371" y="19049"/>
                  </a:moveTo>
                  <a:lnTo>
                    <a:pt x="2943221" y="19049"/>
                  </a:lnTo>
                  <a:lnTo>
                    <a:pt x="2943221" y="0"/>
                  </a:lnTo>
                  <a:lnTo>
                    <a:pt x="3000371" y="0"/>
                  </a:lnTo>
                  <a:lnTo>
                    <a:pt x="3000371" y="19049"/>
                  </a:lnTo>
                  <a:close/>
                </a:path>
                <a:path w="4018915" h="1590675">
                  <a:moveTo>
                    <a:pt x="3076571" y="19049"/>
                  </a:moveTo>
                  <a:lnTo>
                    <a:pt x="3019421" y="19049"/>
                  </a:lnTo>
                  <a:lnTo>
                    <a:pt x="3019421" y="0"/>
                  </a:lnTo>
                  <a:lnTo>
                    <a:pt x="3076571" y="0"/>
                  </a:lnTo>
                  <a:lnTo>
                    <a:pt x="3076571" y="19049"/>
                  </a:lnTo>
                  <a:close/>
                </a:path>
                <a:path w="4018915" h="1590675">
                  <a:moveTo>
                    <a:pt x="3152771" y="19049"/>
                  </a:moveTo>
                  <a:lnTo>
                    <a:pt x="3095621" y="19049"/>
                  </a:lnTo>
                  <a:lnTo>
                    <a:pt x="3095621" y="0"/>
                  </a:lnTo>
                  <a:lnTo>
                    <a:pt x="3152771" y="0"/>
                  </a:lnTo>
                  <a:lnTo>
                    <a:pt x="3152771" y="19049"/>
                  </a:lnTo>
                  <a:close/>
                </a:path>
                <a:path w="4018915" h="1590675">
                  <a:moveTo>
                    <a:pt x="3228971" y="19049"/>
                  </a:moveTo>
                  <a:lnTo>
                    <a:pt x="3171821" y="19049"/>
                  </a:lnTo>
                  <a:lnTo>
                    <a:pt x="3171821" y="0"/>
                  </a:lnTo>
                  <a:lnTo>
                    <a:pt x="3228971" y="0"/>
                  </a:lnTo>
                  <a:lnTo>
                    <a:pt x="3228971" y="19049"/>
                  </a:lnTo>
                  <a:close/>
                </a:path>
                <a:path w="4018915" h="1590675">
                  <a:moveTo>
                    <a:pt x="3305171" y="19049"/>
                  </a:moveTo>
                  <a:lnTo>
                    <a:pt x="3248021" y="19049"/>
                  </a:lnTo>
                  <a:lnTo>
                    <a:pt x="3248021" y="0"/>
                  </a:lnTo>
                  <a:lnTo>
                    <a:pt x="3305171" y="0"/>
                  </a:lnTo>
                  <a:lnTo>
                    <a:pt x="3305171" y="19049"/>
                  </a:lnTo>
                  <a:close/>
                </a:path>
                <a:path w="4018915" h="1590675">
                  <a:moveTo>
                    <a:pt x="3381371" y="19049"/>
                  </a:moveTo>
                  <a:lnTo>
                    <a:pt x="3324221" y="19049"/>
                  </a:lnTo>
                  <a:lnTo>
                    <a:pt x="3324221" y="0"/>
                  </a:lnTo>
                  <a:lnTo>
                    <a:pt x="3381371" y="0"/>
                  </a:lnTo>
                  <a:lnTo>
                    <a:pt x="3381371" y="19049"/>
                  </a:lnTo>
                  <a:close/>
                </a:path>
                <a:path w="4018915" h="1590675">
                  <a:moveTo>
                    <a:pt x="3457571" y="19049"/>
                  </a:moveTo>
                  <a:lnTo>
                    <a:pt x="3400421" y="19049"/>
                  </a:lnTo>
                  <a:lnTo>
                    <a:pt x="3400421" y="0"/>
                  </a:lnTo>
                  <a:lnTo>
                    <a:pt x="3457571" y="0"/>
                  </a:lnTo>
                  <a:lnTo>
                    <a:pt x="3457571" y="19049"/>
                  </a:lnTo>
                  <a:close/>
                </a:path>
                <a:path w="4018915" h="1590675">
                  <a:moveTo>
                    <a:pt x="3533771" y="19049"/>
                  </a:moveTo>
                  <a:lnTo>
                    <a:pt x="3476621" y="19049"/>
                  </a:lnTo>
                  <a:lnTo>
                    <a:pt x="3476621" y="0"/>
                  </a:lnTo>
                  <a:lnTo>
                    <a:pt x="3533771" y="0"/>
                  </a:lnTo>
                  <a:lnTo>
                    <a:pt x="3533771" y="19049"/>
                  </a:lnTo>
                  <a:close/>
                </a:path>
                <a:path w="4018915" h="1590675">
                  <a:moveTo>
                    <a:pt x="3609971" y="19049"/>
                  </a:moveTo>
                  <a:lnTo>
                    <a:pt x="3552821" y="19049"/>
                  </a:lnTo>
                  <a:lnTo>
                    <a:pt x="3552821" y="0"/>
                  </a:lnTo>
                  <a:lnTo>
                    <a:pt x="3609971" y="0"/>
                  </a:lnTo>
                  <a:lnTo>
                    <a:pt x="3609971" y="19049"/>
                  </a:lnTo>
                  <a:close/>
                </a:path>
                <a:path w="4018915" h="1590675">
                  <a:moveTo>
                    <a:pt x="3686171" y="19049"/>
                  </a:moveTo>
                  <a:lnTo>
                    <a:pt x="3629021" y="19049"/>
                  </a:lnTo>
                  <a:lnTo>
                    <a:pt x="3629021" y="0"/>
                  </a:lnTo>
                  <a:lnTo>
                    <a:pt x="3686171" y="0"/>
                  </a:lnTo>
                  <a:lnTo>
                    <a:pt x="3686171" y="19049"/>
                  </a:lnTo>
                  <a:close/>
                </a:path>
                <a:path w="4018915" h="1590675">
                  <a:moveTo>
                    <a:pt x="3762371" y="19049"/>
                  </a:moveTo>
                  <a:lnTo>
                    <a:pt x="3705221" y="19049"/>
                  </a:lnTo>
                  <a:lnTo>
                    <a:pt x="3705221" y="0"/>
                  </a:lnTo>
                  <a:lnTo>
                    <a:pt x="3762371" y="0"/>
                  </a:lnTo>
                  <a:lnTo>
                    <a:pt x="3762371" y="19049"/>
                  </a:lnTo>
                  <a:close/>
                </a:path>
                <a:path w="4018915" h="1590675">
                  <a:moveTo>
                    <a:pt x="3838571" y="19049"/>
                  </a:moveTo>
                  <a:lnTo>
                    <a:pt x="3781421" y="19049"/>
                  </a:lnTo>
                  <a:lnTo>
                    <a:pt x="3781421" y="0"/>
                  </a:lnTo>
                  <a:lnTo>
                    <a:pt x="3838571" y="0"/>
                  </a:lnTo>
                  <a:lnTo>
                    <a:pt x="3838571" y="19049"/>
                  </a:lnTo>
                  <a:close/>
                </a:path>
                <a:path w="4018915" h="1590675">
                  <a:moveTo>
                    <a:pt x="3914771" y="19049"/>
                  </a:moveTo>
                  <a:lnTo>
                    <a:pt x="3857621" y="19049"/>
                  </a:lnTo>
                  <a:lnTo>
                    <a:pt x="3857621" y="0"/>
                  </a:lnTo>
                  <a:lnTo>
                    <a:pt x="3914771" y="0"/>
                  </a:lnTo>
                  <a:lnTo>
                    <a:pt x="3914771" y="19049"/>
                  </a:lnTo>
                  <a:close/>
                </a:path>
                <a:path w="4018915" h="1590675">
                  <a:moveTo>
                    <a:pt x="3982913" y="21652"/>
                  </a:moveTo>
                  <a:lnTo>
                    <a:pt x="3979131" y="19917"/>
                  </a:lnTo>
                  <a:lnTo>
                    <a:pt x="3975160" y="19049"/>
                  </a:lnTo>
                  <a:lnTo>
                    <a:pt x="3933821" y="19049"/>
                  </a:lnTo>
                  <a:lnTo>
                    <a:pt x="3933821" y="0"/>
                  </a:lnTo>
                  <a:lnTo>
                    <a:pt x="3970999" y="0"/>
                  </a:lnTo>
                  <a:lnTo>
                    <a:pt x="3980333" y="923"/>
                  </a:lnTo>
                  <a:lnTo>
                    <a:pt x="3989223" y="3624"/>
                  </a:lnTo>
                  <a:lnTo>
                    <a:pt x="3990798" y="4465"/>
                  </a:lnTo>
                  <a:lnTo>
                    <a:pt x="3982913" y="21652"/>
                  </a:lnTo>
                  <a:close/>
                </a:path>
                <a:path w="4018915" h="1590675">
                  <a:moveTo>
                    <a:pt x="4018621" y="70897"/>
                  </a:moveTo>
                  <a:lnTo>
                    <a:pt x="3999571" y="70897"/>
                  </a:lnTo>
                  <a:lnTo>
                    <a:pt x="3999571" y="40349"/>
                  </a:lnTo>
                  <a:lnTo>
                    <a:pt x="3997148" y="34002"/>
                  </a:lnTo>
                  <a:lnTo>
                    <a:pt x="3992303" y="28581"/>
                  </a:lnTo>
                  <a:lnTo>
                    <a:pt x="4006365" y="16011"/>
                  </a:lnTo>
                  <a:lnTo>
                    <a:pt x="4010620" y="21200"/>
                  </a:lnTo>
                  <a:lnTo>
                    <a:pt x="4014996" y="29397"/>
                  </a:lnTo>
                  <a:lnTo>
                    <a:pt x="4017697" y="38287"/>
                  </a:lnTo>
                  <a:lnTo>
                    <a:pt x="4018621" y="47621"/>
                  </a:lnTo>
                  <a:lnTo>
                    <a:pt x="4018621" y="70897"/>
                  </a:lnTo>
                  <a:close/>
                </a:path>
                <a:path w="4018915" h="1590675">
                  <a:moveTo>
                    <a:pt x="4018621" y="147097"/>
                  </a:moveTo>
                  <a:lnTo>
                    <a:pt x="3999571" y="147097"/>
                  </a:lnTo>
                  <a:lnTo>
                    <a:pt x="3999571" y="89947"/>
                  </a:lnTo>
                  <a:lnTo>
                    <a:pt x="4018621" y="89947"/>
                  </a:lnTo>
                  <a:lnTo>
                    <a:pt x="4018621" y="147097"/>
                  </a:lnTo>
                  <a:close/>
                </a:path>
                <a:path w="4018915" h="1590675">
                  <a:moveTo>
                    <a:pt x="4018621" y="223297"/>
                  </a:moveTo>
                  <a:lnTo>
                    <a:pt x="3999571" y="223297"/>
                  </a:lnTo>
                  <a:lnTo>
                    <a:pt x="3999571" y="166147"/>
                  </a:lnTo>
                  <a:lnTo>
                    <a:pt x="4018621" y="166147"/>
                  </a:lnTo>
                  <a:lnTo>
                    <a:pt x="4018621" y="223297"/>
                  </a:lnTo>
                  <a:close/>
                </a:path>
                <a:path w="4018915" h="1590675">
                  <a:moveTo>
                    <a:pt x="4018621" y="299497"/>
                  </a:moveTo>
                  <a:lnTo>
                    <a:pt x="3999571" y="299497"/>
                  </a:lnTo>
                  <a:lnTo>
                    <a:pt x="3999571" y="242347"/>
                  </a:lnTo>
                  <a:lnTo>
                    <a:pt x="4018621" y="242347"/>
                  </a:lnTo>
                  <a:lnTo>
                    <a:pt x="4018621" y="299497"/>
                  </a:lnTo>
                  <a:close/>
                </a:path>
                <a:path w="4018915" h="1590675">
                  <a:moveTo>
                    <a:pt x="4018621" y="375697"/>
                  </a:moveTo>
                  <a:lnTo>
                    <a:pt x="3999571" y="375697"/>
                  </a:lnTo>
                  <a:lnTo>
                    <a:pt x="3999571" y="318547"/>
                  </a:lnTo>
                  <a:lnTo>
                    <a:pt x="4018621" y="318547"/>
                  </a:lnTo>
                  <a:lnTo>
                    <a:pt x="4018621" y="375697"/>
                  </a:lnTo>
                  <a:close/>
                </a:path>
                <a:path w="4018915" h="1590675">
                  <a:moveTo>
                    <a:pt x="4018621" y="451897"/>
                  </a:moveTo>
                  <a:lnTo>
                    <a:pt x="3999571" y="451897"/>
                  </a:lnTo>
                  <a:lnTo>
                    <a:pt x="3999571" y="394747"/>
                  </a:lnTo>
                  <a:lnTo>
                    <a:pt x="4018621" y="394747"/>
                  </a:lnTo>
                  <a:lnTo>
                    <a:pt x="4018621" y="451897"/>
                  </a:lnTo>
                  <a:close/>
                </a:path>
                <a:path w="4018915" h="1590675">
                  <a:moveTo>
                    <a:pt x="4018621" y="528097"/>
                  </a:moveTo>
                  <a:lnTo>
                    <a:pt x="3999571" y="528097"/>
                  </a:lnTo>
                  <a:lnTo>
                    <a:pt x="3999571" y="470947"/>
                  </a:lnTo>
                  <a:lnTo>
                    <a:pt x="4018621" y="470947"/>
                  </a:lnTo>
                  <a:lnTo>
                    <a:pt x="4018621" y="528097"/>
                  </a:lnTo>
                  <a:close/>
                </a:path>
                <a:path w="4018915" h="1590675">
                  <a:moveTo>
                    <a:pt x="4018621" y="604297"/>
                  </a:moveTo>
                  <a:lnTo>
                    <a:pt x="3999571" y="604297"/>
                  </a:lnTo>
                  <a:lnTo>
                    <a:pt x="3999571" y="547147"/>
                  </a:lnTo>
                  <a:lnTo>
                    <a:pt x="4018621" y="547147"/>
                  </a:lnTo>
                  <a:lnTo>
                    <a:pt x="4018621" y="604297"/>
                  </a:lnTo>
                  <a:close/>
                </a:path>
                <a:path w="4018915" h="1590675">
                  <a:moveTo>
                    <a:pt x="4018621" y="680497"/>
                  </a:moveTo>
                  <a:lnTo>
                    <a:pt x="3999571" y="680497"/>
                  </a:lnTo>
                  <a:lnTo>
                    <a:pt x="3999571" y="623347"/>
                  </a:lnTo>
                  <a:lnTo>
                    <a:pt x="4018621" y="623347"/>
                  </a:lnTo>
                  <a:lnTo>
                    <a:pt x="4018621" y="680497"/>
                  </a:lnTo>
                  <a:close/>
                </a:path>
                <a:path w="4018915" h="1590675">
                  <a:moveTo>
                    <a:pt x="4018621" y="756697"/>
                  </a:moveTo>
                  <a:lnTo>
                    <a:pt x="3999571" y="756697"/>
                  </a:lnTo>
                  <a:lnTo>
                    <a:pt x="3999571" y="699547"/>
                  </a:lnTo>
                  <a:lnTo>
                    <a:pt x="4018621" y="699547"/>
                  </a:lnTo>
                  <a:lnTo>
                    <a:pt x="4018621" y="756697"/>
                  </a:lnTo>
                  <a:close/>
                </a:path>
                <a:path w="4018915" h="1590675">
                  <a:moveTo>
                    <a:pt x="4018621" y="832897"/>
                  </a:moveTo>
                  <a:lnTo>
                    <a:pt x="3999571" y="832897"/>
                  </a:lnTo>
                  <a:lnTo>
                    <a:pt x="3999571" y="775747"/>
                  </a:lnTo>
                  <a:lnTo>
                    <a:pt x="4018621" y="775747"/>
                  </a:lnTo>
                  <a:lnTo>
                    <a:pt x="4018621" y="832897"/>
                  </a:lnTo>
                  <a:close/>
                </a:path>
                <a:path w="4018915" h="1590675">
                  <a:moveTo>
                    <a:pt x="4018621" y="909097"/>
                  </a:moveTo>
                  <a:lnTo>
                    <a:pt x="3999571" y="909097"/>
                  </a:lnTo>
                  <a:lnTo>
                    <a:pt x="3999571" y="851947"/>
                  </a:lnTo>
                  <a:lnTo>
                    <a:pt x="4018621" y="851947"/>
                  </a:lnTo>
                  <a:lnTo>
                    <a:pt x="4018621" y="909097"/>
                  </a:lnTo>
                  <a:close/>
                </a:path>
                <a:path w="4018915" h="1590675">
                  <a:moveTo>
                    <a:pt x="4018621" y="985297"/>
                  </a:moveTo>
                  <a:lnTo>
                    <a:pt x="3999571" y="985297"/>
                  </a:lnTo>
                  <a:lnTo>
                    <a:pt x="3999571" y="928147"/>
                  </a:lnTo>
                  <a:lnTo>
                    <a:pt x="4018621" y="928147"/>
                  </a:lnTo>
                  <a:lnTo>
                    <a:pt x="4018621" y="985297"/>
                  </a:lnTo>
                  <a:close/>
                </a:path>
                <a:path w="4018915" h="1590675">
                  <a:moveTo>
                    <a:pt x="4018621" y="1061497"/>
                  </a:moveTo>
                  <a:lnTo>
                    <a:pt x="3999571" y="1061497"/>
                  </a:lnTo>
                  <a:lnTo>
                    <a:pt x="3999571" y="1004347"/>
                  </a:lnTo>
                  <a:lnTo>
                    <a:pt x="4018621" y="1004347"/>
                  </a:lnTo>
                  <a:lnTo>
                    <a:pt x="4018621" y="1061497"/>
                  </a:lnTo>
                  <a:close/>
                </a:path>
                <a:path w="4018915" h="1590675">
                  <a:moveTo>
                    <a:pt x="4018621" y="1137697"/>
                  </a:moveTo>
                  <a:lnTo>
                    <a:pt x="3999571" y="1137697"/>
                  </a:lnTo>
                  <a:lnTo>
                    <a:pt x="3999571" y="1080547"/>
                  </a:lnTo>
                  <a:lnTo>
                    <a:pt x="4018621" y="1080547"/>
                  </a:lnTo>
                  <a:lnTo>
                    <a:pt x="4018621" y="1137697"/>
                  </a:lnTo>
                  <a:close/>
                </a:path>
                <a:path w="4018915" h="1590675">
                  <a:moveTo>
                    <a:pt x="4018621" y="1213897"/>
                  </a:moveTo>
                  <a:lnTo>
                    <a:pt x="3999571" y="1213897"/>
                  </a:lnTo>
                  <a:lnTo>
                    <a:pt x="3999571" y="1156747"/>
                  </a:lnTo>
                  <a:lnTo>
                    <a:pt x="4018621" y="1156747"/>
                  </a:lnTo>
                  <a:lnTo>
                    <a:pt x="4018621" y="1213897"/>
                  </a:lnTo>
                  <a:close/>
                </a:path>
                <a:path w="4018915" h="1590675">
                  <a:moveTo>
                    <a:pt x="4018621" y="1290097"/>
                  </a:moveTo>
                  <a:lnTo>
                    <a:pt x="3999571" y="1290097"/>
                  </a:lnTo>
                  <a:lnTo>
                    <a:pt x="3999571" y="1232947"/>
                  </a:lnTo>
                  <a:lnTo>
                    <a:pt x="4018621" y="1232947"/>
                  </a:lnTo>
                  <a:lnTo>
                    <a:pt x="4018621" y="1290097"/>
                  </a:lnTo>
                  <a:close/>
                </a:path>
                <a:path w="4018915" h="1590675">
                  <a:moveTo>
                    <a:pt x="4018621" y="1366297"/>
                  </a:moveTo>
                  <a:lnTo>
                    <a:pt x="3999571" y="1366297"/>
                  </a:lnTo>
                  <a:lnTo>
                    <a:pt x="3999571" y="1309147"/>
                  </a:lnTo>
                  <a:lnTo>
                    <a:pt x="4018621" y="1309147"/>
                  </a:lnTo>
                  <a:lnTo>
                    <a:pt x="4018621" y="1366297"/>
                  </a:lnTo>
                  <a:close/>
                </a:path>
                <a:path w="4018915" h="1590675">
                  <a:moveTo>
                    <a:pt x="4018621" y="1442497"/>
                  </a:moveTo>
                  <a:lnTo>
                    <a:pt x="3999571" y="1442497"/>
                  </a:lnTo>
                  <a:lnTo>
                    <a:pt x="3999571" y="1385347"/>
                  </a:lnTo>
                  <a:lnTo>
                    <a:pt x="4018621" y="1385347"/>
                  </a:lnTo>
                  <a:lnTo>
                    <a:pt x="4018621" y="1442497"/>
                  </a:lnTo>
                  <a:close/>
                </a:path>
                <a:path w="4018915" h="1590675">
                  <a:moveTo>
                    <a:pt x="4018621" y="1518697"/>
                  </a:moveTo>
                  <a:lnTo>
                    <a:pt x="3999571" y="1518697"/>
                  </a:lnTo>
                  <a:lnTo>
                    <a:pt x="3999571" y="1461547"/>
                  </a:lnTo>
                  <a:lnTo>
                    <a:pt x="4018621" y="1461547"/>
                  </a:lnTo>
                  <a:lnTo>
                    <a:pt x="4018621" y="1518697"/>
                  </a:lnTo>
                  <a:close/>
                </a:path>
                <a:path w="4018915" h="1590675">
                  <a:moveTo>
                    <a:pt x="3991501" y="1585536"/>
                  </a:moveTo>
                  <a:lnTo>
                    <a:pt x="3983347" y="1568521"/>
                  </a:lnTo>
                  <a:lnTo>
                    <a:pt x="3986282" y="1567114"/>
                  </a:lnTo>
                  <a:lnTo>
                    <a:pt x="3988900" y="1565260"/>
                  </a:lnTo>
                  <a:lnTo>
                    <a:pt x="3996781" y="1557380"/>
                  </a:lnTo>
                  <a:lnTo>
                    <a:pt x="3999571" y="1550645"/>
                  </a:lnTo>
                  <a:lnTo>
                    <a:pt x="3999571" y="1537747"/>
                  </a:lnTo>
                  <a:lnTo>
                    <a:pt x="4018621" y="1537747"/>
                  </a:lnTo>
                  <a:lnTo>
                    <a:pt x="4018621" y="1542756"/>
                  </a:lnTo>
                  <a:lnTo>
                    <a:pt x="4017697" y="1552090"/>
                  </a:lnTo>
                  <a:lnTo>
                    <a:pt x="4014996" y="1560980"/>
                  </a:lnTo>
                  <a:lnTo>
                    <a:pt x="4010620" y="1569176"/>
                  </a:lnTo>
                  <a:lnTo>
                    <a:pt x="4004673" y="1576429"/>
                  </a:lnTo>
                  <a:lnTo>
                    <a:pt x="3997420" y="1582376"/>
                  </a:lnTo>
                  <a:lnTo>
                    <a:pt x="3991501" y="1585536"/>
                  </a:lnTo>
                  <a:close/>
                </a:path>
                <a:path w="4018915" h="1590675">
                  <a:moveTo>
                    <a:pt x="3970999" y="1590377"/>
                  </a:moveTo>
                  <a:lnTo>
                    <a:pt x="3915554" y="1590377"/>
                  </a:lnTo>
                  <a:lnTo>
                    <a:pt x="3915554" y="1571307"/>
                  </a:lnTo>
                  <a:lnTo>
                    <a:pt x="3972057" y="1571307"/>
                  </a:lnTo>
                  <a:lnTo>
                    <a:pt x="3972762" y="1590202"/>
                  </a:lnTo>
                  <a:lnTo>
                    <a:pt x="3970999" y="1590377"/>
                  </a:lnTo>
                  <a:close/>
                </a:path>
                <a:path w="4018915" h="1590675">
                  <a:moveTo>
                    <a:pt x="3896504" y="1590377"/>
                  </a:moveTo>
                  <a:lnTo>
                    <a:pt x="3839354" y="1590377"/>
                  </a:lnTo>
                  <a:lnTo>
                    <a:pt x="3839354" y="1571327"/>
                  </a:lnTo>
                  <a:lnTo>
                    <a:pt x="3896504" y="1571327"/>
                  </a:lnTo>
                  <a:lnTo>
                    <a:pt x="3896504" y="1590377"/>
                  </a:lnTo>
                  <a:close/>
                </a:path>
                <a:path w="4018915" h="1590675">
                  <a:moveTo>
                    <a:pt x="3820304" y="1590377"/>
                  </a:moveTo>
                  <a:lnTo>
                    <a:pt x="3763154" y="1590377"/>
                  </a:lnTo>
                  <a:lnTo>
                    <a:pt x="3763154" y="1571327"/>
                  </a:lnTo>
                  <a:lnTo>
                    <a:pt x="3820304" y="1571327"/>
                  </a:lnTo>
                  <a:lnTo>
                    <a:pt x="3820304" y="1590377"/>
                  </a:lnTo>
                  <a:close/>
                </a:path>
                <a:path w="4018915" h="1590675">
                  <a:moveTo>
                    <a:pt x="3744104" y="1590377"/>
                  </a:moveTo>
                  <a:lnTo>
                    <a:pt x="3686954" y="1590377"/>
                  </a:lnTo>
                  <a:lnTo>
                    <a:pt x="3686954" y="1571327"/>
                  </a:lnTo>
                  <a:lnTo>
                    <a:pt x="3744104" y="1571327"/>
                  </a:lnTo>
                  <a:lnTo>
                    <a:pt x="3744104" y="1590377"/>
                  </a:lnTo>
                  <a:close/>
                </a:path>
                <a:path w="4018915" h="1590675">
                  <a:moveTo>
                    <a:pt x="3667904" y="1590377"/>
                  </a:moveTo>
                  <a:lnTo>
                    <a:pt x="3610754" y="1590377"/>
                  </a:lnTo>
                  <a:lnTo>
                    <a:pt x="3610754" y="1571327"/>
                  </a:lnTo>
                  <a:lnTo>
                    <a:pt x="3667904" y="1571327"/>
                  </a:lnTo>
                  <a:lnTo>
                    <a:pt x="3667904" y="1590377"/>
                  </a:lnTo>
                  <a:close/>
                </a:path>
                <a:path w="4018915" h="1590675">
                  <a:moveTo>
                    <a:pt x="3591704" y="1590377"/>
                  </a:moveTo>
                  <a:lnTo>
                    <a:pt x="3534554" y="1590377"/>
                  </a:lnTo>
                  <a:lnTo>
                    <a:pt x="3534554" y="1571327"/>
                  </a:lnTo>
                  <a:lnTo>
                    <a:pt x="3591704" y="1571327"/>
                  </a:lnTo>
                  <a:lnTo>
                    <a:pt x="3591704" y="1590377"/>
                  </a:lnTo>
                  <a:close/>
                </a:path>
                <a:path w="4018915" h="1590675">
                  <a:moveTo>
                    <a:pt x="3515504" y="1590377"/>
                  </a:moveTo>
                  <a:lnTo>
                    <a:pt x="3458354" y="1590377"/>
                  </a:lnTo>
                  <a:lnTo>
                    <a:pt x="3458354" y="1571327"/>
                  </a:lnTo>
                  <a:lnTo>
                    <a:pt x="3515504" y="1571327"/>
                  </a:lnTo>
                  <a:lnTo>
                    <a:pt x="3515504" y="1590377"/>
                  </a:lnTo>
                  <a:close/>
                </a:path>
                <a:path w="4018915" h="1590675">
                  <a:moveTo>
                    <a:pt x="3439304" y="1590377"/>
                  </a:moveTo>
                  <a:lnTo>
                    <a:pt x="3382154" y="1590377"/>
                  </a:lnTo>
                  <a:lnTo>
                    <a:pt x="3382154" y="1571327"/>
                  </a:lnTo>
                  <a:lnTo>
                    <a:pt x="3439304" y="1571327"/>
                  </a:lnTo>
                  <a:lnTo>
                    <a:pt x="3439304" y="1590377"/>
                  </a:lnTo>
                  <a:close/>
                </a:path>
                <a:path w="4018915" h="1590675">
                  <a:moveTo>
                    <a:pt x="3363104" y="1590377"/>
                  </a:moveTo>
                  <a:lnTo>
                    <a:pt x="3305954" y="1590377"/>
                  </a:lnTo>
                  <a:lnTo>
                    <a:pt x="3305954" y="1571327"/>
                  </a:lnTo>
                  <a:lnTo>
                    <a:pt x="3363104" y="1571327"/>
                  </a:lnTo>
                  <a:lnTo>
                    <a:pt x="3363104" y="1590377"/>
                  </a:lnTo>
                  <a:close/>
                </a:path>
                <a:path w="4018915" h="1590675">
                  <a:moveTo>
                    <a:pt x="3286904" y="1590377"/>
                  </a:moveTo>
                  <a:lnTo>
                    <a:pt x="3229754" y="1590377"/>
                  </a:lnTo>
                  <a:lnTo>
                    <a:pt x="3229754" y="1571327"/>
                  </a:lnTo>
                  <a:lnTo>
                    <a:pt x="3286904" y="1571327"/>
                  </a:lnTo>
                  <a:lnTo>
                    <a:pt x="3286904" y="1590377"/>
                  </a:lnTo>
                  <a:close/>
                </a:path>
                <a:path w="4018915" h="1590675">
                  <a:moveTo>
                    <a:pt x="3210704" y="1590377"/>
                  </a:moveTo>
                  <a:lnTo>
                    <a:pt x="3153554" y="1590377"/>
                  </a:lnTo>
                  <a:lnTo>
                    <a:pt x="3153554" y="1571327"/>
                  </a:lnTo>
                  <a:lnTo>
                    <a:pt x="3210704" y="1571327"/>
                  </a:lnTo>
                  <a:lnTo>
                    <a:pt x="3210704" y="1590377"/>
                  </a:lnTo>
                  <a:close/>
                </a:path>
                <a:path w="4018915" h="1590675">
                  <a:moveTo>
                    <a:pt x="3134504" y="1590377"/>
                  </a:moveTo>
                  <a:lnTo>
                    <a:pt x="3077354" y="1590377"/>
                  </a:lnTo>
                  <a:lnTo>
                    <a:pt x="3077354" y="1571327"/>
                  </a:lnTo>
                  <a:lnTo>
                    <a:pt x="3134504" y="1571327"/>
                  </a:lnTo>
                  <a:lnTo>
                    <a:pt x="3134504" y="1590377"/>
                  </a:lnTo>
                  <a:close/>
                </a:path>
                <a:path w="4018915" h="1590675">
                  <a:moveTo>
                    <a:pt x="3058304" y="1590377"/>
                  </a:moveTo>
                  <a:lnTo>
                    <a:pt x="3001154" y="1590377"/>
                  </a:lnTo>
                  <a:lnTo>
                    <a:pt x="3001154" y="1571327"/>
                  </a:lnTo>
                  <a:lnTo>
                    <a:pt x="3058304" y="1571327"/>
                  </a:lnTo>
                  <a:lnTo>
                    <a:pt x="3058304" y="1590377"/>
                  </a:lnTo>
                  <a:close/>
                </a:path>
                <a:path w="4018915" h="1590675">
                  <a:moveTo>
                    <a:pt x="2982104" y="1590377"/>
                  </a:moveTo>
                  <a:lnTo>
                    <a:pt x="2924954" y="1590377"/>
                  </a:lnTo>
                  <a:lnTo>
                    <a:pt x="2924954" y="1571327"/>
                  </a:lnTo>
                  <a:lnTo>
                    <a:pt x="2982104" y="1571327"/>
                  </a:lnTo>
                  <a:lnTo>
                    <a:pt x="2982104" y="1590377"/>
                  </a:lnTo>
                  <a:close/>
                </a:path>
                <a:path w="4018915" h="1590675">
                  <a:moveTo>
                    <a:pt x="2905904" y="1590377"/>
                  </a:moveTo>
                  <a:lnTo>
                    <a:pt x="2848754" y="1590377"/>
                  </a:lnTo>
                  <a:lnTo>
                    <a:pt x="2848754" y="1571327"/>
                  </a:lnTo>
                  <a:lnTo>
                    <a:pt x="2905904" y="1571327"/>
                  </a:lnTo>
                  <a:lnTo>
                    <a:pt x="2905904" y="1590377"/>
                  </a:lnTo>
                  <a:close/>
                </a:path>
                <a:path w="4018915" h="1590675">
                  <a:moveTo>
                    <a:pt x="2829704" y="1590377"/>
                  </a:moveTo>
                  <a:lnTo>
                    <a:pt x="2772554" y="1590377"/>
                  </a:lnTo>
                  <a:lnTo>
                    <a:pt x="2772554" y="1571327"/>
                  </a:lnTo>
                  <a:lnTo>
                    <a:pt x="2829704" y="1571327"/>
                  </a:lnTo>
                  <a:lnTo>
                    <a:pt x="2829704" y="1590377"/>
                  </a:lnTo>
                  <a:close/>
                </a:path>
                <a:path w="4018915" h="1590675">
                  <a:moveTo>
                    <a:pt x="2753504" y="1590377"/>
                  </a:moveTo>
                  <a:lnTo>
                    <a:pt x="2696354" y="1590377"/>
                  </a:lnTo>
                  <a:lnTo>
                    <a:pt x="2696354" y="1571327"/>
                  </a:lnTo>
                  <a:lnTo>
                    <a:pt x="2753504" y="1571327"/>
                  </a:lnTo>
                  <a:lnTo>
                    <a:pt x="2753504" y="1590377"/>
                  </a:lnTo>
                  <a:close/>
                </a:path>
                <a:path w="4018915" h="1590675">
                  <a:moveTo>
                    <a:pt x="2677304" y="1590377"/>
                  </a:moveTo>
                  <a:lnTo>
                    <a:pt x="2620154" y="1590377"/>
                  </a:lnTo>
                  <a:lnTo>
                    <a:pt x="2620154" y="1571327"/>
                  </a:lnTo>
                  <a:lnTo>
                    <a:pt x="2677304" y="1571327"/>
                  </a:lnTo>
                  <a:lnTo>
                    <a:pt x="2677304" y="1590377"/>
                  </a:lnTo>
                  <a:close/>
                </a:path>
                <a:path w="4018915" h="1590675">
                  <a:moveTo>
                    <a:pt x="2601104" y="1590377"/>
                  </a:moveTo>
                  <a:lnTo>
                    <a:pt x="2543954" y="1590377"/>
                  </a:lnTo>
                  <a:lnTo>
                    <a:pt x="2543954" y="1571327"/>
                  </a:lnTo>
                  <a:lnTo>
                    <a:pt x="2601104" y="1571327"/>
                  </a:lnTo>
                  <a:lnTo>
                    <a:pt x="2601104" y="1590377"/>
                  </a:lnTo>
                  <a:close/>
                </a:path>
                <a:path w="4018915" h="1590675">
                  <a:moveTo>
                    <a:pt x="2524904" y="1590377"/>
                  </a:moveTo>
                  <a:lnTo>
                    <a:pt x="2467754" y="1590377"/>
                  </a:lnTo>
                  <a:lnTo>
                    <a:pt x="2467754" y="1571327"/>
                  </a:lnTo>
                  <a:lnTo>
                    <a:pt x="2524904" y="1571327"/>
                  </a:lnTo>
                  <a:lnTo>
                    <a:pt x="2524904" y="1590377"/>
                  </a:lnTo>
                  <a:close/>
                </a:path>
                <a:path w="4018915" h="1590675">
                  <a:moveTo>
                    <a:pt x="2448704" y="1590377"/>
                  </a:moveTo>
                  <a:lnTo>
                    <a:pt x="2391554" y="1590377"/>
                  </a:lnTo>
                  <a:lnTo>
                    <a:pt x="2391554" y="1571327"/>
                  </a:lnTo>
                  <a:lnTo>
                    <a:pt x="2448704" y="1571327"/>
                  </a:lnTo>
                  <a:lnTo>
                    <a:pt x="2448704" y="1590377"/>
                  </a:lnTo>
                  <a:close/>
                </a:path>
                <a:path w="4018915" h="1590675">
                  <a:moveTo>
                    <a:pt x="2372504" y="1590377"/>
                  </a:moveTo>
                  <a:lnTo>
                    <a:pt x="2315354" y="1590377"/>
                  </a:lnTo>
                  <a:lnTo>
                    <a:pt x="2315354" y="1571327"/>
                  </a:lnTo>
                  <a:lnTo>
                    <a:pt x="2372504" y="1571327"/>
                  </a:lnTo>
                  <a:lnTo>
                    <a:pt x="2372504" y="1590377"/>
                  </a:lnTo>
                  <a:close/>
                </a:path>
                <a:path w="4018915" h="1590675">
                  <a:moveTo>
                    <a:pt x="2296304" y="1590377"/>
                  </a:moveTo>
                  <a:lnTo>
                    <a:pt x="2239154" y="1590377"/>
                  </a:lnTo>
                  <a:lnTo>
                    <a:pt x="2239154" y="1571327"/>
                  </a:lnTo>
                  <a:lnTo>
                    <a:pt x="2296304" y="1571327"/>
                  </a:lnTo>
                  <a:lnTo>
                    <a:pt x="2296304" y="1590377"/>
                  </a:lnTo>
                  <a:close/>
                </a:path>
                <a:path w="4018915" h="1590675">
                  <a:moveTo>
                    <a:pt x="2220104" y="1590377"/>
                  </a:moveTo>
                  <a:lnTo>
                    <a:pt x="2162954" y="1590377"/>
                  </a:lnTo>
                  <a:lnTo>
                    <a:pt x="2162954" y="1571327"/>
                  </a:lnTo>
                  <a:lnTo>
                    <a:pt x="2220104" y="1571327"/>
                  </a:lnTo>
                  <a:lnTo>
                    <a:pt x="2220104" y="1590377"/>
                  </a:lnTo>
                  <a:close/>
                </a:path>
                <a:path w="4018915" h="1590675">
                  <a:moveTo>
                    <a:pt x="2143904" y="1590377"/>
                  </a:moveTo>
                  <a:lnTo>
                    <a:pt x="2086754" y="1590377"/>
                  </a:lnTo>
                  <a:lnTo>
                    <a:pt x="2086754" y="1571327"/>
                  </a:lnTo>
                  <a:lnTo>
                    <a:pt x="2143904" y="1571327"/>
                  </a:lnTo>
                  <a:lnTo>
                    <a:pt x="2143904" y="1590377"/>
                  </a:lnTo>
                  <a:close/>
                </a:path>
                <a:path w="4018915" h="1590675">
                  <a:moveTo>
                    <a:pt x="2067704" y="1590377"/>
                  </a:moveTo>
                  <a:lnTo>
                    <a:pt x="2010554" y="1590377"/>
                  </a:lnTo>
                  <a:lnTo>
                    <a:pt x="2010554" y="1571327"/>
                  </a:lnTo>
                  <a:lnTo>
                    <a:pt x="2067704" y="1571327"/>
                  </a:lnTo>
                  <a:lnTo>
                    <a:pt x="2067704" y="1590377"/>
                  </a:lnTo>
                  <a:close/>
                </a:path>
                <a:path w="4018915" h="1590675">
                  <a:moveTo>
                    <a:pt x="1991504" y="1590377"/>
                  </a:moveTo>
                  <a:lnTo>
                    <a:pt x="1934354" y="1590377"/>
                  </a:lnTo>
                  <a:lnTo>
                    <a:pt x="1934354" y="1571327"/>
                  </a:lnTo>
                  <a:lnTo>
                    <a:pt x="1991504" y="1571327"/>
                  </a:lnTo>
                  <a:lnTo>
                    <a:pt x="1991504" y="1590377"/>
                  </a:lnTo>
                  <a:close/>
                </a:path>
                <a:path w="4018915" h="1590675">
                  <a:moveTo>
                    <a:pt x="1915304" y="1590377"/>
                  </a:moveTo>
                  <a:lnTo>
                    <a:pt x="1858154" y="1590377"/>
                  </a:lnTo>
                  <a:lnTo>
                    <a:pt x="1858154" y="1571327"/>
                  </a:lnTo>
                  <a:lnTo>
                    <a:pt x="1915304" y="1571327"/>
                  </a:lnTo>
                  <a:lnTo>
                    <a:pt x="1915304" y="1590377"/>
                  </a:lnTo>
                  <a:close/>
                </a:path>
                <a:path w="4018915" h="1590675">
                  <a:moveTo>
                    <a:pt x="1839104" y="1590377"/>
                  </a:moveTo>
                  <a:lnTo>
                    <a:pt x="1781954" y="1590377"/>
                  </a:lnTo>
                  <a:lnTo>
                    <a:pt x="1781954" y="1571327"/>
                  </a:lnTo>
                  <a:lnTo>
                    <a:pt x="1839104" y="1571327"/>
                  </a:lnTo>
                  <a:lnTo>
                    <a:pt x="1839104" y="1590377"/>
                  </a:lnTo>
                  <a:close/>
                </a:path>
                <a:path w="4018915" h="1590675">
                  <a:moveTo>
                    <a:pt x="1762904" y="1590377"/>
                  </a:moveTo>
                  <a:lnTo>
                    <a:pt x="1705754" y="1590377"/>
                  </a:lnTo>
                  <a:lnTo>
                    <a:pt x="1705754" y="1571327"/>
                  </a:lnTo>
                  <a:lnTo>
                    <a:pt x="1762904" y="1571327"/>
                  </a:lnTo>
                  <a:lnTo>
                    <a:pt x="1762904" y="1590377"/>
                  </a:lnTo>
                  <a:close/>
                </a:path>
                <a:path w="4018915" h="1590675">
                  <a:moveTo>
                    <a:pt x="1686704" y="1590377"/>
                  </a:moveTo>
                  <a:lnTo>
                    <a:pt x="1629554" y="1590377"/>
                  </a:lnTo>
                  <a:lnTo>
                    <a:pt x="1629554" y="1571327"/>
                  </a:lnTo>
                  <a:lnTo>
                    <a:pt x="1686704" y="1571327"/>
                  </a:lnTo>
                  <a:lnTo>
                    <a:pt x="1686704" y="1590377"/>
                  </a:lnTo>
                  <a:close/>
                </a:path>
                <a:path w="4018915" h="1590675">
                  <a:moveTo>
                    <a:pt x="1610504" y="1590377"/>
                  </a:moveTo>
                  <a:lnTo>
                    <a:pt x="1553354" y="1590377"/>
                  </a:lnTo>
                  <a:lnTo>
                    <a:pt x="1553354" y="1571327"/>
                  </a:lnTo>
                  <a:lnTo>
                    <a:pt x="1610504" y="1571327"/>
                  </a:lnTo>
                  <a:lnTo>
                    <a:pt x="1610504" y="1590377"/>
                  </a:lnTo>
                  <a:close/>
                </a:path>
                <a:path w="4018915" h="1590675">
                  <a:moveTo>
                    <a:pt x="1534304" y="1590377"/>
                  </a:moveTo>
                  <a:lnTo>
                    <a:pt x="1477154" y="1590377"/>
                  </a:lnTo>
                  <a:lnTo>
                    <a:pt x="1477154" y="1571327"/>
                  </a:lnTo>
                  <a:lnTo>
                    <a:pt x="1534304" y="1571327"/>
                  </a:lnTo>
                  <a:lnTo>
                    <a:pt x="1534304" y="1590377"/>
                  </a:lnTo>
                  <a:close/>
                </a:path>
                <a:path w="4018915" h="1590675">
                  <a:moveTo>
                    <a:pt x="1458104" y="1590377"/>
                  </a:moveTo>
                  <a:lnTo>
                    <a:pt x="1400954" y="1590377"/>
                  </a:lnTo>
                  <a:lnTo>
                    <a:pt x="1400954" y="1571327"/>
                  </a:lnTo>
                  <a:lnTo>
                    <a:pt x="1458104" y="1571327"/>
                  </a:lnTo>
                  <a:lnTo>
                    <a:pt x="1458104" y="1590377"/>
                  </a:lnTo>
                  <a:close/>
                </a:path>
                <a:path w="4018915" h="1590675">
                  <a:moveTo>
                    <a:pt x="1381904" y="1590377"/>
                  </a:moveTo>
                  <a:lnTo>
                    <a:pt x="1324754" y="1590377"/>
                  </a:lnTo>
                  <a:lnTo>
                    <a:pt x="1324754" y="1571327"/>
                  </a:lnTo>
                  <a:lnTo>
                    <a:pt x="1381904" y="1571327"/>
                  </a:lnTo>
                  <a:lnTo>
                    <a:pt x="1381904" y="1590377"/>
                  </a:lnTo>
                  <a:close/>
                </a:path>
                <a:path w="4018915" h="1590675">
                  <a:moveTo>
                    <a:pt x="1305704" y="1590377"/>
                  </a:moveTo>
                  <a:lnTo>
                    <a:pt x="1248554" y="1590377"/>
                  </a:lnTo>
                  <a:lnTo>
                    <a:pt x="1248554" y="1571327"/>
                  </a:lnTo>
                  <a:lnTo>
                    <a:pt x="1305704" y="1571327"/>
                  </a:lnTo>
                  <a:lnTo>
                    <a:pt x="1305704" y="1590377"/>
                  </a:lnTo>
                  <a:close/>
                </a:path>
                <a:path w="4018915" h="1590675">
                  <a:moveTo>
                    <a:pt x="1229504" y="1590377"/>
                  </a:moveTo>
                  <a:lnTo>
                    <a:pt x="1172354" y="1590377"/>
                  </a:lnTo>
                  <a:lnTo>
                    <a:pt x="1172354" y="1571327"/>
                  </a:lnTo>
                  <a:lnTo>
                    <a:pt x="1229504" y="1571327"/>
                  </a:lnTo>
                  <a:lnTo>
                    <a:pt x="1229504" y="1590377"/>
                  </a:lnTo>
                  <a:close/>
                </a:path>
                <a:path w="4018915" h="1590675">
                  <a:moveTo>
                    <a:pt x="1153304" y="1590377"/>
                  </a:moveTo>
                  <a:lnTo>
                    <a:pt x="1096154" y="1590377"/>
                  </a:lnTo>
                  <a:lnTo>
                    <a:pt x="1096154" y="1571327"/>
                  </a:lnTo>
                  <a:lnTo>
                    <a:pt x="1153304" y="1571327"/>
                  </a:lnTo>
                  <a:lnTo>
                    <a:pt x="1153304" y="1590377"/>
                  </a:lnTo>
                  <a:close/>
                </a:path>
                <a:path w="4018915" h="1590675">
                  <a:moveTo>
                    <a:pt x="1077104" y="1590377"/>
                  </a:moveTo>
                  <a:lnTo>
                    <a:pt x="1019954" y="1590377"/>
                  </a:lnTo>
                  <a:lnTo>
                    <a:pt x="1019954" y="1571327"/>
                  </a:lnTo>
                  <a:lnTo>
                    <a:pt x="1077104" y="1571327"/>
                  </a:lnTo>
                  <a:lnTo>
                    <a:pt x="1077104" y="1590377"/>
                  </a:lnTo>
                  <a:close/>
                </a:path>
                <a:path w="4018915" h="1590675">
                  <a:moveTo>
                    <a:pt x="1000904" y="1590377"/>
                  </a:moveTo>
                  <a:lnTo>
                    <a:pt x="943754" y="1590377"/>
                  </a:lnTo>
                  <a:lnTo>
                    <a:pt x="943754" y="1571327"/>
                  </a:lnTo>
                  <a:lnTo>
                    <a:pt x="1000904" y="1571327"/>
                  </a:lnTo>
                  <a:lnTo>
                    <a:pt x="1000904" y="1590377"/>
                  </a:lnTo>
                  <a:close/>
                </a:path>
                <a:path w="4018915" h="1590675">
                  <a:moveTo>
                    <a:pt x="924704" y="1590377"/>
                  </a:moveTo>
                  <a:lnTo>
                    <a:pt x="867554" y="1590377"/>
                  </a:lnTo>
                  <a:lnTo>
                    <a:pt x="867554" y="1571327"/>
                  </a:lnTo>
                  <a:lnTo>
                    <a:pt x="924704" y="1571327"/>
                  </a:lnTo>
                  <a:lnTo>
                    <a:pt x="924704" y="1590377"/>
                  </a:lnTo>
                  <a:close/>
                </a:path>
                <a:path w="4018915" h="1590675">
                  <a:moveTo>
                    <a:pt x="848504" y="1590377"/>
                  </a:moveTo>
                  <a:lnTo>
                    <a:pt x="791354" y="1590377"/>
                  </a:lnTo>
                  <a:lnTo>
                    <a:pt x="791354" y="1571327"/>
                  </a:lnTo>
                  <a:lnTo>
                    <a:pt x="848504" y="1571327"/>
                  </a:lnTo>
                  <a:lnTo>
                    <a:pt x="848504" y="1590377"/>
                  </a:lnTo>
                  <a:close/>
                </a:path>
                <a:path w="4018915" h="1590675">
                  <a:moveTo>
                    <a:pt x="772304" y="1590377"/>
                  </a:moveTo>
                  <a:lnTo>
                    <a:pt x="715154" y="1590377"/>
                  </a:lnTo>
                  <a:lnTo>
                    <a:pt x="715154" y="1571327"/>
                  </a:lnTo>
                  <a:lnTo>
                    <a:pt x="772304" y="1571327"/>
                  </a:lnTo>
                  <a:lnTo>
                    <a:pt x="772304" y="1590377"/>
                  </a:lnTo>
                  <a:close/>
                </a:path>
                <a:path w="4018915" h="1590675">
                  <a:moveTo>
                    <a:pt x="696104" y="1590377"/>
                  </a:moveTo>
                  <a:lnTo>
                    <a:pt x="638954" y="1590377"/>
                  </a:lnTo>
                  <a:lnTo>
                    <a:pt x="638954" y="1571327"/>
                  </a:lnTo>
                  <a:lnTo>
                    <a:pt x="696104" y="1571327"/>
                  </a:lnTo>
                  <a:lnTo>
                    <a:pt x="696104" y="1590377"/>
                  </a:lnTo>
                  <a:close/>
                </a:path>
                <a:path w="4018915" h="1590675">
                  <a:moveTo>
                    <a:pt x="619904" y="1590377"/>
                  </a:moveTo>
                  <a:lnTo>
                    <a:pt x="562754" y="1590377"/>
                  </a:lnTo>
                  <a:lnTo>
                    <a:pt x="562754" y="1571327"/>
                  </a:lnTo>
                  <a:lnTo>
                    <a:pt x="619904" y="1571327"/>
                  </a:lnTo>
                  <a:lnTo>
                    <a:pt x="619904" y="1590377"/>
                  </a:lnTo>
                  <a:close/>
                </a:path>
                <a:path w="4018915" h="1590675">
                  <a:moveTo>
                    <a:pt x="543704" y="1590377"/>
                  </a:moveTo>
                  <a:lnTo>
                    <a:pt x="486554" y="1590377"/>
                  </a:lnTo>
                  <a:lnTo>
                    <a:pt x="486554" y="1571327"/>
                  </a:lnTo>
                  <a:lnTo>
                    <a:pt x="543704" y="1571327"/>
                  </a:lnTo>
                  <a:lnTo>
                    <a:pt x="543704" y="1590377"/>
                  </a:lnTo>
                  <a:close/>
                </a:path>
                <a:path w="4018915" h="1590675">
                  <a:moveTo>
                    <a:pt x="467504" y="1590377"/>
                  </a:moveTo>
                  <a:lnTo>
                    <a:pt x="410354" y="1590377"/>
                  </a:lnTo>
                  <a:lnTo>
                    <a:pt x="410354" y="1571327"/>
                  </a:lnTo>
                  <a:lnTo>
                    <a:pt x="467504" y="1571327"/>
                  </a:lnTo>
                  <a:lnTo>
                    <a:pt x="467504" y="1590377"/>
                  </a:lnTo>
                  <a:close/>
                </a:path>
                <a:path w="4018915" h="1590675">
                  <a:moveTo>
                    <a:pt x="391304" y="1590377"/>
                  </a:moveTo>
                  <a:lnTo>
                    <a:pt x="334154" y="1590377"/>
                  </a:lnTo>
                  <a:lnTo>
                    <a:pt x="334154" y="1571327"/>
                  </a:lnTo>
                  <a:lnTo>
                    <a:pt x="391304" y="1571327"/>
                  </a:lnTo>
                  <a:lnTo>
                    <a:pt x="391304" y="1590377"/>
                  </a:lnTo>
                  <a:close/>
                </a:path>
                <a:path w="4018915" h="1590675">
                  <a:moveTo>
                    <a:pt x="315104" y="1590377"/>
                  </a:moveTo>
                  <a:lnTo>
                    <a:pt x="257954" y="1590377"/>
                  </a:lnTo>
                  <a:lnTo>
                    <a:pt x="257954" y="1571327"/>
                  </a:lnTo>
                  <a:lnTo>
                    <a:pt x="315104" y="1571327"/>
                  </a:lnTo>
                  <a:lnTo>
                    <a:pt x="315104" y="1590377"/>
                  </a:lnTo>
                  <a:close/>
                </a:path>
                <a:path w="4018915" h="1590675">
                  <a:moveTo>
                    <a:pt x="238904" y="1590377"/>
                  </a:moveTo>
                  <a:lnTo>
                    <a:pt x="181754" y="1590377"/>
                  </a:lnTo>
                  <a:lnTo>
                    <a:pt x="181754" y="1571327"/>
                  </a:lnTo>
                  <a:lnTo>
                    <a:pt x="238904" y="1571327"/>
                  </a:lnTo>
                  <a:lnTo>
                    <a:pt x="238904" y="1590377"/>
                  </a:lnTo>
                  <a:close/>
                </a:path>
                <a:path w="4018915" h="1590675">
                  <a:moveTo>
                    <a:pt x="162704" y="1590377"/>
                  </a:moveTo>
                  <a:lnTo>
                    <a:pt x="105554" y="1590377"/>
                  </a:lnTo>
                  <a:lnTo>
                    <a:pt x="105554" y="1571327"/>
                  </a:lnTo>
                  <a:lnTo>
                    <a:pt x="162704" y="1571327"/>
                  </a:lnTo>
                  <a:lnTo>
                    <a:pt x="162704" y="1590377"/>
                  </a:lnTo>
                  <a:close/>
                </a:path>
                <a:path w="4018915" h="1590675">
                  <a:moveTo>
                    <a:pt x="86504" y="1590377"/>
                  </a:moveTo>
                  <a:lnTo>
                    <a:pt x="47621" y="1590377"/>
                  </a:lnTo>
                  <a:lnTo>
                    <a:pt x="38287" y="1589453"/>
                  </a:lnTo>
                  <a:lnTo>
                    <a:pt x="29356" y="1586735"/>
                  </a:lnTo>
                  <a:lnTo>
                    <a:pt x="36663" y="1569142"/>
                  </a:lnTo>
                  <a:lnTo>
                    <a:pt x="40170" y="1570599"/>
                  </a:lnTo>
                  <a:lnTo>
                    <a:pt x="43823" y="1571327"/>
                  </a:lnTo>
                  <a:lnTo>
                    <a:pt x="86504" y="1571327"/>
                  </a:lnTo>
                  <a:lnTo>
                    <a:pt x="86504" y="1590377"/>
                  </a:lnTo>
                  <a:close/>
                </a:path>
                <a:path w="4018915" h="1590675">
                  <a:moveTo>
                    <a:pt x="13373" y="1575729"/>
                  </a:moveTo>
                  <a:lnTo>
                    <a:pt x="8000" y="1569176"/>
                  </a:lnTo>
                  <a:lnTo>
                    <a:pt x="3624" y="1560980"/>
                  </a:lnTo>
                  <a:lnTo>
                    <a:pt x="923" y="1552090"/>
                  </a:lnTo>
                  <a:lnTo>
                    <a:pt x="0" y="1542756"/>
                  </a:lnTo>
                  <a:lnTo>
                    <a:pt x="0" y="1521184"/>
                  </a:lnTo>
                  <a:lnTo>
                    <a:pt x="19049" y="1521184"/>
                  </a:lnTo>
                  <a:lnTo>
                    <a:pt x="19049" y="1550435"/>
                  </a:lnTo>
                  <a:lnTo>
                    <a:pt x="21712" y="1557040"/>
                  </a:lnTo>
                  <a:lnTo>
                    <a:pt x="27038" y="1562571"/>
                  </a:lnTo>
                  <a:lnTo>
                    <a:pt x="13373" y="1575729"/>
                  </a:lnTo>
                  <a:close/>
                </a:path>
                <a:path w="4018915" h="1590675">
                  <a:moveTo>
                    <a:pt x="19049" y="1502134"/>
                  </a:moveTo>
                  <a:lnTo>
                    <a:pt x="0" y="1502134"/>
                  </a:lnTo>
                  <a:lnTo>
                    <a:pt x="0" y="1444984"/>
                  </a:lnTo>
                  <a:lnTo>
                    <a:pt x="19049" y="1444984"/>
                  </a:lnTo>
                  <a:lnTo>
                    <a:pt x="19049" y="1502134"/>
                  </a:lnTo>
                  <a:close/>
                </a:path>
                <a:path w="4018915" h="1590675">
                  <a:moveTo>
                    <a:pt x="19049" y="1425934"/>
                  </a:moveTo>
                  <a:lnTo>
                    <a:pt x="0" y="1425934"/>
                  </a:lnTo>
                  <a:lnTo>
                    <a:pt x="0" y="1368784"/>
                  </a:lnTo>
                  <a:lnTo>
                    <a:pt x="19049" y="1368784"/>
                  </a:lnTo>
                  <a:lnTo>
                    <a:pt x="19049" y="1425934"/>
                  </a:lnTo>
                  <a:close/>
                </a:path>
                <a:path w="4018915" h="1590675">
                  <a:moveTo>
                    <a:pt x="19049" y="1349734"/>
                  </a:moveTo>
                  <a:lnTo>
                    <a:pt x="0" y="1349734"/>
                  </a:lnTo>
                  <a:lnTo>
                    <a:pt x="0" y="1292584"/>
                  </a:lnTo>
                  <a:lnTo>
                    <a:pt x="19049" y="1292584"/>
                  </a:lnTo>
                  <a:lnTo>
                    <a:pt x="19049" y="1349734"/>
                  </a:lnTo>
                  <a:close/>
                </a:path>
                <a:path w="4018915" h="1590675">
                  <a:moveTo>
                    <a:pt x="19049" y="1273534"/>
                  </a:moveTo>
                  <a:lnTo>
                    <a:pt x="0" y="1273534"/>
                  </a:lnTo>
                  <a:lnTo>
                    <a:pt x="0" y="1216384"/>
                  </a:lnTo>
                  <a:lnTo>
                    <a:pt x="19049" y="1216384"/>
                  </a:lnTo>
                  <a:lnTo>
                    <a:pt x="19049" y="1273534"/>
                  </a:lnTo>
                  <a:close/>
                </a:path>
                <a:path w="4018915" h="1590675">
                  <a:moveTo>
                    <a:pt x="19049" y="1197334"/>
                  </a:moveTo>
                  <a:lnTo>
                    <a:pt x="0" y="1197334"/>
                  </a:lnTo>
                  <a:lnTo>
                    <a:pt x="0" y="1140184"/>
                  </a:lnTo>
                  <a:lnTo>
                    <a:pt x="19049" y="1140184"/>
                  </a:lnTo>
                  <a:lnTo>
                    <a:pt x="19049" y="1197334"/>
                  </a:lnTo>
                  <a:close/>
                </a:path>
                <a:path w="4018915" h="1590675">
                  <a:moveTo>
                    <a:pt x="19049" y="1121134"/>
                  </a:moveTo>
                  <a:lnTo>
                    <a:pt x="0" y="1121134"/>
                  </a:lnTo>
                  <a:lnTo>
                    <a:pt x="0" y="1063984"/>
                  </a:lnTo>
                  <a:lnTo>
                    <a:pt x="19049" y="1063984"/>
                  </a:lnTo>
                  <a:lnTo>
                    <a:pt x="19049" y="1121134"/>
                  </a:lnTo>
                  <a:close/>
                </a:path>
                <a:path w="4018915" h="1590675">
                  <a:moveTo>
                    <a:pt x="19049" y="1044934"/>
                  </a:moveTo>
                  <a:lnTo>
                    <a:pt x="0" y="1044934"/>
                  </a:lnTo>
                  <a:lnTo>
                    <a:pt x="0" y="987784"/>
                  </a:lnTo>
                  <a:lnTo>
                    <a:pt x="19049" y="987784"/>
                  </a:lnTo>
                  <a:lnTo>
                    <a:pt x="19049" y="1044934"/>
                  </a:lnTo>
                  <a:close/>
                </a:path>
                <a:path w="4018915" h="1590675">
                  <a:moveTo>
                    <a:pt x="19049" y="968734"/>
                  </a:moveTo>
                  <a:lnTo>
                    <a:pt x="0" y="968734"/>
                  </a:lnTo>
                  <a:lnTo>
                    <a:pt x="0" y="911584"/>
                  </a:lnTo>
                  <a:lnTo>
                    <a:pt x="19049" y="911584"/>
                  </a:lnTo>
                  <a:lnTo>
                    <a:pt x="19049" y="968734"/>
                  </a:lnTo>
                  <a:close/>
                </a:path>
                <a:path w="4018915" h="1590675">
                  <a:moveTo>
                    <a:pt x="19049" y="892534"/>
                  </a:moveTo>
                  <a:lnTo>
                    <a:pt x="0" y="892534"/>
                  </a:lnTo>
                  <a:lnTo>
                    <a:pt x="0" y="835384"/>
                  </a:lnTo>
                  <a:lnTo>
                    <a:pt x="19049" y="835384"/>
                  </a:lnTo>
                  <a:lnTo>
                    <a:pt x="19049" y="892534"/>
                  </a:lnTo>
                  <a:close/>
                </a:path>
                <a:path w="4018915" h="1590675">
                  <a:moveTo>
                    <a:pt x="19049" y="816334"/>
                  </a:moveTo>
                  <a:lnTo>
                    <a:pt x="0" y="816334"/>
                  </a:lnTo>
                  <a:lnTo>
                    <a:pt x="0" y="759184"/>
                  </a:lnTo>
                  <a:lnTo>
                    <a:pt x="19049" y="759184"/>
                  </a:lnTo>
                  <a:lnTo>
                    <a:pt x="19049" y="816334"/>
                  </a:lnTo>
                  <a:close/>
                </a:path>
                <a:path w="4018915" h="1590675">
                  <a:moveTo>
                    <a:pt x="19049" y="740134"/>
                  </a:moveTo>
                  <a:lnTo>
                    <a:pt x="0" y="740134"/>
                  </a:lnTo>
                  <a:lnTo>
                    <a:pt x="0" y="682984"/>
                  </a:lnTo>
                  <a:lnTo>
                    <a:pt x="19049" y="682984"/>
                  </a:lnTo>
                  <a:lnTo>
                    <a:pt x="19049" y="740134"/>
                  </a:lnTo>
                  <a:close/>
                </a:path>
                <a:path w="4018915" h="1590675">
                  <a:moveTo>
                    <a:pt x="19049" y="663934"/>
                  </a:moveTo>
                  <a:lnTo>
                    <a:pt x="0" y="663934"/>
                  </a:lnTo>
                  <a:lnTo>
                    <a:pt x="0" y="606784"/>
                  </a:lnTo>
                  <a:lnTo>
                    <a:pt x="19049" y="606784"/>
                  </a:lnTo>
                  <a:lnTo>
                    <a:pt x="19049" y="663934"/>
                  </a:lnTo>
                  <a:close/>
                </a:path>
                <a:path w="4018915" h="1590675">
                  <a:moveTo>
                    <a:pt x="19049" y="587734"/>
                  </a:moveTo>
                  <a:lnTo>
                    <a:pt x="0" y="587734"/>
                  </a:lnTo>
                  <a:lnTo>
                    <a:pt x="0" y="530584"/>
                  </a:lnTo>
                  <a:lnTo>
                    <a:pt x="19049" y="530584"/>
                  </a:lnTo>
                  <a:lnTo>
                    <a:pt x="19049" y="587734"/>
                  </a:lnTo>
                  <a:close/>
                </a:path>
                <a:path w="4018915" h="1590675">
                  <a:moveTo>
                    <a:pt x="19049" y="511534"/>
                  </a:moveTo>
                  <a:lnTo>
                    <a:pt x="0" y="511534"/>
                  </a:lnTo>
                  <a:lnTo>
                    <a:pt x="0" y="454384"/>
                  </a:lnTo>
                  <a:lnTo>
                    <a:pt x="19049" y="454384"/>
                  </a:lnTo>
                  <a:lnTo>
                    <a:pt x="19049" y="511534"/>
                  </a:lnTo>
                  <a:close/>
                </a:path>
                <a:path w="4018915" h="1590675">
                  <a:moveTo>
                    <a:pt x="19049" y="435334"/>
                  </a:moveTo>
                  <a:lnTo>
                    <a:pt x="0" y="435334"/>
                  </a:lnTo>
                  <a:lnTo>
                    <a:pt x="0" y="378184"/>
                  </a:lnTo>
                  <a:lnTo>
                    <a:pt x="19049" y="378184"/>
                  </a:lnTo>
                  <a:lnTo>
                    <a:pt x="19049" y="435334"/>
                  </a:lnTo>
                  <a:close/>
                </a:path>
                <a:path w="4018915" h="1590675">
                  <a:moveTo>
                    <a:pt x="19049" y="359134"/>
                  </a:moveTo>
                  <a:lnTo>
                    <a:pt x="0" y="359134"/>
                  </a:lnTo>
                  <a:lnTo>
                    <a:pt x="0" y="301984"/>
                  </a:lnTo>
                  <a:lnTo>
                    <a:pt x="19049" y="301984"/>
                  </a:lnTo>
                  <a:lnTo>
                    <a:pt x="19049" y="359134"/>
                  </a:lnTo>
                  <a:close/>
                </a:path>
                <a:path w="4018915" h="1590675">
                  <a:moveTo>
                    <a:pt x="19049" y="282934"/>
                  </a:moveTo>
                  <a:lnTo>
                    <a:pt x="0" y="282934"/>
                  </a:lnTo>
                  <a:lnTo>
                    <a:pt x="0" y="225784"/>
                  </a:lnTo>
                  <a:lnTo>
                    <a:pt x="19049" y="225784"/>
                  </a:lnTo>
                  <a:lnTo>
                    <a:pt x="19049" y="282934"/>
                  </a:lnTo>
                  <a:close/>
                </a:path>
                <a:path w="4018915" h="1590675">
                  <a:moveTo>
                    <a:pt x="19049" y="206734"/>
                  </a:moveTo>
                  <a:lnTo>
                    <a:pt x="0" y="206734"/>
                  </a:lnTo>
                  <a:lnTo>
                    <a:pt x="0" y="149584"/>
                  </a:lnTo>
                  <a:lnTo>
                    <a:pt x="19049" y="149584"/>
                  </a:lnTo>
                  <a:lnTo>
                    <a:pt x="19049" y="206734"/>
                  </a:lnTo>
                  <a:close/>
                </a:path>
                <a:path w="4018915" h="1590675">
                  <a:moveTo>
                    <a:pt x="19049" y="130534"/>
                  </a:moveTo>
                  <a:lnTo>
                    <a:pt x="0" y="130534"/>
                  </a:lnTo>
                  <a:lnTo>
                    <a:pt x="0" y="73384"/>
                  </a:lnTo>
                  <a:lnTo>
                    <a:pt x="19049" y="73384"/>
                  </a:lnTo>
                  <a:lnTo>
                    <a:pt x="19049" y="130534"/>
                  </a:lnTo>
                  <a:close/>
                </a:path>
                <a:path w="4018915" h="1590675">
                  <a:moveTo>
                    <a:pt x="19049" y="54334"/>
                  </a:moveTo>
                  <a:lnTo>
                    <a:pt x="0" y="54334"/>
                  </a:lnTo>
                  <a:lnTo>
                    <a:pt x="0" y="47621"/>
                  </a:lnTo>
                  <a:lnTo>
                    <a:pt x="21200" y="8000"/>
                  </a:lnTo>
                  <a:lnTo>
                    <a:pt x="25591" y="5656"/>
                  </a:lnTo>
                  <a:lnTo>
                    <a:pt x="34340" y="22324"/>
                  </a:lnTo>
                  <a:lnTo>
                    <a:pt x="31775" y="23670"/>
                  </a:lnTo>
                  <a:lnTo>
                    <a:pt x="29467" y="25368"/>
                  </a:lnTo>
                  <a:lnTo>
                    <a:pt x="21839" y="32997"/>
                  </a:lnTo>
                  <a:lnTo>
                    <a:pt x="19049" y="39731"/>
                  </a:lnTo>
                  <a:lnTo>
                    <a:pt x="19049" y="54334"/>
                  </a:lnTo>
                  <a:close/>
                </a:path>
                <a:path w="4018915" h="1590675">
                  <a:moveTo>
                    <a:pt x="104771" y="19049"/>
                  </a:moveTo>
                  <a:lnTo>
                    <a:pt x="45497" y="19049"/>
                  </a:lnTo>
                  <a:lnTo>
                    <a:pt x="44109" y="347"/>
                  </a:lnTo>
                  <a:lnTo>
                    <a:pt x="47621" y="0"/>
                  </a:lnTo>
                  <a:lnTo>
                    <a:pt x="104771" y="0"/>
                  </a:lnTo>
                  <a:lnTo>
                    <a:pt x="104771" y="19049"/>
                  </a:lnTo>
                  <a:close/>
                </a:path>
              </a:pathLst>
            </a:custGeom>
            <a:solidFill>
              <a:srgbClr val="56585C"/>
            </a:solidFill>
          </p:spPr>
          <p:txBody>
            <a:bodyPr wrap="square" lIns="0" tIns="0" rIns="0" bIns="0" rtlCol="0"/>
            <a:lstStyle/>
            <a:p>
              <a:endParaRPr/>
            </a:p>
          </p:txBody>
        </p:sp>
        <p:pic>
          <p:nvPicPr>
            <p:cNvPr id="72" name="object 72"/>
            <p:cNvPicPr/>
            <p:nvPr/>
          </p:nvPicPr>
          <p:blipFill>
            <a:blip r:embed="rId15" cstate="print"/>
            <a:stretch>
              <a:fillRect/>
            </a:stretch>
          </p:blipFill>
          <p:spPr>
            <a:xfrm>
              <a:off x="569441" y="5980481"/>
              <a:ext cx="657224" cy="657224"/>
            </a:xfrm>
            <a:prstGeom prst="rect">
              <a:avLst/>
            </a:prstGeom>
          </p:spPr>
        </p:pic>
        <p:pic>
          <p:nvPicPr>
            <p:cNvPr id="73" name="object 73"/>
            <p:cNvPicPr/>
            <p:nvPr/>
          </p:nvPicPr>
          <p:blipFill>
            <a:blip r:embed="rId16" cstate="print"/>
            <a:stretch>
              <a:fillRect/>
            </a:stretch>
          </p:blipFill>
          <p:spPr>
            <a:xfrm>
              <a:off x="3576514" y="6689083"/>
              <a:ext cx="657224" cy="657224"/>
            </a:xfrm>
            <a:prstGeom prst="rect">
              <a:avLst/>
            </a:prstGeom>
          </p:spPr>
        </p:pic>
        <p:sp>
          <p:nvSpPr>
            <p:cNvPr id="74" name="object 74"/>
            <p:cNvSpPr/>
            <p:nvPr/>
          </p:nvSpPr>
          <p:spPr>
            <a:xfrm>
              <a:off x="177192" y="4606427"/>
              <a:ext cx="130810" cy="2054225"/>
            </a:xfrm>
            <a:custGeom>
              <a:avLst/>
              <a:gdLst/>
              <a:ahLst/>
              <a:cxnLst/>
              <a:rect l="l" t="t" r="r" b="b"/>
              <a:pathLst>
                <a:path w="130810" h="2054225">
                  <a:moveTo>
                    <a:pt x="37245" y="21786"/>
                  </a:moveTo>
                  <a:lnTo>
                    <a:pt x="29409" y="4422"/>
                  </a:lnTo>
                  <a:lnTo>
                    <a:pt x="35943" y="1474"/>
                  </a:lnTo>
                  <a:lnTo>
                    <a:pt x="42794" y="0"/>
                  </a:lnTo>
                  <a:lnTo>
                    <a:pt x="90398" y="0"/>
                  </a:lnTo>
                  <a:lnTo>
                    <a:pt x="90398" y="19049"/>
                  </a:lnTo>
                  <a:lnTo>
                    <a:pt x="45527" y="19049"/>
                  </a:lnTo>
                  <a:lnTo>
                    <a:pt x="41288" y="19962"/>
                  </a:lnTo>
                  <a:lnTo>
                    <a:pt x="37245" y="21786"/>
                  </a:lnTo>
                  <a:close/>
                </a:path>
                <a:path w="130810" h="2054225">
                  <a:moveTo>
                    <a:pt x="19049" y="80977"/>
                  </a:moveTo>
                  <a:lnTo>
                    <a:pt x="0" y="80977"/>
                  </a:lnTo>
                  <a:lnTo>
                    <a:pt x="0" y="49961"/>
                  </a:lnTo>
                  <a:lnTo>
                    <a:pt x="10563" y="19237"/>
                  </a:lnTo>
                  <a:lnTo>
                    <a:pt x="25585" y="30952"/>
                  </a:lnTo>
                  <a:lnTo>
                    <a:pt x="21228" y="36539"/>
                  </a:lnTo>
                  <a:lnTo>
                    <a:pt x="19049" y="42875"/>
                  </a:lnTo>
                  <a:lnTo>
                    <a:pt x="19049" y="80977"/>
                  </a:lnTo>
                  <a:close/>
                </a:path>
                <a:path w="130810" h="2054225">
                  <a:moveTo>
                    <a:pt x="19049" y="157177"/>
                  </a:moveTo>
                  <a:lnTo>
                    <a:pt x="0" y="157177"/>
                  </a:lnTo>
                  <a:lnTo>
                    <a:pt x="0" y="100027"/>
                  </a:lnTo>
                  <a:lnTo>
                    <a:pt x="19049" y="100027"/>
                  </a:lnTo>
                  <a:lnTo>
                    <a:pt x="19049" y="157177"/>
                  </a:lnTo>
                  <a:close/>
                </a:path>
                <a:path w="130810" h="2054225">
                  <a:moveTo>
                    <a:pt x="19049" y="233377"/>
                  </a:moveTo>
                  <a:lnTo>
                    <a:pt x="0" y="233377"/>
                  </a:lnTo>
                  <a:lnTo>
                    <a:pt x="0" y="176227"/>
                  </a:lnTo>
                  <a:lnTo>
                    <a:pt x="19049" y="176227"/>
                  </a:lnTo>
                  <a:lnTo>
                    <a:pt x="19049" y="233377"/>
                  </a:lnTo>
                  <a:close/>
                </a:path>
                <a:path w="130810" h="2054225">
                  <a:moveTo>
                    <a:pt x="19049" y="309577"/>
                  </a:moveTo>
                  <a:lnTo>
                    <a:pt x="0" y="309577"/>
                  </a:lnTo>
                  <a:lnTo>
                    <a:pt x="0" y="252427"/>
                  </a:lnTo>
                  <a:lnTo>
                    <a:pt x="19049" y="252427"/>
                  </a:lnTo>
                  <a:lnTo>
                    <a:pt x="19049" y="309577"/>
                  </a:lnTo>
                  <a:close/>
                </a:path>
                <a:path w="130810" h="2054225">
                  <a:moveTo>
                    <a:pt x="19049" y="385777"/>
                  </a:moveTo>
                  <a:lnTo>
                    <a:pt x="0" y="385777"/>
                  </a:lnTo>
                  <a:lnTo>
                    <a:pt x="0" y="328627"/>
                  </a:lnTo>
                  <a:lnTo>
                    <a:pt x="19049" y="328627"/>
                  </a:lnTo>
                  <a:lnTo>
                    <a:pt x="19049" y="385777"/>
                  </a:lnTo>
                  <a:close/>
                </a:path>
                <a:path w="130810" h="2054225">
                  <a:moveTo>
                    <a:pt x="19049" y="461977"/>
                  </a:moveTo>
                  <a:lnTo>
                    <a:pt x="0" y="461977"/>
                  </a:lnTo>
                  <a:lnTo>
                    <a:pt x="0" y="404827"/>
                  </a:lnTo>
                  <a:lnTo>
                    <a:pt x="19049" y="404827"/>
                  </a:lnTo>
                  <a:lnTo>
                    <a:pt x="19049" y="461977"/>
                  </a:lnTo>
                  <a:close/>
                </a:path>
                <a:path w="130810" h="2054225">
                  <a:moveTo>
                    <a:pt x="19049" y="538176"/>
                  </a:moveTo>
                  <a:lnTo>
                    <a:pt x="0" y="538176"/>
                  </a:lnTo>
                  <a:lnTo>
                    <a:pt x="0" y="481027"/>
                  </a:lnTo>
                  <a:lnTo>
                    <a:pt x="19049" y="481027"/>
                  </a:lnTo>
                  <a:lnTo>
                    <a:pt x="19049" y="538176"/>
                  </a:lnTo>
                  <a:close/>
                </a:path>
                <a:path w="130810" h="2054225">
                  <a:moveTo>
                    <a:pt x="19049" y="614377"/>
                  </a:moveTo>
                  <a:lnTo>
                    <a:pt x="0" y="614377"/>
                  </a:lnTo>
                  <a:lnTo>
                    <a:pt x="0" y="557227"/>
                  </a:lnTo>
                  <a:lnTo>
                    <a:pt x="19049" y="557227"/>
                  </a:lnTo>
                  <a:lnTo>
                    <a:pt x="19049" y="614377"/>
                  </a:lnTo>
                  <a:close/>
                </a:path>
                <a:path w="130810" h="2054225">
                  <a:moveTo>
                    <a:pt x="19049" y="690577"/>
                  </a:moveTo>
                  <a:lnTo>
                    <a:pt x="0" y="690577"/>
                  </a:lnTo>
                  <a:lnTo>
                    <a:pt x="0" y="633427"/>
                  </a:lnTo>
                  <a:lnTo>
                    <a:pt x="19049" y="633427"/>
                  </a:lnTo>
                  <a:lnTo>
                    <a:pt x="19049" y="690577"/>
                  </a:lnTo>
                  <a:close/>
                </a:path>
                <a:path w="130810" h="2054225">
                  <a:moveTo>
                    <a:pt x="19049" y="766777"/>
                  </a:moveTo>
                  <a:lnTo>
                    <a:pt x="0" y="766777"/>
                  </a:lnTo>
                  <a:lnTo>
                    <a:pt x="0" y="709627"/>
                  </a:lnTo>
                  <a:lnTo>
                    <a:pt x="19049" y="709627"/>
                  </a:lnTo>
                  <a:lnTo>
                    <a:pt x="19049" y="766777"/>
                  </a:lnTo>
                  <a:close/>
                </a:path>
                <a:path w="130810" h="2054225">
                  <a:moveTo>
                    <a:pt x="19049" y="842977"/>
                  </a:moveTo>
                  <a:lnTo>
                    <a:pt x="0" y="842977"/>
                  </a:lnTo>
                  <a:lnTo>
                    <a:pt x="0" y="785827"/>
                  </a:lnTo>
                  <a:lnTo>
                    <a:pt x="19049" y="785827"/>
                  </a:lnTo>
                  <a:lnTo>
                    <a:pt x="19049" y="842977"/>
                  </a:lnTo>
                  <a:close/>
                </a:path>
                <a:path w="130810" h="2054225">
                  <a:moveTo>
                    <a:pt x="19049" y="919176"/>
                  </a:moveTo>
                  <a:lnTo>
                    <a:pt x="0" y="919176"/>
                  </a:lnTo>
                  <a:lnTo>
                    <a:pt x="0" y="862027"/>
                  </a:lnTo>
                  <a:lnTo>
                    <a:pt x="19049" y="862027"/>
                  </a:lnTo>
                  <a:lnTo>
                    <a:pt x="19049" y="919176"/>
                  </a:lnTo>
                  <a:close/>
                </a:path>
                <a:path w="130810" h="2054225">
                  <a:moveTo>
                    <a:pt x="19049" y="995376"/>
                  </a:moveTo>
                  <a:lnTo>
                    <a:pt x="0" y="995376"/>
                  </a:lnTo>
                  <a:lnTo>
                    <a:pt x="0" y="938226"/>
                  </a:lnTo>
                  <a:lnTo>
                    <a:pt x="19049" y="938226"/>
                  </a:lnTo>
                  <a:lnTo>
                    <a:pt x="19049" y="995376"/>
                  </a:lnTo>
                  <a:close/>
                </a:path>
                <a:path w="130810" h="2054225">
                  <a:moveTo>
                    <a:pt x="19049" y="1071576"/>
                  </a:moveTo>
                  <a:lnTo>
                    <a:pt x="0" y="1071576"/>
                  </a:lnTo>
                  <a:lnTo>
                    <a:pt x="0" y="1014426"/>
                  </a:lnTo>
                  <a:lnTo>
                    <a:pt x="19049" y="1014426"/>
                  </a:lnTo>
                  <a:lnTo>
                    <a:pt x="19049" y="1071576"/>
                  </a:lnTo>
                  <a:close/>
                </a:path>
                <a:path w="130810" h="2054225">
                  <a:moveTo>
                    <a:pt x="19049" y="1147776"/>
                  </a:moveTo>
                  <a:lnTo>
                    <a:pt x="0" y="1147776"/>
                  </a:lnTo>
                  <a:lnTo>
                    <a:pt x="0" y="1090626"/>
                  </a:lnTo>
                  <a:lnTo>
                    <a:pt x="19049" y="1090626"/>
                  </a:lnTo>
                  <a:lnTo>
                    <a:pt x="19049" y="1147776"/>
                  </a:lnTo>
                  <a:close/>
                </a:path>
                <a:path w="130810" h="2054225">
                  <a:moveTo>
                    <a:pt x="19049" y="1223976"/>
                  </a:moveTo>
                  <a:lnTo>
                    <a:pt x="0" y="1223976"/>
                  </a:lnTo>
                  <a:lnTo>
                    <a:pt x="0" y="1166826"/>
                  </a:lnTo>
                  <a:lnTo>
                    <a:pt x="19049" y="1166826"/>
                  </a:lnTo>
                  <a:lnTo>
                    <a:pt x="19049" y="1223976"/>
                  </a:lnTo>
                  <a:close/>
                </a:path>
                <a:path w="130810" h="2054225">
                  <a:moveTo>
                    <a:pt x="19049" y="1300176"/>
                  </a:moveTo>
                  <a:lnTo>
                    <a:pt x="0" y="1300176"/>
                  </a:lnTo>
                  <a:lnTo>
                    <a:pt x="0" y="1243026"/>
                  </a:lnTo>
                  <a:lnTo>
                    <a:pt x="19049" y="1243026"/>
                  </a:lnTo>
                  <a:lnTo>
                    <a:pt x="19049" y="1300176"/>
                  </a:lnTo>
                  <a:close/>
                </a:path>
                <a:path w="130810" h="2054225">
                  <a:moveTo>
                    <a:pt x="19049" y="1376376"/>
                  </a:moveTo>
                  <a:lnTo>
                    <a:pt x="0" y="1376376"/>
                  </a:lnTo>
                  <a:lnTo>
                    <a:pt x="0" y="1319226"/>
                  </a:lnTo>
                  <a:lnTo>
                    <a:pt x="19049" y="1319226"/>
                  </a:lnTo>
                  <a:lnTo>
                    <a:pt x="19049" y="1376376"/>
                  </a:lnTo>
                  <a:close/>
                </a:path>
                <a:path w="130810" h="2054225">
                  <a:moveTo>
                    <a:pt x="19049" y="1452576"/>
                  </a:moveTo>
                  <a:lnTo>
                    <a:pt x="0" y="1452576"/>
                  </a:lnTo>
                  <a:lnTo>
                    <a:pt x="0" y="1395426"/>
                  </a:lnTo>
                  <a:lnTo>
                    <a:pt x="19049" y="1395426"/>
                  </a:lnTo>
                  <a:lnTo>
                    <a:pt x="19049" y="1452576"/>
                  </a:lnTo>
                  <a:close/>
                </a:path>
                <a:path w="130810" h="2054225">
                  <a:moveTo>
                    <a:pt x="19049" y="1528776"/>
                  </a:moveTo>
                  <a:lnTo>
                    <a:pt x="0" y="1528776"/>
                  </a:lnTo>
                  <a:lnTo>
                    <a:pt x="0" y="1471626"/>
                  </a:lnTo>
                  <a:lnTo>
                    <a:pt x="19049" y="1471626"/>
                  </a:lnTo>
                  <a:lnTo>
                    <a:pt x="19049" y="1528776"/>
                  </a:lnTo>
                  <a:close/>
                </a:path>
                <a:path w="130810" h="2054225">
                  <a:moveTo>
                    <a:pt x="19049" y="1604977"/>
                  </a:moveTo>
                  <a:lnTo>
                    <a:pt x="0" y="1604977"/>
                  </a:lnTo>
                  <a:lnTo>
                    <a:pt x="0" y="1547826"/>
                  </a:lnTo>
                  <a:lnTo>
                    <a:pt x="19049" y="1547826"/>
                  </a:lnTo>
                  <a:lnTo>
                    <a:pt x="19049" y="1604977"/>
                  </a:lnTo>
                  <a:close/>
                </a:path>
                <a:path w="130810" h="2054225">
                  <a:moveTo>
                    <a:pt x="19049" y="1681177"/>
                  </a:moveTo>
                  <a:lnTo>
                    <a:pt x="0" y="1681177"/>
                  </a:lnTo>
                  <a:lnTo>
                    <a:pt x="0" y="1624027"/>
                  </a:lnTo>
                  <a:lnTo>
                    <a:pt x="19049" y="1624027"/>
                  </a:lnTo>
                  <a:lnTo>
                    <a:pt x="19049" y="1681177"/>
                  </a:lnTo>
                  <a:close/>
                </a:path>
                <a:path w="130810" h="2054225">
                  <a:moveTo>
                    <a:pt x="19049" y="1757377"/>
                  </a:moveTo>
                  <a:lnTo>
                    <a:pt x="0" y="1757377"/>
                  </a:lnTo>
                  <a:lnTo>
                    <a:pt x="0" y="1700227"/>
                  </a:lnTo>
                  <a:lnTo>
                    <a:pt x="19049" y="1700227"/>
                  </a:lnTo>
                  <a:lnTo>
                    <a:pt x="19049" y="1757377"/>
                  </a:lnTo>
                  <a:close/>
                </a:path>
                <a:path w="130810" h="2054225">
                  <a:moveTo>
                    <a:pt x="19049" y="1833577"/>
                  </a:moveTo>
                  <a:lnTo>
                    <a:pt x="0" y="1833577"/>
                  </a:lnTo>
                  <a:lnTo>
                    <a:pt x="0" y="1776427"/>
                  </a:lnTo>
                  <a:lnTo>
                    <a:pt x="19049" y="1776427"/>
                  </a:lnTo>
                  <a:lnTo>
                    <a:pt x="19049" y="1833577"/>
                  </a:lnTo>
                  <a:close/>
                </a:path>
                <a:path w="130810" h="2054225">
                  <a:moveTo>
                    <a:pt x="19049" y="1909776"/>
                  </a:moveTo>
                  <a:lnTo>
                    <a:pt x="0" y="1909776"/>
                  </a:lnTo>
                  <a:lnTo>
                    <a:pt x="0" y="1852626"/>
                  </a:lnTo>
                  <a:lnTo>
                    <a:pt x="19049" y="1852626"/>
                  </a:lnTo>
                  <a:lnTo>
                    <a:pt x="19049" y="1909776"/>
                  </a:lnTo>
                  <a:close/>
                </a:path>
                <a:path w="130810" h="2054225">
                  <a:moveTo>
                    <a:pt x="96" y="1986525"/>
                  </a:moveTo>
                  <a:lnTo>
                    <a:pt x="0" y="1928826"/>
                  </a:lnTo>
                  <a:lnTo>
                    <a:pt x="19049" y="1928826"/>
                  </a:lnTo>
                  <a:lnTo>
                    <a:pt x="19120" y="1985532"/>
                  </a:lnTo>
                  <a:lnTo>
                    <a:pt x="96" y="1986525"/>
                  </a:lnTo>
                  <a:close/>
                </a:path>
                <a:path w="130810" h="2054225">
                  <a:moveTo>
                    <a:pt x="51902" y="2051207"/>
                  </a:moveTo>
                  <a:lnTo>
                    <a:pt x="15756" y="2027439"/>
                  </a:lnTo>
                  <a:lnTo>
                    <a:pt x="4710" y="2008231"/>
                  </a:lnTo>
                  <a:lnTo>
                    <a:pt x="4643" y="2008079"/>
                  </a:lnTo>
                  <a:lnTo>
                    <a:pt x="22447" y="2001303"/>
                  </a:lnTo>
                  <a:lnTo>
                    <a:pt x="25026" y="2008079"/>
                  </a:lnTo>
                  <a:lnTo>
                    <a:pt x="25084" y="2008231"/>
                  </a:lnTo>
                  <a:lnTo>
                    <a:pt x="57026" y="2032859"/>
                  </a:lnTo>
                  <a:lnTo>
                    <a:pt x="51902" y="2051207"/>
                  </a:lnTo>
                  <a:close/>
                </a:path>
                <a:path w="130810" h="2054225">
                  <a:moveTo>
                    <a:pt x="130607" y="2053823"/>
                  </a:moveTo>
                  <a:lnTo>
                    <a:pt x="73457" y="2053823"/>
                  </a:lnTo>
                  <a:lnTo>
                    <a:pt x="73457" y="2034773"/>
                  </a:lnTo>
                  <a:lnTo>
                    <a:pt x="130607" y="2034773"/>
                  </a:lnTo>
                  <a:lnTo>
                    <a:pt x="130607" y="2053823"/>
                  </a:lnTo>
                  <a:close/>
                </a:path>
              </a:pathLst>
            </a:custGeom>
            <a:solidFill>
              <a:srgbClr val="56585C"/>
            </a:solidFill>
          </p:spPr>
          <p:txBody>
            <a:bodyPr wrap="square" lIns="0" tIns="0" rIns="0" bIns="0" rtlCol="0"/>
            <a:lstStyle/>
            <a:p>
              <a:endParaRPr/>
            </a:p>
          </p:txBody>
        </p:sp>
        <p:pic>
          <p:nvPicPr>
            <p:cNvPr id="75" name="object 75"/>
            <p:cNvPicPr/>
            <p:nvPr/>
          </p:nvPicPr>
          <p:blipFill>
            <a:blip r:embed="rId17" cstate="print"/>
            <a:stretch>
              <a:fillRect/>
            </a:stretch>
          </p:blipFill>
          <p:spPr>
            <a:xfrm>
              <a:off x="262828" y="4577852"/>
              <a:ext cx="76199" cy="76199"/>
            </a:xfrm>
            <a:prstGeom prst="rect">
              <a:avLst/>
            </a:prstGeom>
          </p:spPr>
        </p:pic>
        <p:pic>
          <p:nvPicPr>
            <p:cNvPr id="76" name="object 76"/>
            <p:cNvPicPr/>
            <p:nvPr/>
          </p:nvPicPr>
          <p:blipFill>
            <a:blip r:embed="rId17" cstate="print"/>
            <a:stretch>
              <a:fillRect/>
            </a:stretch>
          </p:blipFill>
          <p:spPr>
            <a:xfrm>
              <a:off x="304903" y="6612625"/>
              <a:ext cx="76199" cy="76199"/>
            </a:xfrm>
            <a:prstGeom prst="rect">
              <a:avLst/>
            </a:prstGeom>
          </p:spPr>
        </p:pic>
        <p:sp>
          <p:nvSpPr>
            <p:cNvPr id="77" name="object 77"/>
            <p:cNvSpPr/>
            <p:nvPr/>
          </p:nvSpPr>
          <p:spPr>
            <a:xfrm>
              <a:off x="9064010" y="5524472"/>
              <a:ext cx="1123315" cy="1145540"/>
            </a:xfrm>
            <a:custGeom>
              <a:avLst/>
              <a:gdLst/>
              <a:ahLst/>
              <a:cxnLst/>
              <a:rect l="l" t="t" r="r" b="b"/>
              <a:pathLst>
                <a:path w="1123315" h="1145540">
                  <a:moveTo>
                    <a:pt x="1123166" y="57149"/>
                  </a:moveTo>
                  <a:lnTo>
                    <a:pt x="1104116" y="57149"/>
                  </a:lnTo>
                  <a:lnTo>
                    <a:pt x="1104116" y="0"/>
                  </a:lnTo>
                  <a:lnTo>
                    <a:pt x="1123166" y="0"/>
                  </a:lnTo>
                  <a:lnTo>
                    <a:pt x="1123166" y="57149"/>
                  </a:lnTo>
                  <a:close/>
                </a:path>
                <a:path w="1123315" h="1145540">
                  <a:moveTo>
                    <a:pt x="1102353" y="135379"/>
                  </a:moveTo>
                  <a:lnTo>
                    <a:pt x="1087806" y="123079"/>
                  </a:lnTo>
                  <a:lnTo>
                    <a:pt x="1094942" y="113062"/>
                  </a:lnTo>
                  <a:lnTo>
                    <a:pt x="1100038" y="102297"/>
                  </a:lnTo>
                  <a:lnTo>
                    <a:pt x="1103096" y="90786"/>
                  </a:lnTo>
                  <a:lnTo>
                    <a:pt x="1104116" y="78528"/>
                  </a:lnTo>
                  <a:lnTo>
                    <a:pt x="1104116" y="76199"/>
                  </a:lnTo>
                  <a:lnTo>
                    <a:pt x="1123166" y="76199"/>
                  </a:lnTo>
                  <a:lnTo>
                    <a:pt x="1123166" y="78528"/>
                  </a:lnTo>
                  <a:lnTo>
                    <a:pt x="1121865" y="94170"/>
                  </a:lnTo>
                  <a:lnTo>
                    <a:pt x="1117963" y="108859"/>
                  </a:lnTo>
                  <a:lnTo>
                    <a:pt x="1111458" y="122596"/>
                  </a:lnTo>
                  <a:lnTo>
                    <a:pt x="1102353" y="135379"/>
                  </a:lnTo>
                  <a:close/>
                </a:path>
                <a:path w="1123315" h="1145540">
                  <a:moveTo>
                    <a:pt x="1035113" y="166581"/>
                  </a:moveTo>
                  <a:lnTo>
                    <a:pt x="1026651" y="166581"/>
                  </a:lnTo>
                  <a:lnTo>
                    <a:pt x="1026651" y="147531"/>
                  </a:lnTo>
                  <a:lnTo>
                    <a:pt x="1035113" y="147531"/>
                  </a:lnTo>
                  <a:lnTo>
                    <a:pt x="1045962" y="146720"/>
                  </a:lnTo>
                  <a:lnTo>
                    <a:pt x="1056289" y="144289"/>
                  </a:lnTo>
                  <a:lnTo>
                    <a:pt x="1066095" y="140237"/>
                  </a:lnTo>
                  <a:lnTo>
                    <a:pt x="1075378" y="134565"/>
                  </a:lnTo>
                  <a:lnTo>
                    <a:pt x="1086494" y="150035"/>
                  </a:lnTo>
                  <a:lnTo>
                    <a:pt x="1074648" y="157274"/>
                  </a:lnTo>
                  <a:lnTo>
                    <a:pt x="1062136" y="162444"/>
                  </a:lnTo>
                  <a:lnTo>
                    <a:pt x="1048957" y="165546"/>
                  </a:lnTo>
                  <a:lnTo>
                    <a:pt x="1035113" y="166581"/>
                  </a:lnTo>
                  <a:close/>
                </a:path>
                <a:path w="1123315" h="1145540">
                  <a:moveTo>
                    <a:pt x="1007601" y="166581"/>
                  </a:moveTo>
                  <a:lnTo>
                    <a:pt x="950451" y="166581"/>
                  </a:lnTo>
                  <a:lnTo>
                    <a:pt x="950451" y="147531"/>
                  </a:lnTo>
                  <a:lnTo>
                    <a:pt x="1007601" y="147531"/>
                  </a:lnTo>
                  <a:lnTo>
                    <a:pt x="1007601" y="166581"/>
                  </a:lnTo>
                  <a:close/>
                </a:path>
                <a:path w="1123315" h="1145540">
                  <a:moveTo>
                    <a:pt x="931401" y="166581"/>
                  </a:moveTo>
                  <a:lnTo>
                    <a:pt x="874251" y="166581"/>
                  </a:lnTo>
                  <a:lnTo>
                    <a:pt x="874251" y="147531"/>
                  </a:lnTo>
                  <a:lnTo>
                    <a:pt x="931401" y="147531"/>
                  </a:lnTo>
                  <a:lnTo>
                    <a:pt x="931401" y="166581"/>
                  </a:lnTo>
                  <a:close/>
                </a:path>
                <a:path w="1123315" h="1145540">
                  <a:moveTo>
                    <a:pt x="855201" y="166581"/>
                  </a:moveTo>
                  <a:lnTo>
                    <a:pt x="798051" y="166581"/>
                  </a:lnTo>
                  <a:lnTo>
                    <a:pt x="798051" y="147531"/>
                  </a:lnTo>
                  <a:lnTo>
                    <a:pt x="855201" y="147531"/>
                  </a:lnTo>
                  <a:lnTo>
                    <a:pt x="855201" y="166581"/>
                  </a:lnTo>
                  <a:close/>
                </a:path>
                <a:path w="1123315" h="1145540">
                  <a:moveTo>
                    <a:pt x="779001" y="166581"/>
                  </a:moveTo>
                  <a:lnTo>
                    <a:pt x="721851" y="166581"/>
                  </a:lnTo>
                  <a:lnTo>
                    <a:pt x="721851" y="147531"/>
                  </a:lnTo>
                  <a:lnTo>
                    <a:pt x="779001" y="147531"/>
                  </a:lnTo>
                  <a:lnTo>
                    <a:pt x="779001" y="166581"/>
                  </a:lnTo>
                  <a:close/>
                </a:path>
                <a:path w="1123315" h="1145540">
                  <a:moveTo>
                    <a:pt x="702801" y="166581"/>
                  </a:moveTo>
                  <a:lnTo>
                    <a:pt x="645651" y="166581"/>
                  </a:lnTo>
                  <a:lnTo>
                    <a:pt x="645651" y="147531"/>
                  </a:lnTo>
                  <a:lnTo>
                    <a:pt x="702801" y="147531"/>
                  </a:lnTo>
                  <a:lnTo>
                    <a:pt x="702801" y="166581"/>
                  </a:lnTo>
                  <a:close/>
                </a:path>
                <a:path w="1123315" h="1145540">
                  <a:moveTo>
                    <a:pt x="626601" y="166581"/>
                  </a:moveTo>
                  <a:lnTo>
                    <a:pt x="569451" y="166581"/>
                  </a:lnTo>
                  <a:lnTo>
                    <a:pt x="569451" y="147531"/>
                  </a:lnTo>
                  <a:lnTo>
                    <a:pt x="626601" y="147531"/>
                  </a:lnTo>
                  <a:lnTo>
                    <a:pt x="626601" y="166581"/>
                  </a:lnTo>
                  <a:close/>
                </a:path>
                <a:path w="1123315" h="1145540">
                  <a:moveTo>
                    <a:pt x="550401" y="166581"/>
                  </a:moveTo>
                  <a:lnTo>
                    <a:pt x="493251" y="166581"/>
                  </a:lnTo>
                  <a:lnTo>
                    <a:pt x="493251" y="147531"/>
                  </a:lnTo>
                  <a:lnTo>
                    <a:pt x="550401" y="147531"/>
                  </a:lnTo>
                  <a:lnTo>
                    <a:pt x="550401" y="166581"/>
                  </a:lnTo>
                  <a:close/>
                </a:path>
                <a:path w="1123315" h="1145540">
                  <a:moveTo>
                    <a:pt x="474201" y="166581"/>
                  </a:moveTo>
                  <a:lnTo>
                    <a:pt x="417051" y="166581"/>
                  </a:lnTo>
                  <a:lnTo>
                    <a:pt x="417051" y="147531"/>
                  </a:lnTo>
                  <a:lnTo>
                    <a:pt x="474201" y="147531"/>
                  </a:lnTo>
                  <a:lnTo>
                    <a:pt x="474201" y="166581"/>
                  </a:lnTo>
                  <a:close/>
                </a:path>
                <a:path w="1123315" h="1145540">
                  <a:moveTo>
                    <a:pt x="341916" y="167808"/>
                  </a:moveTo>
                  <a:lnTo>
                    <a:pt x="339015" y="148980"/>
                  </a:lnTo>
                  <a:lnTo>
                    <a:pt x="345287" y="148014"/>
                  </a:lnTo>
                  <a:lnTo>
                    <a:pt x="351620" y="147531"/>
                  </a:lnTo>
                  <a:lnTo>
                    <a:pt x="398001" y="147531"/>
                  </a:lnTo>
                  <a:lnTo>
                    <a:pt x="398001" y="166581"/>
                  </a:lnTo>
                  <a:lnTo>
                    <a:pt x="352593" y="166581"/>
                  </a:lnTo>
                  <a:lnTo>
                    <a:pt x="347227" y="166990"/>
                  </a:lnTo>
                  <a:lnTo>
                    <a:pt x="341916" y="167808"/>
                  </a:lnTo>
                  <a:close/>
                </a:path>
                <a:path w="1123315" h="1145540">
                  <a:moveTo>
                    <a:pt x="281276" y="200015"/>
                  </a:moveTo>
                  <a:lnTo>
                    <a:pt x="267328" y="187041"/>
                  </a:lnTo>
                  <a:lnTo>
                    <a:pt x="278672" y="176238"/>
                  </a:lnTo>
                  <a:lnTo>
                    <a:pt x="291062" y="167099"/>
                  </a:lnTo>
                  <a:lnTo>
                    <a:pt x="304497" y="159623"/>
                  </a:lnTo>
                  <a:lnTo>
                    <a:pt x="318978" y="153812"/>
                  </a:lnTo>
                  <a:lnTo>
                    <a:pt x="324979" y="171892"/>
                  </a:lnTo>
                  <a:lnTo>
                    <a:pt x="312730" y="176808"/>
                  </a:lnTo>
                  <a:lnTo>
                    <a:pt x="301364" y="183135"/>
                  </a:lnTo>
                  <a:lnTo>
                    <a:pt x="290879" y="190870"/>
                  </a:lnTo>
                  <a:lnTo>
                    <a:pt x="281276" y="200015"/>
                  </a:lnTo>
                  <a:close/>
                </a:path>
                <a:path w="1123315" h="1145540">
                  <a:moveTo>
                    <a:pt x="253568" y="262964"/>
                  </a:moveTo>
                  <a:lnTo>
                    <a:pt x="234578" y="261461"/>
                  </a:lnTo>
                  <a:lnTo>
                    <a:pt x="236766" y="245953"/>
                  </a:lnTo>
                  <a:lnTo>
                    <a:pt x="240825" y="231088"/>
                  </a:lnTo>
                  <a:lnTo>
                    <a:pt x="246756" y="216868"/>
                  </a:lnTo>
                  <a:lnTo>
                    <a:pt x="254557" y="203291"/>
                  </a:lnTo>
                  <a:lnTo>
                    <a:pt x="270463" y="213775"/>
                  </a:lnTo>
                  <a:lnTo>
                    <a:pt x="263866" y="225255"/>
                  </a:lnTo>
                  <a:lnTo>
                    <a:pt x="258851" y="237280"/>
                  </a:lnTo>
                  <a:lnTo>
                    <a:pt x="255419" y="249850"/>
                  </a:lnTo>
                  <a:lnTo>
                    <a:pt x="253568" y="262964"/>
                  </a:lnTo>
                  <a:close/>
                </a:path>
                <a:path w="1123315" h="1145540">
                  <a:moveTo>
                    <a:pt x="253238" y="338704"/>
                  </a:moveTo>
                  <a:lnTo>
                    <a:pt x="234188" y="338704"/>
                  </a:lnTo>
                  <a:lnTo>
                    <a:pt x="234188" y="281554"/>
                  </a:lnTo>
                  <a:lnTo>
                    <a:pt x="253238" y="281554"/>
                  </a:lnTo>
                  <a:lnTo>
                    <a:pt x="253238" y="338704"/>
                  </a:lnTo>
                  <a:close/>
                </a:path>
                <a:path w="1123315" h="1145540">
                  <a:moveTo>
                    <a:pt x="253238" y="414904"/>
                  </a:moveTo>
                  <a:lnTo>
                    <a:pt x="234188" y="414904"/>
                  </a:lnTo>
                  <a:lnTo>
                    <a:pt x="234188" y="357754"/>
                  </a:lnTo>
                  <a:lnTo>
                    <a:pt x="253238" y="357754"/>
                  </a:lnTo>
                  <a:lnTo>
                    <a:pt x="253238" y="414904"/>
                  </a:lnTo>
                  <a:close/>
                </a:path>
                <a:path w="1123315" h="1145540">
                  <a:moveTo>
                    <a:pt x="253238" y="491104"/>
                  </a:moveTo>
                  <a:lnTo>
                    <a:pt x="234188" y="491104"/>
                  </a:lnTo>
                  <a:lnTo>
                    <a:pt x="234188" y="433954"/>
                  </a:lnTo>
                  <a:lnTo>
                    <a:pt x="253238" y="433954"/>
                  </a:lnTo>
                  <a:lnTo>
                    <a:pt x="253238" y="491104"/>
                  </a:lnTo>
                  <a:close/>
                </a:path>
                <a:path w="1123315" h="1145540">
                  <a:moveTo>
                    <a:pt x="253238" y="567304"/>
                  </a:moveTo>
                  <a:lnTo>
                    <a:pt x="234188" y="567304"/>
                  </a:lnTo>
                  <a:lnTo>
                    <a:pt x="234188" y="510154"/>
                  </a:lnTo>
                  <a:lnTo>
                    <a:pt x="253238" y="510154"/>
                  </a:lnTo>
                  <a:lnTo>
                    <a:pt x="253238" y="567304"/>
                  </a:lnTo>
                  <a:close/>
                </a:path>
                <a:path w="1123315" h="1145540">
                  <a:moveTo>
                    <a:pt x="253238" y="643504"/>
                  </a:moveTo>
                  <a:lnTo>
                    <a:pt x="234188" y="643504"/>
                  </a:lnTo>
                  <a:lnTo>
                    <a:pt x="234188" y="586354"/>
                  </a:lnTo>
                  <a:lnTo>
                    <a:pt x="253238" y="586354"/>
                  </a:lnTo>
                  <a:lnTo>
                    <a:pt x="253238" y="643504"/>
                  </a:lnTo>
                  <a:close/>
                </a:path>
                <a:path w="1123315" h="1145540">
                  <a:moveTo>
                    <a:pt x="253238" y="719704"/>
                  </a:moveTo>
                  <a:lnTo>
                    <a:pt x="234188" y="719704"/>
                  </a:lnTo>
                  <a:lnTo>
                    <a:pt x="234188" y="662554"/>
                  </a:lnTo>
                  <a:lnTo>
                    <a:pt x="253238" y="662554"/>
                  </a:lnTo>
                  <a:lnTo>
                    <a:pt x="253238" y="719704"/>
                  </a:lnTo>
                  <a:close/>
                </a:path>
                <a:path w="1123315" h="1145540">
                  <a:moveTo>
                    <a:pt x="253238" y="795904"/>
                  </a:moveTo>
                  <a:lnTo>
                    <a:pt x="234188" y="795904"/>
                  </a:lnTo>
                  <a:lnTo>
                    <a:pt x="234188" y="738754"/>
                  </a:lnTo>
                  <a:lnTo>
                    <a:pt x="253238" y="738754"/>
                  </a:lnTo>
                  <a:lnTo>
                    <a:pt x="253238" y="795904"/>
                  </a:lnTo>
                  <a:close/>
                </a:path>
                <a:path w="1123315" h="1145540">
                  <a:moveTo>
                    <a:pt x="253238" y="872104"/>
                  </a:moveTo>
                  <a:lnTo>
                    <a:pt x="234188" y="872104"/>
                  </a:lnTo>
                  <a:lnTo>
                    <a:pt x="234188" y="814954"/>
                  </a:lnTo>
                  <a:lnTo>
                    <a:pt x="253238" y="814954"/>
                  </a:lnTo>
                  <a:lnTo>
                    <a:pt x="253238" y="872104"/>
                  </a:lnTo>
                  <a:close/>
                </a:path>
                <a:path w="1123315" h="1145540">
                  <a:moveTo>
                    <a:pt x="253238" y="948304"/>
                  </a:moveTo>
                  <a:lnTo>
                    <a:pt x="234188" y="948304"/>
                  </a:lnTo>
                  <a:lnTo>
                    <a:pt x="234188" y="891154"/>
                  </a:lnTo>
                  <a:lnTo>
                    <a:pt x="253238" y="891154"/>
                  </a:lnTo>
                  <a:lnTo>
                    <a:pt x="253238" y="948304"/>
                  </a:lnTo>
                  <a:close/>
                </a:path>
                <a:path w="1123315" h="1145540">
                  <a:moveTo>
                    <a:pt x="253192" y="1024882"/>
                  </a:moveTo>
                  <a:lnTo>
                    <a:pt x="234149" y="1024367"/>
                  </a:lnTo>
                  <a:lnTo>
                    <a:pt x="234188" y="967354"/>
                  </a:lnTo>
                  <a:lnTo>
                    <a:pt x="253238" y="967354"/>
                  </a:lnTo>
                  <a:lnTo>
                    <a:pt x="253192" y="1024882"/>
                  </a:lnTo>
                  <a:close/>
                </a:path>
                <a:path w="1123315" h="1145540">
                  <a:moveTo>
                    <a:pt x="224282" y="1101059"/>
                  </a:moveTo>
                  <a:lnTo>
                    <a:pt x="209693" y="1088809"/>
                  </a:lnTo>
                  <a:lnTo>
                    <a:pt x="217573" y="1078175"/>
                  </a:lnTo>
                  <a:lnTo>
                    <a:pt x="223946" y="1066837"/>
                  </a:lnTo>
                  <a:lnTo>
                    <a:pt x="228812" y="1054794"/>
                  </a:lnTo>
                  <a:lnTo>
                    <a:pt x="232171" y="1042046"/>
                  </a:lnTo>
                  <a:lnTo>
                    <a:pt x="250855" y="1045764"/>
                  </a:lnTo>
                  <a:lnTo>
                    <a:pt x="246882" y="1060841"/>
                  </a:lnTo>
                  <a:lnTo>
                    <a:pt x="241129" y="1075083"/>
                  </a:lnTo>
                  <a:lnTo>
                    <a:pt x="233596" y="1088489"/>
                  </a:lnTo>
                  <a:lnTo>
                    <a:pt x="224282" y="1101059"/>
                  </a:lnTo>
                  <a:close/>
                </a:path>
                <a:path w="1123315" h="1145540">
                  <a:moveTo>
                    <a:pt x="154669" y="1142724"/>
                  </a:moveTo>
                  <a:lnTo>
                    <a:pt x="150802" y="1124070"/>
                  </a:lnTo>
                  <a:lnTo>
                    <a:pt x="163521" y="1120609"/>
                  </a:lnTo>
                  <a:lnTo>
                    <a:pt x="175524" y="1115646"/>
                  </a:lnTo>
                  <a:lnTo>
                    <a:pt x="186811" y="1109182"/>
                  </a:lnTo>
                  <a:lnTo>
                    <a:pt x="197382" y="1101218"/>
                  </a:lnTo>
                  <a:lnTo>
                    <a:pt x="209694" y="1115646"/>
                  </a:lnTo>
                  <a:lnTo>
                    <a:pt x="209832" y="1115646"/>
                  </a:lnTo>
                  <a:lnTo>
                    <a:pt x="197252" y="1125123"/>
                  </a:lnTo>
                  <a:lnTo>
                    <a:pt x="183907" y="1132763"/>
                  </a:lnTo>
                  <a:lnTo>
                    <a:pt x="169713" y="1138630"/>
                  </a:lnTo>
                  <a:lnTo>
                    <a:pt x="154669" y="1142724"/>
                  </a:lnTo>
                  <a:close/>
                </a:path>
                <a:path w="1123315" h="1145540">
                  <a:moveTo>
                    <a:pt x="133837" y="1145226"/>
                  </a:moveTo>
                  <a:lnTo>
                    <a:pt x="76199" y="1145226"/>
                  </a:lnTo>
                  <a:lnTo>
                    <a:pt x="76199" y="1126187"/>
                  </a:lnTo>
                  <a:lnTo>
                    <a:pt x="133167" y="1126187"/>
                  </a:lnTo>
                  <a:lnTo>
                    <a:pt x="133837" y="1145226"/>
                  </a:lnTo>
                  <a:close/>
                </a:path>
                <a:path w="1123315" h="1145540">
                  <a:moveTo>
                    <a:pt x="57149" y="1145303"/>
                  </a:moveTo>
                  <a:lnTo>
                    <a:pt x="0" y="1145303"/>
                  </a:lnTo>
                  <a:lnTo>
                    <a:pt x="0" y="1126253"/>
                  </a:lnTo>
                  <a:lnTo>
                    <a:pt x="57149" y="1126253"/>
                  </a:lnTo>
                  <a:lnTo>
                    <a:pt x="57149" y="1145303"/>
                  </a:lnTo>
                  <a:close/>
                </a:path>
              </a:pathLst>
            </a:custGeom>
            <a:solidFill>
              <a:srgbClr val="56585C"/>
            </a:solidFill>
          </p:spPr>
          <p:txBody>
            <a:bodyPr wrap="square" lIns="0" tIns="0" rIns="0" bIns="0" rtlCol="0"/>
            <a:lstStyle/>
            <a:p>
              <a:endParaRPr/>
            </a:p>
          </p:txBody>
        </p:sp>
        <p:pic>
          <p:nvPicPr>
            <p:cNvPr id="78" name="object 78"/>
            <p:cNvPicPr/>
            <p:nvPr/>
          </p:nvPicPr>
          <p:blipFill>
            <a:blip r:embed="rId18" cstate="print"/>
            <a:stretch>
              <a:fillRect/>
            </a:stretch>
          </p:blipFill>
          <p:spPr>
            <a:xfrm>
              <a:off x="10139552" y="5453035"/>
              <a:ext cx="76199" cy="76199"/>
            </a:xfrm>
            <a:prstGeom prst="rect">
              <a:avLst/>
            </a:prstGeom>
          </p:spPr>
        </p:pic>
        <p:pic>
          <p:nvPicPr>
            <p:cNvPr id="79" name="object 79"/>
            <p:cNvPicPr/>
            <p:nvPr/>
          </p:nvPicPr>
          <p:blipFill>
            <a:blip r:embed="rId19" cstate="print"/>
            <a:stretch>
              <a:fillRect/>
            </a:stretch>
          </p:blipFill>
          <p:spPr>
            <a:xfrm>
              <a:off x="8991235" y="6622151"/>
              <a:ext cx="76199" cy="76199"/>
            </a:xfrm>
            <a:prstGeom prst="rect">
              <a:avLst/>
            </a:prstGeom>
          </p:spPr>
        </p:pic>
        <p:sp>
          <p:nvSpPr>
            <p:cNvPr id="80" name="object 80"/>
            <p:cNvSpPr/>
            <p:nvPr/>
          </p:nvSpPr>
          <p:spPr>
            <a:xfrm>
              <a:off x="4471479" y="5559983"/>
              <a:ext cx="9276080" cy="1895475"/>
            </a:xfrm>
            <a:custGeom>
              <a:avLst/>
              <a:gdLst/>
              <a:ahLst/>
              <a:cxnLst/>
              <a:rect l="l" t="t" r="r" b="b"/>
              <a:pathLst>
                <a:path w="9276080" h="1895475">
                  <a:moveTo>
                    <a:pt x="3390" y="1081227"/>
                  </a:moveTo>
                  <a:lnTo>
                    <a:pt x="0" y="1081227"/>
                  </a:lnTo>
                  <a:lnTo>
                    <a:pt x="0" y="1100277"/>
                  </a:lnTo>
                  <a:lnTo>
                    <a:pt x="3390" y="1100277"/>
                  </a:lnTo>
                  <a:lnTo>
                    <a:pt x="3390" y="1081227"/>
                  </a:lnTo>
                  <a:close/>
                </a:path>
                <a:path w="9276080" h="1895475">
                  <a:moveTo>
                    <a:pt x="79590" y="1081227"/>
                  </a:moveTo>
                  <a:lnTo>
                    <a:pt x="22440" y="1081227"/>
                  </a:lnTo>
                  <a:lnTo>
                    <a:pt x="22440" y="1100277"/>
                  </a:lnTo>
                  <a:lnTo>
                    <a:pt x="79590" y="1100277"/>
                  </a:lnTo>
                  <a:lnTo>
                    <a:pt x="79590" y="1081227"/>
                  </a:lnTo>
                  <a:close/>
                </a:path>
                <a:path w="9276080" h="1895475">
                  <a:moveTo>
                    <a:pt x="158597" y="1094359"/>
                  </a:moveTo>
                  <a:lnTo>
                    <a:pt x="152768" y="1076223"/>
                  </a:lnTo>
                  <a:lnTo>
                    <a:pt x="144932" y="1078407"/>
                  </a:lnTo>
                  <a:lnTo>
                    <a:pt x="136969" y="1079969"/>
                  </a:lnTo>
                  <a:lnTo>
                    <a:pt x="128892" y="1080909"/>
                  </a:lnTo>
                  <a:lnTo>
                    <a:pt x="120688" y="1081227"/>
                  </a:lnTo>
                  <a:lnTo>
                    <a:pt x="98640" y="1081227"/>
                  </a:lnTo>
                  <a:lnTo>
                    <a:pt x="98640" y="1100277"/>
                  </a:lnTo>
                  <a:lnTo>
                    <a:pt x="120688" y="1100277"/>
                  </a:lnTo>
                  <a:lnTo>
                    <a:pt x="130365" y="1099908"/>
                  </a:lnTo>
                  <a:lnTo>
                    <a:pt x="139915" y="1098791"/>
                  </a:lnTo>
                  <a:lnTo>
                    <a:pt x="149326" y="1096949"/>
                  </a:lnTo>
                  <a:lnTo>
                    <a:pt x="158597" y="1094359"/>
                  </a:lnTo>
                  <a:close/>
                </a:path>
                <a:path w="9276080" h="1895475">
                  <a:moveTo>
                    <a:pt x="223558" y="1045400"/>
                  </a:moveTo>
                  <a:lnTo>
                    <a:pt x="223316" y="1045400"/>
                  </a:lnTo>
                  <a:lnTo>
                    <a:pt x="207670" y="1034872"/>
                  </a:lnTo>
                  <a:lnTo>
                    <a:pt x="199618" y="1045400"/>
                  </a:lnTo>
                  <a:lnTo>
                    <a:pt x="190461" y="1054696"/>
                  </a:lnTo>
                  <a:lnTo>
                    <a:pt x="180200" y="1062736"/>
                  </a:lnTo>
                  <a:lnTo>
                    <a:pt x="168833" y="1069530"/>
                  </a:lnTo>
                  <a:lnTo>
                    <a:pt x="177609" y="1086446"/>
                  </a:lnTo>
                  <a:lnTo>
                    <a:pt x="191020" y="1078420"/>
                  </a:lnTo>
                  <a:lnTo>
                    <a:pt x="203136" y="1068920"/>
                  </a:lnTo>
                  <a:lnTo>
                    <a:pt x="213956" y="1057948"/>
                  </a:lnTo>
                  <a:lnTo>
                    <a:pt x="223558" y="1045400"/>
                  </a:lnTo>
                  <a:close/>
                </a:path>
                <a:path w="9276080" h="1895475">
                  <a:moveTo>
                    <a:pt x="244513" y="967346"/>
                  </a:moveTo>
                  <a:lnTo>
                    <a:pt x="225463" y="967346"/>
                  </a:lnTo>
                  <a:lnTo>
                    <a:pt x="225463" y="976452"/>
                  </a:lnTo>
                  <a:lnTo>
                    <a:pt x="224891" y="987615"/>
                  </a:lnTo>
                  <a:lnTo>
                    <a:pt x="223151" y="998524"/>
                  </a:lnTo>
                  <a:lnTo>
                    <a:pt x="220268" y="1009142"/>
                  </a:lnTo>
                  <a:lnTo>
                    <a:pt x="216242" y="1019505"/>
                  </a:lnTo>
                  <a:lnTo>
                    <a:pt x="233603" y="1027341"/>
                  </a:lnTo>
                  <a:lnTo>
                    <a:pt x="238379" y="1015098"/>
                  </a:lnTo>
                  <a:lnTo>
                    <a:pt x="241782" y="1002525"/>
                  </a:lnTo>
                  <a:lnTo>
                    <a:pt x="243827" y="989647"/>
                  </a:lnTo>
                  <a:lnTo>
                    <a:pt x="243928" y="987615"/>
                  </a:lnTo>
                  <a:lnTo>
                    <a:pt x="244513" y="976452"/>
                  </a:lnTo>
                  <a:lnTo>
                    <a:pt x="244513" y="967346"/>
                  </a:lnTo>
                  <a:close/>
                </a:path>
                <a:path w="9276080" h="1895475">
                  <a:moveTo>
                    <a:pt x="244513" y="891146"/>
                  </a:moveTo>
                  <a:lnTo>
                    <a:pt x="225463" y="891146"/>
                  </a:lnTo>
                  <a:lnTo>
                    <a:pt x="225463" y="948296"/>
                  </a:lnTo>
                  <a:lnTo>
                    <a:pt x="244513" y="948296"/>
                  </a:lnTo>
                  <a:lnTo>
                    <a:pt x="244513" y="891146"/>
                  </a:lnTo>
                  <a:close/>
                </a:path>
                <a:path w="9276080" h="1895475">
                  <a:moveTo>
                    <a:pt x="244513" y="814946"/>
                  </a:moveTo>
                  <a:lnTo>
                    <a:pt x="225463" y="814946"/>
                  </a:lnTo>
                  <a:lnTo>
                    <a:pt x="225463" y="872096"/>
                  </a:lnTo>
                  <a:lnTo>
                    <a:pt x="244513" y="872096"/>
                  </a:lnTo>
                  <a:lnTo>
                    <a:pt x="244513" y="814946"/>
                  </a:lnTo>
                  <a:close/>
                </a:path>
                <a:path w="9276080" h="1895475">
                  <a:moveTo>
                    <a:pt x="244513" y="738746"/>
                  </a:moveTo>
                  <a:lnTo>
                    <a:pt x="225463" y="738746"/>
                  </a:lnTo>
                  <a:lnTo>
                    <a:pt x="225463" y="795896"/>
                  </a:lnTo>
                  <a:lnTo>
                    <a:pt x="244513" y="795896"/>
                  </a:lnTo>
                  <a:lnTo>
                    <a:pt x="244513" y="738746"/>
                  </a:lnTo>
                  <a:close/>
                </a:path>
                <a:path w="9276080" h="1895475">
                  <a:moveTo>
                    <a:pt x="244513" y="662546"/>
                  </a:moveTo>
                  <a:lnTo>
                    <a:pt x="225463" y="662546"/>
                  </a:lnTo>
                  <a:lnTo>
                    <a:pt x="225463" y="719696"/>
                  </a:lnTo>
                  <a:lnTo>
                    <a:pt x="244513" y="719696"/>
                  </a:lnTo>
                  <a:lnTo>
                    <a:pt x="244513" y="662546"/>
                  </a:lnTo>
                  <a:close/>
                </a:path>
                <a:path w="9276080" h="1895475">
                  <a:moveTo>
                    <a:pt x="244513" y="586346"/>
                  </a:moveTo>
                  <a:lnTo>
                    <a:pt x="225463" y="586346"/>
                  </a:lnTo>
                  <a:lnTo>
                    <a:pt x="225463" y="643496"/>
                  </a:lnTo>
                  <a:lnTo>
                    <a:pt x="244513" y="643496"/>
                  </a:lnTo>
                  <a:lnTo>
                    <a:pt x="244513" y="586346"/>
                  </a:lnTo>
                  <a:close/>
                </a:path>
                <a:path w="9276080" h="1895475">
                  <a:moveTo>
                    <a:pt x="244513" y="510146"/>
                  </a:moveTo>
                  <a:lnTo>
                    <a:pt x="225463" y="510146"/>
                  </a:lnTo>
                  <a:lnTo>
                    <a:pt x="225463" y="567296"/>
                  </a:lnTo>
                  <a:lnTo>
                    <a:pt x="244513" y="567296"/>
                  </a:lnTo>
                  <a:lnTo>
                    <a:pt x="244513" y="510146"/>
                  </a:lnTo>
                  <a:close/>
                </a:path>
                <a:path w="9276080" h="1895475">
                  <a:moveTo>
                    <a:pt x="244513" y="433946"/>
                  </a:moveTo>
                  <a:lnTo>
                    <a:pt x="225463" y="433946"/>
                  </a:lnTo>
                  <a:lnTo>
                    <a:pt x="225463" y="491096"/>
                  </a:lnTo>
                  <a:lnTo>
                    <a:pt x="244513" y="491096"/>
                  </a:lnTo>
                  <a:lnTo>
                    <a:pt x="244513" y="433946"/>
                  </a:lnTo>
                  <a:close/>
                </a:path>
                <a:path w="9276080" h="1895475">
                  <a:moveTo>
                    <a:pt x="244513" y="357746"/>
                  </a:moveTo>
                  <a:lnTo>
                    <a:pt x="225463" y="357746"/>
                  </a:lnTo>
                  <a:lnTo>
                    <a:pt x="225463" y="414896"/>
                  </a:lnTo>
                  <a:lnTo>
                    <a:pt x="244513" y="414896"/>
                  </a:lnTo>
                  <a:lnTo>
                    <a:pt x="244513" y="357746"/>
                  </a:lnTo>
                  <a:close/>
                </a:path>
                <a:path w="9276080" h="1895475">
                  <a:moveTo>
                    <a:pt x="244513" y="281546"/>
                  </a:moveTo>
                  <a:lnTo>
                    <a:pt x="225463" y="281546"/>
                  </a:lnTo>
                  <a:lnTo>
                    <a:pt x="225463" y="338696"/>
                  </a:lnTo>
                  <a:lnTo>
                    <a:pt x="244513" y="338696"/>
                  </a:lnTo>
                  <a:lnTo>
                    <a:pt x="244513" y="281546"/>
                  </a:lnTo>
                  <a:close/>
                </a:path>
                <a:path w="9276080" h="1895475">
                  <a:moveTo>
                    <a:pt x="261734" y="213779"/>
                  </a:moveTo>
                  <a:lnTo>
                    <a:pt x="228041" y="245948"/>
                  </a:lnTo>
                  <a:lnTo>
                    <a:pt x="225856" y="261454"/>
                  </a:lnTo>
                  <a:lnTo>
                    <a:pt x="244843" y="262966"/>
                  </a:lnTo>
                  <a:lnTo>
                    <a:pt x="246697" y="249847"/>
                  </a:lnTo>
                  <a:lnTo>
                    <a:pt x="250126" y="237274"/>
                  </a:lnTo>
                  <a:lnTo>
                    <a:pt x="255143" y="225247"/>
                  </a:lnTo>
                  <a:lnTo>
                    <a:pt x="261734" y="213779"/>
                  </a:lnTo>
                  <a:close/>
                </a:path>
                <a:path w="9276080" h="1895475">
                  <a:moveTo>
                    <a:pt x="316255" y="171894"/>
                  </a:moveTo>
                  <a:lnTo>
                    <a:pt x="310248" y="153809"/>
                  </a:lnTo>
                  <a:lnTo>
                    <a:pt x="295770" y="159626"/>
                  </a:lnTo>
                  <a:lnTo>
                    <a:pt x="282333" y="167093"/>
                  </a:lnTo>
                  <a:lnTo>
                    <a:pt x="269951" y="176237"/>
                  </a:lnTo>
                  <a:lnTo>
                    <a:pt x="258597" y="187032"/>
                  </a:lnTo>
                  <a:lnTo>
                    <a:pt x="272554" y="200012"/>
                  </a:lnTo>
                  <a:lnTo>
                    <a:pt x="282155" y="190868"/>
                  </a:lnTo>
                  <a:lnTo>
                    <a:pt x="292633" y="183134"/>
                  </a:lnTo>
                  <a:lnTo>
                    <a:pt x="303999" y="176809"/>
                  </a:lnTo>
                  <a:lnTo>
                    <a:pt x="316255" y="171894"/>
                  </a:lnTo>
                  <a:close/>
                </a:path>
                <a:path w="9276080" h="1895475">
                  <a:moveTo>
                    <a:pt x="389280" y="147523"/>
                  </a:moveTo>
                  <a:lnTo>
                    <a:pt x="342900" y="147523"/>
                  </a:lnTo>
                  <a:lnTo>
                    <a:pt x="336562" y="148005"/>
                  </a:lnTo>
                  <a:lnTo>
                    <a:pt x="330288" y="148983"/>
                  </a:lnTo>
                  <a:lnTo>
                    <a:pt x="333184" y="167805"/>
                  </a:lnTo>
                  <a:lnTo>
                    <a:pt x="338505" y="166992"/>
                  </a:lnTo>
                  <a:lnTo>
                    <a:pt x="343865" y="166573"/>
                  </a:lnTo>
                  <a:lnTo>
                    <a:pt x="389280" y="166573"/>
                  </a:lnTo>
                  <a:lnTo>
                    <a:pt x="389280" y="147523"/>
                  </a:lnTo>
                  <a:close/>
                </a:path>
                <a:path w="9276080" h="1895475">
                  <a:moveTo>
                    <a:pt x="465480" y="147523"/>
                  </a:moveTo>
                  <a:lnTo>
                    <a:pt x="408330" y="147523"/>
                  </a:lnTo>
                  <a:lnTo>
                    <a:pt x="408330" y="166573"/>
                  </a:lnTo>
                  <a:lnTo>
                    <a:pt x="465480" y="166573"/>
                  </a:lnTo>
                  <a:lnTo>
                    <a:pt x="465480" y="147523"/>
                  </a:lnTo>
                  <a:close/>
                </a:path>
                <a:path w="9276080" h="1895475">
                  <a:moveTo>
                    <a:pt x="519950" y="1750009"/>
                  </a:moveTo>
                  <a:lnTo>
                    <a:pt x="500900" y="1750009"/>
                  </a:lnTo>
                  <a:lnTo>
                    <a:pt x="500900" y="1807159"/>
                  </a:lnTo>
                  <a:lnTo>
                    <a:pt x="519950" y="1807159"/>
                  </a:lnTo>
                  <a:lnTo>
                    <a:pt x="519950" y="1750009"/>
                  </a:lnTo>
                  <a:close/>
                </a:path>
                <a:path w="9276080" h="1895475">
                  <a:moveTo>
                    <a:pt x="519950" y="1673809"/>
                  </a:moveTo>
                  <a:lnTo>
                    <a:pt x="500900" y="1673809"/>
                  </a:lnTo>
                  <a:lnTo>
                    <a:pt x="500900" y="1730959"/>
                  </a:lnTo>
                  <a:lnTo>
                    <a:pt x="519950" y="1730959"/>
                  </a:lnTo>
                  <a:lnTo>
                    <a:pt x="519950" y="1673809"/>
                  </a:lnTo>
                  <a:close/>
                </a:path>
                <a:path w="9276080" h="1895475">
                  <a:moveTo>
                    <a:pt x="519950" y="1597609"/>
                  </a:moveTo>
                  <a:lnTo>
                    <a:pt x="500900" y="1597609"/>
                  </a:lnTo>
                  <a:lnTo>
                    <a:pt x="500900" y="1654759"/>
                  </a:lnTo>
                  <a:lnTo>
                    <a:pt x="519950" y="1654759"/>
                  </a:lnTo>
                  <a:lnTo>
                    <a:pt x="519950" y="1597609"/>
                  </a:lnTo>
                  <a:close/>
                </a:path>
                <a:path w="9276080" h="1895475">
                  <a:moveTo>
                    <a:pt x="519950" y="1521409"/>
                  </a:moveTo>
                  <a:lnTo>
                    <a:pt x="500900" y="1521409"/>
                  </a:lnTo>
                  <a:lnTo>
                    <a:pt x="500900" y="1578559"/>
                  </a:lnTo>
                  <a:lnTo>
                    <a:pt x="519950" y="1578559"/>
                  </a:lnTo>
                  <a:lnTo>
                    <a:pt x="519950" y="1521409"/>
                  </a:lnTo>
                  <a:close/>
                </a:path>
                <a:path w="9276080" h="1895475">
                  <a:moveTo>
                    <a:pt x="519950" y="1445209"/>
                  </a:moveTo>
                  <a:lnTo>
                    <a:pt x="500900" y="1445209"/>
                  </a:lnTo>
                  <a:lnTo>
                    <a:pt x="500900" y="1502359"/>
                  </a:lnTo>
                  <a:lnTo>
                    <a:pt x="519950" y="1502359"/>
                  </a:lnTo>
                  <a:lnTo>
                    <a:pt x="519950" y="1445209"/>
                  </a:lnTo>
                  <a:close/>
                </a:path>
                <a:path w="9276080" h="1895475">
                  <a:moveTo>
                    <a:pt x="519950" y="1369009"/>
                  </a:moveTo>
                  <a:lnTo>
                    <a:pt x="500900" y="1369009"/>
                  </a:lnTo>
                  <a:lnTo>
                    <a:pt x="500900" y="1426159"/>
                  </a:lnTo>
                  <a:lnTo>
                    <a:pt x="519950" y="1426159"/>
                  </a:lnTo>
                  <a:lnTo>
                    <a:pt x="519950" y="1369009"/>
                  </a:lnTo>
                  <a:close/>
                </a:path>
                <a:path w="9276080" h="1895475">
                  <a:moveTo>
                    <a:pt x="519950" y="1292809"/>
                  </a:moveTo>
                  <a:lnTo>
                    <a:pt x="500900" y="1292809"/>
                  </a:lnTo>
                  <a:lnTo>
                    <a:pt x="500900" y="1349959"/>
                  </a:lnTo>
                  <a:lnTo>
                    <a:pt x="519950" y="1349959"/>
                  </a:lnTo>
                  <a:lnTo>
                    <a:pt x="519950" y="1292809"/>
                  </a:lnTo>
                  <a:close/>
                </a:path>
                <a:path w="9276080" h="1895475">
                  <a:moveTo>
                    <a:pt x="519950" y="1216609"/>
                  </a:moveTo>
                  <a:lnTo>
                    <a:pt x="500900" y="1216609"/>
                  </a:lnTo>
                  <a:lnTo>
                    <a:pt x="500900" y="1273759"/>
                  </a:lnTo>
                  <a:lnTo>
                    <a:pt x="519950" y="1273759"/>
                  </a:lnTo>
                  <a:lnTo>
                    <a:pt x="519950" y="1216609"/>
                  </a:lnTo>
                  <a:close/>
                </a:path>
                <a:path w="9276080" h="1895475">
                  <a:moveTo>
                    <a:pt x="519950" y="1140409"/>
                  </a:moveTo>
                  <a:lnTo>
                    <a:pt x="500900" y="1140409"/>
                  </a:lnTo>
                  <a:lnTo>
                    <a:pt x="500900" y="1197559"/>
                  </a:lnTo>
                  <a:lnTo>
                    <a:pt x="519950" y="1197559"/>
                  </a:lnTo>
                  <a:lnTo>
                    <a:pt x="519950" y="1140409"/>
                  </a:lnTo>
                  <a:close/>
                </a:path>
                <a:path w="9276080" h="1895475">
                  <a:moveTo>
                    <a:pt x="519950" y="1064209"/>
                  </a:moveTo>
                  <a:lnTo>
                    <a:pt x="500900" y="1064209"/>
                  </a:lnTo>
                  <a:lnTo>
                    <a:pt x="500900" y="1121359"/>
                  </a:lnTo>
                  <a:lnTo>
                    <a:pt x="519950" y="1121359"/>
                  </a:lnTo>
                  <a:lnTo>
                    <a:pt x="519950" y="1064209"/>
                  </a:lnTo>
                  <a:close/>
                </a:path>
                <a:path w="9276080" h="1895475">
                  <a:moveTo>
                    <a:pt x="519950" y="988009"/>
                  </a:moveTo>
                  <a:lnTo>
                    <a:pt x="500900" y="988009"/>
                  </a:lnTo>
                  <a:lnTo>
                    <a:pt x="500900" y="1045159"/>
                  </a:lnTo>
                  <a:lnTo>
                    <a:pt x="519950" y="1045159"/>
                  </a:lnTo>
                  <a:lnTo>
                    <a:pt x="519950" y="988009"/>
                  </a:lnTo>
                  <a:close/>
                </a:path>
                <a:path w="9276080" h="1895475">
                  <a:moveTo>
                    <a:pt x="519950" y="911809"/>
                  </a:moveTo>
                  <a:lnTo>
                    <a:pt x="500900" y="911809"/>
                  </a:lnTo>
                  <a:lnTo>
                    <a:pt x="500900" y="968959"/>
                  </a:lnTo>
                  <a:lnTo>
                    <a:pt x="519950" y="968959"/>
                  </a:lnTo>
                  <a:lnTo>
                    <a:pt x="519950" y="911809"/>
                  </a:lnTo>
                  <a:close/>
                </a:path>
                <a:path w="9276080" h="1895475">
                  <a:moveTo>
                    <a:pt x="519950" y="835609"/>
                  </a:moveTo>
                  <a:lnTo>
                    <a:pt x="500900" y="835609"/>
                  </a:lnTo>
                  <a:lnTo>
                    <a:pt x="500900" y="892759"/>
                  </a:lnTo>
                  <a:lnTo>
                    <a:pt x="519950" y="892759"/>
                  </a:lnTo>
                  <a:lnTo>
                    <a:pt x="519950" y="835609"/>
                  </a:lnTo>
                  <a:close/>
                </a:path>
                <a:path w="9276080" h="1895475">
                  <a:moveTo>
                    <a:pt x="519950" y="759409"/>
                  </a:moveTo>
                  <a:lnTo>
                    <a:pt x="500900" y="759409"/>
                  </a:lnTo>
                  <a:lnTo>
                    <a:pt x="500900" y="816559"/>
                  </a:lnTo>
                  <a:lnTo>
                    <a:pt x="519950" y="816559"/>
                  </a:lnTo>
                  <a:lnTo>
                    <a:pt x="519950" y="759409"/>
                  </a:lnTo>
                  <a:close/>
                </a:path>
                <a:path w="9276080" h="1895475">
                  <a:moveTo>
                    <a:pt x="519950" y="683209"/>
                  </a:moveTo>
                  <a:lnTo>
                    <a:pt x="500900" y="683209"/>
                  </a:lnTo>
                  <a:lnTo>
                    <a:pt x="500900" y="740359"/>
                  </a:lnTo>
                  <a:lnTo>
                    <a:pt x="519950" y="740359"/>
                  </a:lnTo>
                  <a:lnTo>
                    <a:pt x="519950" y="683209"/>
                  </a:lnTo>
                  <a:close/>
                </a:path>
                <a:path w="9276080" h="1895475">
                  <a:moveTo>
                    <a:pt x="519950" y="607009"/>
                  </a:moveTo>
                  <a:lnTo>
                    <a:pt x="500900" y="607009"/>
                  </a:lnTo>
                  <a:lnTo>
                    <a:pt x="500900" y="664159"/>
                  </a:lnTo>
                  <a:lnTo>
                    <a:pt x="519950" y="664159"/>
                  </a:lnTo>
                  <a:lnTo>
                    <a:pt x="519950" y="607009"/>
                  </a:lnTo>
                  <a:close/>
                </a:path>
                <a:path w="9276080" h="1895475">
                  <a:moveTo>
                    <a:pt x="519950" y="530809"/>
                  </a:moveTo>
                  <a:lnTo>
                    <a:pt x="500900" y="530809"/>
                  </a:lnTo>
                  <a:lnTo>
                    <a:pt x="500900" y="587959"/>
                  </a:lnTo>
                  <a:lnTo>
                    <a:pt x="519950" y="587959"/>
                  </a:lnTo>
                  <a:lnTo>
                    <a:pt x="519950" y="530809"/>
                  </a:lnTo>
                  <a:close/>
                </a:path>
                <a:path w="9276080" h="1895475">
                  <a:moveTo>
                    <a:pt x="519950" y="454609"/>
                  </a:moveTo>
                  <a:lnTo>
                    <a:pt x="500900" y="454609"/>
                  </a:lnTo>
                  <a:lnTo>
                    <a:pt x="500900" y="511759"/>
                  </a:lnTo>
                  <a:lnTo>
                    <a:pt x="519950" y="511759"/>
                  </a:lnTo>
                  <a:lnTo>
                    <a:pt x="519950" y="454609"/>
                  </a:lnTo>
                  <a:close/>
                </a:path>
                <a:path w="9276080" h="1895475">
                  <a:moveTo>
                    <a:pt x="519950" y="378409"/>
                  </a:moveTo>
                  <a:lnTo>
                    <a:pt x="500900" y="378409"/>
                  </a:lnTo>
                  <a:lnTo>
                    <a:pt x="500900" y="435559"/>
                  </a:lnTo>
                  <a:lnTo>
                    <a:pt x="519950" y="435559"/>
                  </a:lnTo>
                  <a:lnTo>
                    <a:pt x="519950" y="378409"/>
                  </a:lnTo>
                  <a:close/>
                </a:path>
                <a:path w="9276080" h="1895475">
                  <a:moveTo>
                    <a:pt x="527939" y="1867598"/>
                  </a:moveTo>
                  <a:lnTo>
                    <a:pt x="522617" y="1862061"/>
                  </a:lnTo>
                  <a:lnTo>
                    <a:pt x="519950" y="1855457"/>
                  </a:lnTo>
                  <a:lnTo>
                    <a:pt x="519950" y="1826209"/>
                  </a:lnTo>
                  <a:lnTo>
                    <a:pt x="500900" y="1826209"/>
                  </a:lnTo>
                  <a:lnTo>
                    <a:pt x="500900" y="1847773"/>
                  </a:lnTo>
                  <a:lnTo>
                    <a:pt x="501827" y="1857108"/>
                  </a:lnTo>
                  <a:lnTo>
                    <a:pt x="504532" y="1865998"/>
                  </a:lnTo>
                  <a:lnTo>
                    <a:pt x="508901" y="1874202"/>
                  </a:lnTo>
                  <a:lnTo>
                    <a:pt x="514273" y="1880755"/>
                  </a:lnTo>
                  <a:lnTo>
                    <a:pt x="527939" y="1867598"/>
                  </a:lnTo>
                  <a:close/>
                </a:path>
                <a:path w="9276080" h="1895475">
                  <a:moveTo>
                    <a:pt x="535241" y="327342"/>
                  </a:moveTo>
                  <a:lnTo>
                    <a:pt x="526491" y="310680"/>
                  </a:lnTo>
                  <a:lnTo>
                    <a:pt x="522109" y="313016"/>
                  </a:lnTo>
                  <a:lnTo>
                    <a:pt x="514858" y="318973"/>
                  </a:lnTo>
                  <a:lnTo>
                    <a:pt x="508901" y="326224"/>
                  </a:lnTo>
                  <a:lnTo>
                    <a:pt x="504532" y="334416"/>
                  </a:lnTo>
                  <a:lnTo>
                    <a:pt x="501827" y="343306"/>
                  </a:lnTo>
                  <a:lnTo>
                    <a:pt x="500900" y="352640"/>
                  </a:lnTo>
                  <a:lnTo>
                    <a:pt x="500900" y="359359"/>
                  </a:lnTo>
                  <a:lnTo>
                    <a:pt x="519950" y="359359"/>
                  </a:lnTo>
                  <a:lnTo>
                    <a:pt x="519950" y="344754"/>
                  </a:lnTo>
                  <a:lnTo>
                    <a:pt x="522744" y="338023"/>
                  </a:lnTo>
                  <a:lnTo>
                    <a:pt x="530377" y="330390"/>
                  </a:lnTo>
                  <a:lnTo>
                    <a:pt x="532676" y="328688"/>
                  </a:lnTo>
                  <a:lnTo>
                    <a:pt x="535241" y="327342"/>
                  </a:lnTo>
                  <a:close/>
                </a:path>
                <a:path w="9276080" h="1895475">
                  <a:moveTo>
                    <a:pt x="541680" y="147523"/>
                  </a:moveTo>
                  <a:lnTo>
                    <a:pt x="484530" y="147523"/>
                  </a:lnTo>
                  <a:lnTo>
                    <a:pt x="484530" y="166573"/>
                  </a:lnTo>
                  <a:lnTo>
                    <a:pt x="541680" y="166573"/>
                  </a:lnTo>
                  <a:lnTo>
                    <a:pt x="541680" y="147523"/>
                  </a:lnTo>
                  <a:close/>
                </a:path>
                <a:path w="9276080" h="1895475">
                  <a:moveTo>
                    <a:pt x="587413" y="1876348"/>
                  </a:moveTo>
                  <a:lnTo>
                    <a:pt x="544728" y="1876348"/>
                  </a:lnTo>
                  <a:lnTo>
                    <a:pt x="541070" y="1875624"/>
                  </a:lnTo>
                  <a:lnTo>
                    <a:pt x="537565" y="1874164"/>
                  </a:lnTo>
                  <a:lnTo>
                    <a:pt x="530263" y="1891753"/>
                  </a:lnTo>
                  <a:lnTo>
                    <a:pt x="539191" y="1894471"/>
                  </a:lnTo>
                  <a:lnTo>
                    <a:pt x="548525" y="1895398"/>
                  </a:lnTo>
                  <a:lnTo>
                    <a:pt x="587413" y="1895398"/>
                  </a:lnTo>
                  <a:lnTo>
                    <a:pt x="587413" y="1876348"/>
                  </a:lnTo>
                  <a:close/>
                </a:path>
                <a:path w="9276080" h="1895475">
                  <a:moveTo>
                    <a:pt x="605675" y="305015"/>
                  </a:moveTo>
                  <a:lnTo>
                    <a:pt x="548525" y="305015"/>
                  </a:lnTo>
                  <a:lnTo>
                    <a:pt x="545007" y="305371"/>
                  </a:lnTo>
                  <a:lnTo>
                    <a:pt x="546404" y="324065"/>
                  </a:lnTo>
                  <a:lnTo>
                    <a:pt x="605675" y="324065"/>
                  </a:lnTo>
                  <a:lnTo>
                    <a:pt x="605675" y="305015"/>
                  </a:lnTo>
                  <a:close/>
                </a:path>
                <a:path w="9276080" h="1895475">
                  <a:moveTo>
                    <a:pt x="617880" y="147523"/>
                  </a:moveTo>
                  <a:lnTo>
                    <a:pt x="560730" y="147523"/>
                  </a:lnTo>
                  <a:lnTo>
                    <a:pt x="560730" y="166573"/>
                  </a:lnTo>
                  <a:lnTo>
                    <a:pt x="617880" y="166573"/>
                  </a:lnTo>
                  <a:lnTo>
                    <a:pt x="617880" y="147523"/>
                  </a:lnTo>
                  <a:close/>
                </a:path>
                <a:path w="9276080" h="1895475">
                  <a:moveTo>
                    <a:pt x="663613" y="1876348"/>
                  </a:moveTo>
                  <a:lnTo>
                    <a:pt x="606463" y="1876348"/>
                  </a:lnTo>
                  <a:lnTo>
                    <a:pt x="606463" y="1895398"/>
                  </a:lnTo>
                  <a:lnTo>
                    <a:pt x="663613" y="1895398"/>
                  </a:lnTo>
                  <a:lnTo>
                    <a:pt x="663613" y="1876348"/>
                  </a:lnTo>
                  <a:close/>
                </a:path>
                <a:path w="9276080" h="1895475">
                  <a:moveTo>
                    <a:pt x="681875" y="305015"/>
                  </a:moveTo>
                  <a:lnTo>
                    <a:pt x="624725" y="305015"/>
                  </a:lnTo>
                  <a:lnTo>
                    <a:pt x="624725" y="324065"/>
                  </a:lnTo>
                  <a:lnTo>
                    <a:pt x="681875" y="324065"/>
                  </a:lnTo>
                  <a:lnTo>
                    <a:pt x="681875" y="305015"/>
                  </a:lnTo>
                  <a:close/>
                </a:path>
                <a:path w="9276080" h="1895475">
                  <a:moveTo>
                    <a:pt x="694080" y="147523"/>
                  </a:moveTo>
                  <a:lnTo>
                    <a:pt x="636930" y="147523"/>
                  </a:lnTo>
                  <a:lnTo>
                    <a:pt x="636930" y="166573"/>
                  </a:lnTo>
                  <a:lnTo>
                    <a:pt x="694080" y="166573"/>
                  </a:lnTo>
                  <a:lnTo>
                    <a:pt x="694080" y="147523"/>
                  </a:lnTo>
                  <a:close/>
                </a:path>
                <a:path w="9276080" h="1895475">
                  <a:moveTo>
                    <a:pt x="739813" y="1876348"/>
                  </a:moveTo>
                  <a:lnTo>
                    <a:pt x="682663" y="1876348"/>
                  </a:lnTo>
                  <a:lnTo>
                    <a:pt x="682663" y="1895398"/>
                  </a:lnTo>
                  <a:lnTo>
                    <a:pt x="739813" y="1895398"/>
                  </a:lnTo>
                  <a:lnTo>
                    <a:pt x="739813" y="1876348"/>
                  </a:lnTo>
                  <a:close/>
                </a:path>
                <a:path w="9276080" h="1895475">
                  <a:moveTo>
                    <a:pt x="758075" y="305015"/>
                  </a:moveTo>
                  <a:lnTo>
                    <a:pt x="700925" y="305015"/>
                  </a:lnTo>
                  <a:lnTo>
                    <a:pt x="700925" y="324065"/>
                  </a:lnTo>
                  <a:lnTo>
                    <a:pt x="758075" y="324065"/>
                  </a:lnTo>
                  <a:lnTo>
                    <a:pt x="758075" y="305015"/>
                  </a:lnTo>
                  <a:close/>
                </a:path>
                <a:path w="9276080" h="1895475">
                  <a:moveTo>
                    <a:pt x="770280" y="147523"/>
                  </a:moveTo>
                  <a:lnTo>
                    <a:pt x="713130" y="147523"/>
                  </a:lnTo>
                  <a:lnTo>
                    <a:pt x="713130" y="166573"/>
                  </a:lnTo>
                  <a:lnTo>
                    <a:pt x="770280" y="166573"/>
                  </a:lnTo>
                  <a:lnTo>
                    <a:pt x="770280" y="147523"/>
                  </a:lnTo>
                  <a:close/>
                </a:path>
                <a:path w="9276080" h="1895475">
                  <a:moveTo>
                    <a:pt x="816013" y="1876348"/>
                  </a:moveTo>
                  <a:lnTo>
                    <a:pt x="758863" y="1876348"/>
                  </a:lnTo>
                  <a:lnTo>
                    <a:pt x="758863" y="1895398"/>
                  </a:lnTo>
                  <a:lnTo>
                    <a:pt x="816013" y="1895398"/>
                  </a:lnTo>
                  <a:lnTo>
                    <a:pt x="816013" y="1876348"/>
                  </a:lnTo>
                  <a:close/>
                </a:path>
                <a:path w="9276080" h="1895475">
                  <a:moveTo>
                    <a:pt x="834275" y="305015"/>
                  </a:moveTo>
                  <a:lnTo>
                    <a:pt x="777125" y="305015"/>
                  </a:lnTo>
                  <a:lnTo>
                    <a:pt x="777125" y="324065"/>
                  </a:lnTo>
                  <a:lnTo>
                    <a:pt x="834275" y="324065"/>
                  </a:lnTo>
                  <a:lnTo>
                    <a:pt x="834275" y="305015"/>
                  </a:lnTo>
                  <a:close/>
                </a:path>
                <a:path w="9276080" h="1895475">
                  <a:moveTo>
                    <a:pt x="846480" y="147523"/>
                  </a:moveTo>
                  <a:lnTo>
                    <a:pt x="789330" y="147523"/>
                  </a:lnTo>
                  <a:lnTo>
                    <a:pt x="789330" y="166573"/>
                  </a:lnTo>
                  <a:lnTo>
                    <a:pt x="846480" y="166573"/>
                  </a:lnTo>
                  <a:lnTo>
                    <a:pt x="846480" y="147523"/>
                  </a:lnTo>
                  <a:close/>
                </a:path>
                <a:path w="9276080" h="1895475">
                  <a:moveTo>
                    <a:pt x="892213" y="1876348"/>
                  </a:moveTo>
                  <a:lnTo>
                    <a:pt x="835063" y="1876348"/>
                  </a:lnTo>
                  <a:lnTo>
                    <a:pt x="835063" y="1895398"/>
                  </a:lnTo>
                  <a:lnTo>
                    <a:pt x="892213" y="1895398"/>
                  </a:lnTo>
                  <a:lnTo>
                    <a:pt x="892213" y="1876348"/>
                  </a:lnTo>
                  <a:close/>
                </a:path>
                <a:path w="9276080" h="1895475">
                  <a:moveTo>
                    <a:pt x="910475" y="305015"/>
                  </a:moveTo>
                  <a:lnTo>
                    <a:pt x="853325" y="305015"/>
                  </a:lnTo>
                  <a:lnTo>
                    <a:pt x="853325" y="324065"/>
                  </a:lnTo>
                  <a:lnTo>
                    <a:pt x="910475" y="324065"/>
                  </a:lnTo>
                  <a:lnTo>
                    <a:pt x="910475" y="305015"/>
                  </a:lnTo>
                  <a:close/>
                </a:path>
                <a:path w="9276080" h="1895475">
                  <a:moveTo>
                    <a:pt x="922680" y="147523"/>
                  </a:moveTo>
                  <a:lnTo>
                    <a:pt x="865530" y="147523"/>
                  </a:lnTo>
                  <a:lnTo>
                    <a:pt x="865530" y="166573"/>
                  </a:lnTo>
                  <a:lnTo>
                    <a:pt x="922680" y="166573"/>
                  </a:lnTo>
                  <a:lnTo>
                    <a:pt x="922680" y="147523"/>
                  </a:lnTo>
                  <a:close/>
                </a:path>
                <a:path w="9276080" h="1895475">
                  <a:moveTo>
                    <a:pt x="968413" y="1876348"/>
                  </a:moveTo>
                  <a:lnTo>
                    <a:pt x="911263" y="1876348"/>
                  </a:lnTo>
                  <a:lnTo>
                    <a:pt x="911263" y="1895398"/>
                  </a:lnTo>
                  <a:lnTo>
                    <a:pt x="968413" y="1895398"/>
                  </a:lnTo>
                  <a:lnTo>
                    <a:pt x="968413" y="1876348"/>
                  </a:lnTo>
                  <a:close/>
                </a:path>
                <a:path w="9276080" h="1895475">
                  <a:moveTo>
                    <a:pt x="986675" y="305015"/>
                  </a:moveTo>
                  <a:lnTo>
                    <a:pt x="929525" y="305015"/>
                  </a:lnTo>
                  <a:lnTo>
                    <a:pt x="929525" y="324065"/>
                  </a:lnTo>
                  <a:lnTo>
                    <a:pt x="986675" y="324065"/>
                  </a:lnTo>
                  <a:lnTo>
                    <a:pt x="986675" y="305015"/>
                  </a:lnTo>
                  <a:close/>
                </a:path>
                <a:path w="9276080" h="1895475">
                  <a:moveTo>
                    <a:pt x="998880" y="147523"/>
                  </a:moveTo>
                  <a:lnTo>
                    <a:pt x="941730" y="147523"/>
                  </a:lnTo>
                  <a:lnTo>
                    <a:pt x="941730" y="166573"/>
                  </a:lnTo>
                  <a:lnTo>
                    <a:pt x="998880" y="166573"/>
                  </a:lnTo>
                  <a:lnTo>
                    <a:pt x="998880" y="147523"/>
                  </a:lnTo>
                  <a:close/>
                </a:path>
                <a:path w="9276080" h="1895475">
                  <a:moveTo>
                    <a:pt x="1044613" y="1876348"/>
                  </a:moveTo>
                  <a:lnTo>
                    <a:pt x="987463" y="1876348"/>
                  </a:lnTo>
                  <a:lnTo>
                    <a:pt x="987463" y="1895398"/>
                  </a:lnTo>
                  <a:lnTo>
                    <a:pt x="1044613" y="1895398"/>
                  </a:lnTo>
                  <a:lnTo>
                    <a:pt x="1044613" y="1876348"/>
                  </a:lnTo>
                  <a:close/>
                </a:path>
                <a:path w="9276080" h="1895475">
                  <a:moveTo>
                    <a:pt x="1062875" y="305015"/>
                  </a:moveTo>
                  <a:lnTo>
                    <a:pt x="1005725" y="305015"/>
                  </a:lnTo>
                  <a:lnTo>
                    <a:pt x="1005725" y="324065"/>
                  </a:lnTo>
                  <a:lnTo>
                    <a:pt x="1062875" y="324065"/>
                  </a:lnTo>
                  <a:lnTo>
                    <a:pt x="1062875" y="305015"/>
                  </a:lnTo>
                  <a:close/>
                </a:path>
                <a:path w="9276080" h="1895475">
                  <a:moveTo>
                    <a:pt x="1077772" y="150037"/>
                  </a:moveTo>
                  <a:lnTo>
                    <a:pt x="1066647" y="134569"/>
                  </a:lnTo>
                  <a:lnTo>
                    <a:pt x="1057363" y="140233"/>
                  </a:lnTo>
                  <a:lnTo>
                    <a:pt x="1047559" y="144284"/>
                  </a:lnTo>
                  <a:lnTo>
                    <a:pt x="1037234" y="146723"/>
                  </a:lnTo>
                  <a:lnTo>
                    <a:pt x="1026388" y="147523"/>
                  </a:lnTo>
                  <a:lnTo>
                    <a:pt x="1017930" y="147523"/>
                  </a:lnTo>
                  <a:lnTo>
                    <a:pt x="1017930" y="166573"/>
                  </a:lnTo>
                  <a:lnTo>
                    <a:pt x="1026388" y="166573"/>
                  </a:lnTo>
                  <a:lnTo>
                    <a:pt x="1040231" y="165544"/>
                  </a:lnTo>
                  <a:lnTo>
                    <a:pt x="1053414" y="162445"/>
                  </a:lnTo>
                  <a:lnTo>
                    <a:pt x="1065923" y="157276"/>
                  </a:lnTo>
                  <a:lnTo>
                    <a:pt x="1077772" y="150037"/>
                  </a:lnTo>
                  <a:close/>
                </a:path>
                <a:path w="9276080" h="1895475">
                  <a:moveTo>
                    <a:pt x="1114437" y="76200"/>
                  </a:moveTo>
                  <a:lnTo>
                    <a:pt x="1095387" y="76200"/>
                  </a:lnTo>
                  <a:lnTo>
                    <a:pt x="1095387" y="78524"/>
                  </a:lnTo>
                  <a:lnTo>
                    <a:pt x="1094371" y="90779"/>
                  </a:lnTo>
                  <a:lnTo>
                    <a:pt x="1091311" y="102298"/>
                  </a:lnTo>
                  <a:lnTo>
                    <a:pt x="1086218" y="113055"/>
                  </a:lnTo>
                  <a:lnTo>
                    <a:pt x="1079080" y="123075"/>
                  </a:lnTo>
                  <a:lnTo>
                    <a:pt x="1093622" y="135382"/>
                  </a:lnTo>
                  <a:lnTo>
                    <a:pt x="1102728" y="122593"/>
                  </a:lnTo>
                  <a:lnTo>
                    <a:pt x="1109230" y="108851"/>
                  </a:lnTo>
                  <a:lnTo>
                    <a:pt x="1113142" y="94170"/>
                  </a:lnTo>
                  <a:lnTo>
                    <a:pt x="1114437" y="78524"/>
                  </a:lnTo>
                  <a:lnTo>
                    <a:pt x="1114437" y="76200"/>
                  </a:lnTo>
                  <a:close/>
                </a:path>
                <a:path w="9276080" h="1895475">
                  <a:moveTo>
                    <a:pt x="1114437" y="0"/>
                  </a:moveTo>
                  <a:lnTo>
                    <a:pt x="1095387" y="0"/>
                  </a:lnTo>
                  <a:lnTo>
                    <a:pt x="1095387" y="57150"/>
                  </a:lnTo>
                  <a:lnTo>
                    <a:pt x="1114437" y="57150"/>
                  </a:lnTo>
                  <a:lnTo>
                    <a:pt x="1114437" y="0"/>
                  </a:lnTo>
                  <a:close/>
                </a:path>
                <a:path w="9276080" h="1895475">
                  <a:moveTo>
                    <a:pt x="1120813" y="1876348"/>
                  </a:moveTo>
                  <a:lnTo>
                    <a:pt x="1063663" y="1876348"/>
                  </a:lnTo>
                  <a:lnTo>
                    <a:pt x="1063663" y="1895398"/>
                  </a:lnTo>
                  <a:lnTo>
                    <a:pt x="1120813" y="1895398"/>
                  </a:lnTo>
                  <a:lnTo>
                    <a:pt x="1120813" y="1876348"/>
                  </a:lnTo>
                  <a:close/>
                </a:path>
                <a:path w="9276080" h="1895475">
                  <a:moveTo>
                    <a:pt x="1139075" y="305015"/>
                  </a:moveTo>
                  <a:lnTo>
                    <a:pt x="1081925" y="305015"/>
                  </a:lnTo>
                  <a:lnTo>
                    <a:pt x="1081925" y="324065"/>
                  </a:lnTo>
                  <a:lnTo>
                    <a:pt x="1139075" y="324065"/>
                  </a:lnTo>
                  <a:lnTo>
                    <a:pt x="1139075" y="305015"/>
                  </a:lnTo>
                  <a:close/>
                </a:path>
                <a:path w="9276080" h="1895475">
                  <a:moveTo>
                    <a:pt x="1197013" y="1876348"/>
                  </a:moveTo>
                  <a:lnTo>
                    <a:pt x="1139863" y="1876348"/>
                  </a:lnTo>
                  <a:lnTo>
                    <a:pt x="1139863" y="1895398"/>
                  </a:lnTo>
                  <a:lnTo>
                    <a:pt x="1197013" y="1895398"/>
                  </a:lnTo>
                  <a:lnTo>
                    <a:pt x="1197013" y="1876348"/>
                  </a:lnTo>
                  <a:close/>
                </a:path>
                <a:path w="9276080" h="1895475">
                  <a:moveTo>
                    <a:pt x="1215275" y="305015"/>
                  </a:moveTo>
                  <a:lnTo>
                    <a:pt x="1158125" y="305015"/>
                  </a:lnTo>
                  <a:lnTo>
                    <a:pt x="1158125" y="324065"/>
                  </a:lnTo>
                  <a:lnTo>
                    <a:pt x="1215275" y="324065"/>
                  </a:lnTo>
                  <a:lnTo>
                    <a:pt x="1215275" y="305015"/>
                  </a:lnTo>
                  <a:close/>
                </a:path>
                <a:path w="9276080" h="1895475">
                  <a:moveTo>
                    <a:pt x="1273213" y="1876348"/>
                  </a:moveTo>
                  <a:lnTo>
                    <a:pt x="1216063" y="1876348"/>
                  </a:lnTo>
                  <a:lnTo>
                    <a:pt x="1216063" y="1895398"/>
                  </a:lnTo>
                  <a:lnTo>
                    <a:pt x="1273213" y="1895398"/>
                  </a:lnTo>
                  <a:lnTo>
                    <a:pt x="1273213" y="1876348"/>
                  </a:lnTo>
                  <a:close/>
                </a:path>
                <a:path w="9276080" h="1895475">
                  <a:moveTo>
                    <a:pt x="1291475" y="305015"/>
                  </a:moveTo>
                  <a:lnTo>
                    <a:pt x="1234325" y="305015"/>
                  </a:lnTo>
                  <a:lnTo>
                    <a:pt x="1234325" y="324065"/>
                  </a:lnTo>
                  <a:lnTo>
                    <a:pt x="1291475" y="324065"/>
                  </a:lnTo>
                  <a:lnTo>
                    <a:pt x="1291475" y="305015"/>
                  </a:lnTo>
                  <a:close/>
                </a:path>
                <a:path w="9276080" h="1895475">
                  <a:moveTo>
                    <a:pt x="1349413" y="1876348"/>
                  </a:moveTo>
                  <a:lnTo>
                    <a:pt x="1292263" y="1876348"/>
                  </a:lnTo>
                  <a:lnTo>
                    <a:pt x="1292263" y="1895398"/>
                  </a:lnTo>
                  <a:lnTo>
                    <a:pt x="1349413" y="1895398"/>
                  </a:lnTo>
                  <a:lnTo>
                    <a:pt x="1349413" y="1876348"/>
                  </a:lnTo>
                  <a:close/>
                </a:path>
                <a:path w="9276080" h="1895475">
                  <a:moveTo>
                    <a:pt x="1367675" y="305015"/>
                  </a:moveTo>
                  <a:lnTo>
                    <a:pt x="1310525" y="305015"/>
                  </a:lnTo>
                  <a:lnTo>
                    <a:pt x="1310525" y="324065"/>
                  </a:lnTo>
                  <a:lnTo>
                    <a:pt x="1367675" y="324065"/>
                  </a:lnTo>
                  <a:lnTo>
                    <a:pt x="1367675" y="305015"/>
                  </a:lnTo>
                  <a:close/>
                </a:path>
                <a:path w="9276080" h="1895475">
                  <a:moveTo>
                    <a:pt x="1425613" y="1876348"/>
                  </a:moveTo>
                  <a:lnTo>
                    <a:pt x="1368463" y="1876348"/>
                  </a:lnTo>
                  <a:lnTo>
                    <a:pt x="1368463" y="1895398"/>
                  </a:lnTo>
                  <a:lnTo>
                    <a:pt x="1425613" y="1895398"/>
                  </a:lnTo>
                  <a:lnTo>
                    <a:pt x="1425613" y="1876348"/>
                  </a:lnTo>
                  <a:close/>
                </a:path>
                <a:path w="9276080" h="1895475">
                  <a:moveTo>
                    <a:pt x="1443875" y="305015"/>
                  </a:moveTo>
                  <a:lnTo>
                    <a:pt x="1386725" y="305015"/>
                  </a:lnTo>
                  <a:lnTo>
                    <a:pt x="1386725" y="324065"/>
                  </a:lnTo>
                  <a:lnTo>
                    <a:pt x="1443875" y="324065"/>
                  </a:lnTo>
                  <a:lnTo>
                    <a:pt x="1443875" y="305015"/>
                  </a:lnTo>
                  <a:close/>
                </a:path>
                <a:path w="9276080" h="1895475">
                  <a:moveTo>
                    <a:pt x="1501813" y="1876348"/>
                  </a:moveTo>
                  <a:lnTo>
                    <a:pt x="1444663" y="1876348"/>
                  </a:lnTo>
                  <a:lnTo>
                    <a:pt x="1444663" y="1895398"/>
                  </a:lnTo>
                  <a:lnTo>
                    <a:pt x="1501813" y="1895398"/>
                  </a:lnTo>
                  <a:lnTo>
                    <a:pt x="1501813" y="1876348"/>
                  </a:lnTo>
                  <a:close/>
                </a:path>
                <a:path w="9276080" h="1895475">
                  <a:moveTo>
                    <a:pt x="1520075" y="305015"/>
                  </a:moveTo>
                  <a:lnTo>
                    <a:pt x="1462925" y="305015"/>
                  </a:lnTo>
                  <a:lnTo>
                    <a:pt x="1462925" y="324065"/>
                  </a:lnTo>
                  <a:lnTo>
                    <a:pt x="1520075" y="324065"/>
                  </a:lnTo>
                  <a:lnTo>
                    <a:pt x="1520075" y="305015"/>
                  </a:lnTo>
                  <a:close/>
                </a:path>
                <a:path w="9276080" h="1895475">
                  <a:moveTo>
                    <a:pt x="1578013" y="1876348"/>
                  </a:moveTo>
                  <a:lnTo>
                    <a:pt x="1520863" y="1876348"/>
                  </a:lnTo>
                  <a:lnTo>
                    <a:pt x="1520863" y="1895398"/>
                  </a:lnTo>
                  <a:lnTo>
                    <a:pt x="1578013" y="1895398"/>
                  </a:lnTo>
                  <a:lnTo>
                    <a:pt x="1578013" y="1876348"/>
                  </a:lnTo>
                  <a:close/>
                </a:path>
                <a:path w="9276080" h="1895475">
                  <a:moveTo>
                    <a:pt x="1596275" y="305015"/>
                  </a:moveTo>
                  <a:lnTo>
                    <a:pt x="1539125" y="305015"/>
                  </a:lnTo>
                  <a:lnTo>
                    <a:pt x="1539125" y="324065"/>
                  </a:lnTo>
                  <a:lnTo>
                    <a:pt x="1596275" y="324065"/>
                  </a:lnTo>
                  <a:lnTo>
                    <a:pt x="1596275" y="305015"/>
                  </a:lnTo>
                  <a:close/>
                </a:path>
                <a:path w="9276080" h="1895475">
                  <a:moveTo>
                    <a:pt x="1654213" y="1876348"/>
                  </a:moveTo>
                  <a:lnTo>
                    <a:pt x="1597063" y="1876348"/>
                  </a:lnTo>
                  <a:lnTo>
                    <a:pt x="1597063" y="1895398"/>
                  </a:lnTo>
                  <a:lnTo>
                    <a:pt x="1654213" y="1895398"/>
                  </a:lnTo>
                  <a:lnTo>
                    <a:pt x="1654213" y="1876348"/>
                  </a:lnTo>
                  <a:close/>
                </a:path>
                <a:path w="9276080" h="1895475">
                  <a:moveTo>
                    <a:pt x="1672475" y="305015"/>
                  </a:moveTo>
                  <a:lnTo>
                    <a:pt x="1615325" y="305015"/>
                  </a:lnTo>
                  <a:lnTo>
                    <a:pt x="1615325" y="324065"/>
                  </a:lnTo>
                  <a:lnTo>
                    <a:pt x="1672475" y="324065"/>
                  </a:lnTo>
                  <a:lnTo>
                    <a:pt x="1672475" y="305015"/>
                  </a:lnTo>
                  <a:close/>
                </a:path>
                <a:path w="9276080" h="1895475">
                  <a:moveTo>
                    <a:pt x="1730413" y="1876348"/>
                  </a:moveTo>
                  <a:lnTo>
                    <a:pt x="1673263" y="1876348"/>
                  </a:lnTo>
                  <a:lnTo>
                    <a:pt x="1673263" y="1895398"/>
                  </a:lnTo>
                  <a:lnTo>
                    <a:pt x="1730413" y="1895398"/>
                  </a:lnTo>
                  <a:lnTo>
                    <a:pt x="1730413" y="1876348"/>
                  </a:lnTo>
                  <a:close/>
                </a:path>
                <a:path w="9276080" h="1895475">
                  <a:moveTo>
                    <a:pt x="1748675" y="305015"/>
                  </a:moveTo>
                  <a:lnTo>
                    <a:pt x="1691525" y="305015"/>
                  </a:lnTo>
                  <a:lnTo>
                    <a:pt x="1691525" y="324065"/>
                  </a:lnTo>
                  <a:lnTo>
                    <a:pt x="1748675" y="324065"/>
                  </a:lnTo>
                  <a:lnTo>
                    <a:pt x="1748675" y="305015"/>
                  </a:lnTo>
                  <a:close/>
                </a:path>
                <a:path w="9276080" h="1895475">
                  <a:moveTo>
                    <a:pt x="1806613" y="1876348"/>
                  </a:moveTo>
                  <a:lnTo>
                    <a:pt x="1749463" y="1876348"/>
                  </a:lnTo>
                  <a:lnTo>
                    <a:pt x="1749463" y="1895398"/>
                  </a:lnTo>
                  <a:lnTo>
                    <a:pt x="1806613" y="1895398"/>
                  </a:lnTo>
                  <a:lnTo>
                    <a:pt x="1806613" y="1876348"/>
                  </a:lnTo>
                  <a:close/>
                </a:path>
                <a:path w="9276080" h="1895475">
                  <a:moveTo>
                    <a:pt x="1824875" y="305015"/>
                  </a:moveTo>
                  <a:lnTo>
                    <a:pt x="1767725" y="305015"/>
                  </a:lnTo>
                  <a:lnTo>
                    <a:pt x="1767725" y="324065"/>
                  </a:lnTo>
                  <a:lnTo>
                    <a:pt x="1824875" y="324065"/>
                  </a:lnTo>
                  <a:lnTo>
                    <a:pt x="1824875" y="305015"/>
                  </a:lnTo>
                  <a:close/>
                </a:path>
                <a:path w="9276080" h="1895475">
                  <a:moveTo>
                    <a:pt x="1882813" y="1876348"/>
                  </a:moveTo>
                  <a:lnTo>
                    <a:pt x="1825663" y="1876348"/>
                  </a:lnTo>
                  <a:lnTo>
                    <a:pt x="1825663" y="1895398"/>
                  </a:lnTo>
                  <a:lnTo>
                    <a:pt x="1882813" y="1895398"/>
                  </a:lnTo>
                  <a:lnTo>
                    <a:pt x="1882813" y="1876348"/>
                  </a:lnTo>
                  <a:close/>
                </a:path>
                <a:path w="9276080" h="1895475">
                  <a:moveTo>
                    <a:pt x="1901075" y="305015"/>
                  </a:moveTo>
                  <a:lnTo>
                    <a:pt x="1843925" y="305015"/>
                  </a:lnTo>
                  <a:lnTo>
                    <a:pt x="1843925" y="324065"/>
                  </a:lnTo>
                  <a:lnTo>
                    <a:pt x="1901075" y="324065"/>
                  </a:lnTo>
                  <a:lnTo>
                    <a:pt x="1901075" y="305015"/>
                  </a:lnTo>
                  <a:close/>
                </a:path>
                <a:path w="9276080" h="1895475">
                  <a:moveTo>
                    <a:pt x="1959013" y="1876348"/>
                  </a:moveTo>
                  <a:lnTo>
                    <a:pt x="1901863" y="1876348"/>
                  </a:lnTo>
                  <a:lnTo>
                    <a:pt x="1901863" y="1895398"/>
                  </a:lnTo>
                  <a:lnTo>
                    <a:pt x="1959013" y="1895398"/>
                  </a:lnTo>
                  <a:lnTo>
                    <a:pt x="1959013" y="1876348"/>
                  </a:lnTo>
                  <a:close/>
                </a:path>
                <a:path w="9276080" h="1895475">
                  <a:moveTo>
                    <a:pt x="1977275" y="305015"/>
                  </a:moveTo>
                  <a:lnTo>
                    <a:pt x="1920125" y="305015"/>
                  </a:lnTo>
                  <a:lnTo>
                    <a:pt x="1920125" y="324065"/>
                  </a:lnTo>
                  <a:lnTo>
                    <a:pt x="1977275" y="324065"/>
                  </a:lnTo>
                  <a:lnTo>
                    <a:pt x="1977275" y="305015"/>
                  </a:lnTo>
                  <a:close/>
                </a:path>
                <a:path w="9276080" h="1895475">
                  <a:moveTo>
                    <a:pt x="2035213" y="1876348"/>
                  </a:moveTo>
                  <a:lnTo>
                    <a:pt x="1978063" y="1876348"/>
                  </a:lnTo>
                  <a:lnTo>
                    <a:pt x="1978063" y="1895398"/>
                  </a:lnTo>
                  <a:lnTo>
                    <a:pt x="2035213" y="1895398"/>
                  </a:lnTo>
                  <a:lnTo>
                    <a:pt x="2035213" y="1876348"/>
                  </a:lnTo>
                  <a:close/>
                </a:path>
                <a:path w="9276080" h="1895475">
                  <a:moveTo>
                    <a:pt x="2053475" y="305015"/>
                  </a:moveTo>
                  <a:lnTo>
                    <a:pt x="1996325" y="305015"/>
                  </a:lnTo>
                  <a:lnTo>
                    <a:pt x="1996325" y="324065"/>
                  </a:lnTo>
                  <a:lnTo>
                    <a:pt x="2053475" y="324065"/>
                  </a:lnTo>
                  <a:lnTo>
                    <a:pt x="2053475" y="305015"/>
                  </a:lnTo>
                  <a:close/>
                </a:path>
                <a:path w="9276080" h="1895475">
                  <a:moveTo>
                    <a:pt x="2111413" y="1876348"/>
                  </a:moveTo>
                  <a:lnTo>
                    <a:pt x="2054263" y="1876348"/>
                  </a:lnTo>
                  <a:lnTo>
                    <a:pt x="2054263" y="1895398"/>
                  </a:lnTo>
                  <a:lnTo>
                    <a:pt x="2111413" y="1895398"/>
                  </a:lnTo>
                  <a:lnTo>
                    <a:pt x="2111413" y="1876348"/>
                  </a:lnTo>
                  <a:close/>
                </a:path>
                <a:path w="9276080" h="1895475">
                  <a:moveTo>
                    <a:pt x="2129675" y="305015"/>
                  </a:moveTo>
                  <a:lnTo>
                    <a:pt x="2072525" y="305015"/>
                  </a:lnTo>
                  <a:lnTo>
                    <a:pt x="2072525" y="324065"/>
                  </a:lnTo>
                  <a:lnTo>
                    <a:pt x="2129675" y="324065"/>
                  </a:lnTo>
                  <a:lnTo>
                    <a:pt x="2129675" y="305015"/>
                  </a:lnTo>
                  <a:close/>
                </a:path>
                <a:path w="9276080" h="1895475">
                  <a:moveTo>
                    <a:pt x="2187613" y="1876348"/>
                  </a:moveTo>
                  <a:lnTo>
                    <a:pt x="2130463" y="1876348"/>
                  </a:lnTo>
                  <a:lnTo>
                    <a:pt x="2130463" y="1895398"/>
                  </a:lnTo>
                  <a:lnTo>
                    <a:pt x="2187613" y="1895398"/>
                  </a:lnTo>
                  <a:lnTo>
                    <a:pt x="2187613" y="1876348"/>
                  </a:lnTo>
                  <a:close/>
                </a:path>
                <a:path w="9276080" h="1895475">
                  <a:moveTo>
                    <a:pt x="2205875" y="305015"/>
                  </a:moveTo>
                  <a:lnTo>
                    <a:pt x="2148725" y="305015"/>
                  </a:lnTo>
                  <a:lnTo>
                    <a:pt x="2148725" y="324065"/>
                  </a:lnTo>
                  <a:lnTo>
                    <a:pt x="2205875" y="324065"/>
                  </a:lnTo>
                  <a:lnTo>
                    <a:pt x="2205875" y="305015"/>
                  </a:lnTo>
                  <a:close/>
                </a:path>
                <a:path w="9276080" h="1895475">
                  <a:moveTo>
                    <a:pt x="2263813" y="1876348"/>
                  </a:moveTo>
                  <a:lnTo>
                    <a:pt x="2206663" y="1876348"/>
                  </a:lnTo>
                  <a:lnTo>
                    <a:pt x="2206663" y="1895398"/>
                  </a:lnTo>
                  <a:lnTo>
                    <a:pt x="2263813" y="1895398"/>
                  </a:lnTo>
                  <a:lnTo>
                    <a:pt x="2263813" y="1876348"/>
                  </a:lnTo>
                  <a:close/>
                </a:path>
                <a:path w="9276080" h="1895475">
                  <a:moveTo>
                    <a:pt x="2282075" y="305015"/>
                  </a:moveTo>
                  <a:lnTo>
                    <a:pt x="2224925" y="305015"/>
                  </a:lnTo>
                  <a:lnTo>
                    <a:pt x="2224925" y="324065"/>
                  </a:lnTo>
                  <a:lnTo>
                    <a:pt x="2282075" y="324065"/>
                  </a:lnTo>
                  <a:lnTo>
                    <a:pt x="2282075" y="305015"/>
                  </a:lnTo>
                  <a:close/>
                </a:path>
                <a:path w="9276080" h="1895475">
                  <a:moveTo>
                    <a:pt x="2340013" y="1876348"/>
                  </a:moveTo>
                  <a:lnTo>
                    <a:pt x="2282863" y="1876348"/>
                  </a:lnTo>
                  <a:lnTo>
                    <a:pt x="2282863" y="1895398"/>
                  </a:lnTo>
                  <a:lnTo>
                    <a:pt x="2340013" y="1895398"/>
                  </a:lnTo>
                  <a:lnTo>
                    <a:pt x="2340013" y="1876348"/>
                  </a:lnTo>
                  <a:close/>
                </a:path>
                <a:path w="9276080" h="1895475">
                  <a:moveTo>
                    <a:pt x="2358275" y="305015"/>
                  </a:moveTo>
                  <a:lnTo>
                    <a:pt x="2301125" y="305015"/>
                  </a:lnTo>
                  <a:lnTo>
                    <a:pt x="2301125" y="324065"/>
                  </a:lnTo>
                  <a:lnTo>
                    <a:pt x="2358275" y="324065"/>
                  </a:lnTo>
                  <a:lnTo>
                    <a:pt x="2358275" y="305015"/>
                  </a:lnTo>
                  <a:close/>
                </a:path>
                <a:path w="9276080" h="1895475">
                  <a:moveTo>
                    <a:pt x="2416213" y="1876348"/>
                  </a:moveTo>
                  <a:lnTo>
                    <a:pt x="2359063" y="1876348"/>
                  </a:lnTo>
                  <a:lnTo>
                    <a:pt x="2359063" y="1895398"/>
                  </a:lnTo>
                  <a:lnTo>
                    <a:pt x="2416213" y="1895398"/>
                  </a:lnTo>
                  <a:lnTo>
                    <a:pt x="2416213" y="1876348"/>
                  </a:lnTo>
                  <a:close/>
                </a:path>
                <a:path w="9276080" h="1895475">
                  <a:moveTo>
                    <a:pt x="2434475" y="305015"/>
                  </a:moveTo>
                  <a:lnTo>
                    <a:pt x="2377325" y="305015"/>
                  </a:lnTo>
                  <a:lnTo>
                    <a:pt x="2377325" y="324065"/>
                  </a:lnTo>
                  <a:lnTo>
                    <a:pt x="2434475" y="324065"/>
                  </a:lnTo>
                  <a:lnTo>
                    <a:pt x="2434475" y="305015"/>
                  </a:lnTo>
                  <a:close/>
                </a:path>
                <a:path w="9276080" h="1895475">
                  <a:moveTo>
                    <a:pt x="2492413" y="1876348"/>
                  </a:moveTo>
                  <a:lnTo>
                    <a:pt x="2435263" y="1876348"/>
                  </a:lnTo>
                  <a:lnTo>
                    <a:pt x="2435263" y="1895398"/>
                  </a:lnTo>
                  <a:lnTo>
                    <a:pt x="2492413" y="1895398"/>
                  </a:lnTo>
                  <a:lnTo>
                    <a:pt x="2492413" y="1876348"/>
                  </a:lnTo>
                  <a:close/>
                </a:path>
                <a:path w="9276080" h="1895475">
                  <a:moveTo>
                    <a:pt x="2510675" y="305015"/>
                  </a:moveTo>
                  <a:lnTo>
                    <a:pt x="2453525" y="305015"/>
                  </a:lnTo>
                  <a:lnTo>
                    <a:pt x="2453525" y="324065"/>
                  </a:lnTo>
                  <a:lnTo>
                    <a:pt x="2510675" y="324065"/>
                  </a:lnTo>
                  <a:lnTo>
                    <a:pt x="2510675" y="305015"/>
                  </a:lnTo>
                  <a:close/>
                </a:path>
                <a:path w="9276080" h="1895475">
                  <a:moveTo>
                    <a:pt x="2568613" y="1876348"/>
                  </a:moveTo>
                  <a:lnTo>
                    <a:pt x="2511463" y="1876348"/>
                  </a:lnTo>
                  <a:lnTo>
                    <a:pt x="2511463" y="1895398"/>
                  </a:lnTo>
                  <a:lnTo>
                    <a:pt x="2568613" y="1895398"/>
                  </a:lnTo>
                  <a:lnTo>
                    <a:pt x="2568613" y="1876348"/>
                  </a:lnTo>
                  <a:close/>
                </a:path>
                <a:path w="9276080" h="1895475">
                  <a:moveTo>
                    <a:pt x="2586875" y="305015"/>
                  </a:moveTo>
                  <a:lnTo>
                    <a:pt x="2529725" y="305015"/>
                  </a:lnTo>
                  <a:lnTo>
                    <a:pt x="2529725" y="324065"/>
                  </a:lnTo>
                  <a:lnTo>
                    <a:pt x="2586875" y="324065"/>
                  </a:lnTo>
                  <a:lnTo>
                    <a:pt x="2586875" y="305015"/>
                  </a:lnTo>
                  <a:close/>
                </a:path>
                <a:path w="9276080" h="1895475">
                  <a:moveTo>
                    <a:pt x="2644813" y="1876348"/>
                  </a:moveTo>
                  <a:lnTo>
                    <a:pt x="2587663" y="1876348"/>
                  </a:lnTo>
                  <a:lnTo>
                    <a:pt x="2587663" y="1895398"/>
                  </a:lnTo>
                  <a:lnTo>
                    <a:pt x="2644813" y="1895398"/>
                  </a:lnTo>
                  <a:lnTo>
                    <a:pt x="2644813" y="1876348"/>
                  </a:lnTo>
                  <a:close/>
                </a:path>
                <a:path w="9276080" h="1895475">
                  <a:moveTo>
                    <a:pt x="2663075" y="305015"/>
                  </a:moveTo>
                  <a:lnTo>
                    <a:pt x="2605925" y="305015"/>
                  </a:lnTo>
                  <a:lnTo>
                    <a:pt x="2605925" y="324065"/>
                  </a:lnTo>
                  <a:lnTo>
                    <a:pt x="2663075" y="324065"/>
                  </a:lnTo>
                  <a:lnTo>
                    <a:pt x="2663075" y="305015"/>
                  </a:lnTo>
                  <a:close/>
                </a:path>
                <a:path w="9276080" h="1895475">
                  <a:moveTo>
                    <a:pt x="2721013" y="1876348"/>
                  </a:moveTo>
                  <a:lnTo>
                    <a:pt x="2663863" y="1876348"/>
                  </a:lnTo>
                  <a:lnTo>
                    <a:pt x="2663863" y="1895398"/>
                  </a:lnTo>
                  <a:lnTo>
                    <a:pt x="2721013" y="1895398"/>
                  </a:lnTo>
                  <a:lnTo>
                    <a:pt x="2721013" y="1876348"/>
                  </a:lnTo>
                  <a:close/>
                </a:path>
                <a:path w="9276080" h="1895475">
                  <a:moveTo>
                    <a:pt x="2739275" y="305015"/>
                  </a:moveTo>
                  <a:lnTo>
                    <a:pt x="2682125" y="305015"/>
                  </a:lnTo>
                  <a:lnTo>
                    <a:pt x="2682125" y="324065"/>
                  </a:lnTo>
                  <a:lnTo>
                    <a:pt x="2739275" y="324065"/>
                  </a:lnTo>
                  <a:lnTo>
                    <a:pt x="2739275" y="305015"/>
                  </a:lnTo>
                  <a:close/>
                </a:path>
                <a:path w="9276080" h="1895475">
                  <a:moveTo>
                    <a:pt x="2797213" y="1876348"/>
                  </a:moveTo>
                  <a:lnTo>
                    <a:pt x="2740063" y="1876348"/>
                  </a:lnTo>
                  <a:lnTo>
                    <a:pt x="2740063" y="1895398"/>
                  </a:lnTo>
                  <a:lnTo>
                    <a:pt x="2797213" y="1895398"/>
                  </a:lnTo>
                  <a:lnTo>
                    <a:pt x="2797213" y="1876348"/>
                  </a:lnTo>
                  <a:close/>
                </a:path>
                <a:path w="9276080" h="1895475">
                  <a:moveTo>
                    <a:pt x="2815475" y="305015"/>
                  </a:moveTo>
                  <a:lnTo>
                    <a:pt x="2758325" y="305015"/>
                  </a:lnTo>
                  <a:lnTo>
                    <a:pt x="2758325" y="324065"/>
                  </a:lnTo>
                  <a:lnTo>
                    <a:pt x="2815475" y="324065"/>
                  </a:lnTo>
                  <a:lnTo>
                    <a:pt x="2815475" y="305015"/>
                  </a:lnTo>
                  <a:close/>
                </a:path>
                <a:path w="9276080" h="1895475">
                  <a:moveTo>
                    <a:pt x="2873413" y="1876348"/>
                  </a:moveTo>
                  <a:lnTo>
                    <a:pt x="2816263" y="1876348"/>
                  </a:lnTo>
                  <a:lnTo>
                    <a:pt x="2816263" y="1895398"/>
                  </a:lnTo>
                  <a:lnTo>
                    <a:pt x="2873413" y="1895398"/>
                  </a:lnTo>
                  <a:lnTo>
                    <a:pt x="2873413" y="1876348"/>
                  </a:lnTo>
                  <a:close/>
                </a:path>
                <a:path w="9276080" h="1895475">
                  <a:moveTo>
                    <a:pt x="2891675" y="305015"/>
                  </a:moveTo>
                  <a:lnTo>
                    <a:pt x="2834525" y="305015"/>
                  </a:lnTo>
                  <a:lnTo>
                    <a:pt x="2834525" y="324065"/>
                  </a:lnTo>
                  <a:lnTo>
                    <a:pt x="2891675" y="324065"/>
                  </a:lnTo>
                  <a:lnTo>
                    <a:pt x="2891675" y="305015"/>
                  </a:lnTo>
                  <a:close/>
                </a:path>
                <a:path w="9276080" h="1895475">
                  <a:moveTo>
                    <a:pt x="2949613" y="1876348"/>
                  </a:moveTo>
                  <a:lnTo>
                    <a:pt x="2892463" y="1876348"/>
                  </a:lnTo>
                  <a:lnTo>
                    <a:pt x="2892463" y="1895398"/>
                  </a:lnTo>
                  <a:lnTo>
                    <a:pt x="2949613" y="1895398"/>
                  </a:lnTo>
                  <a:lnTo>
                    <a:pt x="2949613" y="1876348"/>
                  </a:lnTo>
                  <a:close/>
                </a:path>
                <a:path w="9276080" h="1895475">
                  <a:moveTo>
                    <a:pt x="2967875" y="305015"/>
                  </a:moveTo>
                  <a:lnTo>
                    <a:pt x="2910725" y="305015"/>
                  </a:lnTo>
                  <a:lnTo>
                    <a:pt x="2910725" y="324065"/>
                  </a:lnTo>
                  <a:lnTo>
                    <a:pt x="2967875" y="324065"/>
                  </a:lnTo>
                  <a:lnTo>
                    <a:pt x="2967875" y="305015"/>
                  </a:lnTo>
                  <a:close/>
                </a:path>
                <a:path w="9276080" h="1895475">
                  <a:moveTo>
                    <a:pt x="3025813" y="1876348"/>
                  </a:moveTo>
                  <a:lnTo>
                    <a:pt x="2968663" y="1876348"/>
                  </a:lnTo>
                  <a:lnTo>
                    <a:pt x="2968663" y="1895398"/>
                  </a:lnTo>
                  <a:lnTo>
                    <a:pt x="3025813" y="1895398"/>
                  </a:lnTo>
                  <a:lnTo>
                    <a:pt x="3025813" y="1876348"/>
                  </a:lnTo>
                  <a:close/>
                </a:path>
                <a:path w="9276080" h="1895475">
                  <a:moveTo>
                    <a:pt x="3044075" y="305015"/>
                  </a:moveTo>
                  <a:lnTo>
                    <a:pt x="2986925" y="305015"/>
                  </a:lnTo>
                  <a:lnTo>
                    <a:pt x="2986925" y="324065"/>
                  </a:lnTo>
                  <a:lnTo>
                    <a:pt x="3044075" y="324065"/>
                  </a:lnTo>
                  <a:lnTo>
                    <a:pt x="3044075" y="305015"/>
                  </a:lnTo>
                  <a:close/>
                </a:path>
                <a:path w="9276080" h="1895475">
                  <a:moveTo>
                    <a:pt x="3102013" y="1876348"/>
                  </a:moveTo>
                  <a:lnTo>
                    <a:pt x="3044863" y="1876348"/>
                  </a:lnTo>
                  <a:lnTo>
                    <a:pt x="3044863" y="1895398"/>
                  </a:lnTo>
                  <a:lnTo>
                    <a:pt x="3102013" y="1895398"/>
                  </a:lnTo>
                  <a:lnTo>
                    <a:pt x="3102013" y="1876348"/>
                  </a:lnTo>
                  <a:close/>
                </a:path>
                <a:path w="9276080" h="1895475">
                  <a:moveTo>
                    <a:pt x="3120275" y="305015"/>
                  </a:moveTo>
                  <a:lnTo>
                    <a:pt x="3063125" y="305015"/>
                  </a:lnTo>
                  <a:lnTo>
                    <a:pt x="3063125" y="324065"/>
                  </a:lnTo>
                  <a:lnTo>
                    <a:pt x="3120275" y="324065"/>
                  </a:lnTo>
                  <a:lnTo>
                    <a:pt x="3120275" y="305015"/>
                  </a:lnTo>
                  <a:close/>
                </a:path>
                <a:path w="9276080" h="1895475">
                  <a:moveTo>
                    <a:pt x="3178213" y="1876348"/>
                  </a:moveTo>
                  <a:lnTo>
                    <a:pt x="3121063" y="1876348"/>
                  </a:lnTo>
                  <a:lnTo>
                    <a:pt x="3121063" y="1895398"/>
                  </a:lnTo>
                  <a:lnTo>
                    <a:pt x="3178213" y="1895398"/>
                  </a:lnTo>
                  <a:lnTo>
                    <a:pt x="3178213" y="1876348"/>
                  </a:lnTo>
                  <a:close/>
                </a:path>
                <a:path w="9276080" h="1895475">
                  <a:moveTo>
                    <a:pt x="3196475" y="305015"/>
                  </a:moveTo>
                  <a:lnTo>
                    <a:pt x="3139325" y="305015"/>
                  </a:lnTo>
                  <a:lnTo>
                    <a:pt x="3139325" y="324065"/>
                  </a:lnTo>
                  <a:lnTo>
                    <a:pt x="3196475" y="324065"/>
                  </a:lnTo>
                  <a:lnTo>
                    <a:pt x="3196475" y="305015"/>
                  </a:lnTo>
                  <a:close/>
                </a:path>
                <a:path w="9276080" h="1895475">
                  <a:moveTo>
                    <a:pt x="3254413" y="1876348"/>
                  </a:moveTo>
                  <a:lnTo>
                    <a:pt x="3197263" y="1876348"/>
                  </a:lnTo>
                  <a:lnTo>
                    <a:pt x="3197263" y="1895398"/>
                  </a:lnTo>
                  <a:lnTo>
                    <a:pt x="3254413" y="1895398"/>
                  </a:lnTo>
                  <a:lnTo>
                    <a:pt x="3254413" y="1876348"/>
                  </a:lnTo>
                  <a:close/>
                </a:path>
                <a:path w="9276080" h="1895475">
                  <a:moveTo>
                    <a:pt x="3272675" y="305015"/>
                  </a:moveTo>
                  <a:lnTo>
                    <a:pt x="3215525" y="305015"/>
                  </a:lnTo>
                  <a:lnTo>
                    <a:pt x="3215525" y="324065"/>
                  </a:lnTo>
                  <a:lnTo>
                    <a:pt x="3272675" y="324065"/>
                  </a:lnTo>
                  <a:lnTo>
                    <a:pt x="3272675" y="305015"/>
                  </a:lnTo>
                  <a:close/>
                </a:path>
                <a:path w="9276080" h="1895475">
                  <a:moveTo>
                    <a:pt x="3330613" y="1876348"/>
                  </a:moveTo>
                  <a:lnTo>
                    <a:pt x="3273463" y="1876348"/>
                  </a:lnTo>
                  <a:lnTo>
                    <a:pt x="3273463" y="1895398"/>
                  </a:lnTo>
                  <a:lnTo>
                    <a:pt x="3330613" y="1895398"/>
                  </a:lnTo>
                  <a:lnTo>
                    <a:pt x="3330613" y="1876348"/>
                  </a:lnTo>
                  <a:close/>
                </a:path>
                <a:path w="9276080" h="1895475">
                  <a:moveTo>
                    <a:pt x="3348875" y="305015"/>
                  </a:moveTo>
                  <a:lnTo>
                    <a:pt x="3291725" y="305015"/>
                  </a:lnTo>
                  <a:lnTo>
                    <a:pt x="3291725" y="324065"/>
                  </a:lnTo>
                  <a:lnTo>
                    <a:pt x="3348875" y="324065"/>
                  </a:lnTo>
                  <a:lnTo>
                    <a:pt x="3348875" y="305015"/>
                  </a:lnTo>
                  <a:close/>
                </a:path>
                <a:path w="9276080" h="1895475">
                  <a:moveTo>
                    <a:pt x="3406813" y="1876348"/>
                  </a:moveTo>
                  <a:lnTo>
                    <a:pt x="3349663" y="1876348"/>
                  </a:lnTo>
                  <a:lnTo>
                    <a:pt x="3349663" y="1895398"/>
                  </a:lnTo>
                  <a:lnTo>
                    <a:pt x="3406813" y="1895398"/>
                  </a:lnTo>
                  <a:lnTo>
                    <a:pt x="3406813" y="1876348"/>
                  </a:lnTo>
                  <a:close/>
                </a:path>
                <a:path w="9276080" h="1895475">
                  <a:moveTo>
                    <a:pt x="3425075" y="305015"/>
                  </a:moveTo>
                  <a:lnTo>
                    <a:pt x="3367925" y="305015"/>
                  </a:lnTo>
                  <a:lnTo>
                    <a:pt x="3367925" y="324065"/>
                  </a:lnTo>
                  <a:lnTo>
                    <a:pt x="3425075" y="324065"/>
                  </a:lnTo>
                  <a:lnTo>
                    <a:pt x="3425075" y="305015"/>
                  </a:lnTo>
                  <a:close/>
                </a:path>
                <a:path w="9276080" h="1895475">
                  <a:moveTo>
                    <a:pt x="3483013" y="1876348"/>
                  </a:moveTo>
                  <a:lnTo>
                    <a:pt x="3425863" y="1876348"/>
                  </a:lnTo>
                  <a:lnTo>
                    <a:pt x="3425863" y="1895398"/>
                  </a:lnTo>
                  <a:lnTo>
                    <a:pt x="3483013" y="1895398"/>
                  </a:lnTo>
                  <a:lnTo>
                    <a:pt x="3483013" y="1876348"/>
                  </a:lnTo>
                  <a:close/>
                </a:path>
                <a:path w="9276080" h="1895475">
                  <a:moveTo>
                    <a:pt x="3501275" y="305015"/>
                  </a:moveTo>
                  <a:lnTo>
                    <a:pt x="3444125" y="305015"/>
                  </a:lnTo>
                  <a:lnTo>
                    <a:pt x="3444125" y="324065"/>
                  </a:lnTo>
                  <a:lnTo>
                    <a:pt x="3501275" y="324065"/>
                  </a:lnTo>
                  <a:lnTo>
                    <a:pt x="3501275" y="305015"/>
                  </a:lnTo>
                  <a:close/>
                </a:path>
                <a:path w="9276080" h="1895475">
                  <a:moveTo>
                    <a:pt x="3559213" y="1876348"/>
                  </a:moveTo>
                  <a:lnTo>
                    <a:pt x="3502063" y="1876348"/>
                  </a:lnTo>
                  <a:lnTo>
                    <a:pt x="3502063" y="1895398"/>
                  </a:lnTo>
                  <a:lnTo>
                    <a:pt x="3559213" y="1895398"/>
                  </a:lnTo>
                  <a:lnTo>
                    <a:pt x="3559213" y="1876348"/>
                  </a:lnTo>
                  <a:close/>
                </a:path>
                <a:path w="9276080" h="1895475">
                  <a:moveTo>
                    <a:pt x="3577475" y="305015"/>
                  </a:moveTo>
                  <a:lnTo>
                    <a:pt x="3520325" y="305015"/>
                  </a:lnTo>
                  <a:lnTo>
                    <a:pt x="3520325" y="324065"/>
                  </a:lnTo>
                  <a:lnTo>
                    <a:pt x="3577475" y="324065"/>
                  </a:lnTo>
                  <a:lnTo>
                    <a:pt x="3577475" y="305015"/>
                  </a:lnTo>
                  <a:close/>
                </a:path>
                <a:path w="9276080" h="1895475">
                  <a:moveTo>
                    <a:pt x="3635413" y="1876348"/>
                  </a:moveTo>
                  <a:lnTo>
                    <a:pt x="3578263" y="1876348"/>
                  </a:lnTo>
                  <a:lnTo>
                    <a:pt x="3578263" y="1895398"/>
                  </a:lnTo>
                  <a:lnTo>
                    <a:pt x="3635413" y="1895398"/>
                  </a:lnTo>
                  <a:lnTo>
                    <a:pt x="3635413" y="1876348"/>
                  </a:lnTo>
                  <a:close/>
                </a:path>
                <a:path w="9276080" h="1895475">
                  <a:moveTo>
                    <a:pt x="3653675" y="305015"/>
                  </a:moveTo>
                  <a:lnTo>
                    <a:pt x="3596525" y="305015"/>
                  </a:lnTo>
                  <a:lnTo>
                    <a:pt x="3596525" y="324065"/>
                  </a:lnTo>
                  <a:lnTo>
                    <a:pt x="3653675" y="324065"/>
                  </a:lnTo>
                  <a:lnTo>
                    <a:pt x="3653675" y="305015"/>
                  </a:lnTo>
                  <a:close/>
                </a:path>
                <a:path w="9276080" h="1895475">
                  <a:moveTo>
                    <a:pt x="3711613" y="1876348"/>
                  </a:moveTo>
                  <a:lnTo>
                    <a:pt x="3654463" y="1876348"/>
                  </a:lnTo>
                  <a:lnTo>
                    <a:pt x="3654463" y="1895398"/>
                  </a:lnTo>
                  <a:lnTo>
                    <a:pt x="3711613" y="1895398"/>
                  </a:lnTo>
                  <a:lnTo>
                    <a:pt x="3711613" y="1876348"/>
                  </a:lnTo>
                  <a:close/>
                </a:path>
                <a:path w="9276080" h="1895475">
                  <a:moveTo>
                    <a:pt x="3729875" y="305015"/>
                  </a:moveTo>
                  <a:lnTo>
                    <a:pt x="3672725" y="305015"/>
                  </a:lnTo>
                  <a:lnTo>
                    <a:pt x="3672725" y="324065"/>
                  </a:lnTo>
                  <a:lnTo>
                    <a:pt x="3729875" y="324065"/>
                  </a:lnTo>
                  <a:lnTo>
                    <a:pt x="3729875" y="305015"/>
                  </a:lnTo>
                  <a:close/>
                </a:path>
                <a:path w="9276080" h="1895475">
                  <a:moveTo>
                    <a:pt x="3787813" y="1876348"/>
                  </a:moveTo>
                  <a:lnTo>
                    <a:pt x="3730663" y="1876348"/>
                  </a:lnTo>
                  <a:lnTo>
                    <a:pt x="3730663" y="1895398"/>
                  </a:lnTo>
                  <a:lnTo>
                    <a:pt x="3787813" y="1895398"/>
                  </a:lnTo>
                  <a:lnTo>
                    <a:pt x="3787813" y="1876348"/>
                  </a:lnTo>
                  <a:close/>
                </a:path>
                <a:path w="9276080" h="1895475">
                  <a:moveTo>
                    <a:pt x="3806075" y="305015"/>
                  </a:moveTo>
                  <a:lnTo>
                    <a:pt x="3748925" y="305015"/>
                  </a:lnTo>
                  <a:lnTo>
                    <a:pt x="3748925" y="324065"/>
                  </a:lnTo>
                  <a:lnTo>
                    <a:pt x="3806075" y="324065"/>
                  </a:lnTo>
                  <a:lnTo>
                    <a:pt x="3806075" y="305015"/>
                  </a:lnTo>
                  <a:close/>
                </a:path>
                <a:path w="9276080" h="1895475">
                  <a:moveTo>
                    <a:pt x="3864013" y="1876348"/>
                  </a:moveTo>
                  <a:lnTo>
                    <a:pt x="3806863" y="1876348"/>
                  </a:lnTo>
                  <a:lnTo>
                    <a:pt x="3806863" y="1895398"/>
                  </a:lnTo>
                  <a:lnTo>
                    <a:pt x="3864013" y="1895398"/>
                  </a:lnTo>
                  <a:lnTo>
                    <a:pt x="3864013" y="1876348"/>
                  </a:lnTo>
                  <a:close/>
                </a:path>
                <a:path w="9276080" h="1895475">
                  <a:moveTo>
                    <a:pt x="3882275" y="305015"/>
                  </a:moveTo>
                  <a:lnTo>
                    <a:pt x="3825125" y="305015"/>
                  </a:lnTo>
                  <a:lnTo>
                    <a:pt x="3825125" y="324065"/>
                  </a:lnTo>
                  <a:lnTo>
                    <a:pt x="3882275" y="324065"/>
                  </a:lnTo>
                  <a:lnTo>
                    <a:pt x="3882275" y="305015"/>
                  </a:lnTo>
                  <a:close/>
                </a:path>
                <a:path w="9276080" h="1895475">
                  <a:moveTo>
                    <a:pt x="3940213" y="1876348"/>
                  </a:moveTo>
                  <a:lnTo>
                    <a:pt x="3883063" y="1876348"/>
                  </a:lnTo>
                  <a:lnTo>
                    <a:pt x="3883063" y="1895398"/>
                  </a:lnTo>
                  <a:lnTo>
                    <a:pt x="3940213" y="1895398"/>
                  </a:lnTo>
                  <a:lnTo>
                    <a:pt x="3940213" y="1876348"/>
                  </a:lnTo>
                  <a:close/>
                </a:path>
                <a:path w="9276080" h="1895475">
                  <a:moveTo>
                    <a:pt x="3958475" y="305015"/>
                  </a:moveTo>
                  <a:lnTo>
                    <a:pt x="3901325" y="305015"/>
                  </a:lnTo>
                  <a:lnTo>
                    <a:pt x="3901325" y="324065"/>
                  </a:lnTo>
                  <a:lnTo>
                    <a:pt x="3958475" y="324065"/>
                  </a:lnTo>
                  <a:lnTo>
                    <a:pt x="3958475" y="305015"/>
                  </a:lnTo>
                  <a:close/>
                </a:path>
                <a:path w="9276080" h="1895475">
                  <a:moveTo>
                    <a:pt x="4016413" y="1876348"/>
                  </a:moveTo>
                  <a:lnTo>
                    <a:pt x="3959263" y="1876348"/>
                  </a:lnTo>
                  <a:lnTo>
                    <a:pt x="3959263" y="1895398"/>
                  </a:lnTo>
                  <a:lnTo>
                    <a:pt x="4016413" y="1895398"/>
                  </a:lnTo>
                  <a:lnTo>
                    <a:pt x="4016413" y="1876348"/>
                  </a:lnTo>
                  <a:close/>
                </a:path>
                <a:path w="9276080" h="1895475">
                  <a:moveTo>
                    <a:pt x="4034675" y="305015"/>
                  </a:moveTo>
                  <a:lnTo>
                    <a:pt x="3977525" y="305015"/>
                  </a:lnTo>
                  <a:lnTo>
                    <a:pt x="3977525" y="324065"/>
                  </a:lnTo>
                  <a:lnTo>
                    <a:pt x="4034675" y="324065"/>
                  </a:lnTo>
                  <a:lnTo>
                    <a:pt x="4034675" y="305015"/>
                  </a:lnTo>
                  <a:close/>
                </a:path>
                <a:path w="9276080" h="1895475">
                  <a:moveTo>
                    <a:pt x="4092613" y="1876348"/>
                  </a:moveTo>
                  <a:lnTo>
                    <a:pt x="4035463" y="1876348"/>
                  </a:lnTo>
                  <a:lnTo>
                    <a:pt x="4035463" y="1895398"/>
                  </a:lnTo>
                  <a:lnTo>
                    <a:pt x="4092613" y="1895398"/>
                  </a:lnTo>
                  <a:lnTo>
                    <a:pt x="4092613" y="1876348"/>
                  </a:lnTo>
                  <a:close/>
                </a:path>
                <a:path w="9276080" h="1895475">
                  <a:moveTo>
                    <a:pt x="4110875" y="305015"/>
                  </a:moveTo>
                  <a:lnTo>
                    <a:pt x="4053725" y="305015"/>
                  </a:lnTo>
                  <a:lnTo>
                    <a:pt x="4053725" y="324065"/>
                  </a:lnTo>
                  <a:lnTo>
                    <a:pt x="4110875" y="324065"/>
                  </a:lnTo>
                  <a:lnTo>
                    <a:pt x="4110875" y="305015"/>
                  </a:lnTo>
                  <a:close/>
                </a:path>
                <a:path w="9276080" h="1895475">
                  <a:moveTo>
                    <a:pt x="4168813" y="1876348"/>
                  </a:moveTo>
                  <a:lnTo>
                    <a:pt x="4111663" y="1876348"/>
                  </a:lnTo>
                  <a:lnTo>
                    <a:pt x="4111663" y="1895398"/>
                  </a:lnTo>
                  <a:lnTo>
                    <a:pt x="4168813" y="1895398"/>
                  </a:lnTo>
                  <a:lnTo>
                    <a:pt x="4168813" y="1876348"/>
                  </a:lnTo>
                  <a:close/>
                </a:path>
                <a:path w="9276080" h="1895475">
                  <a:moveTo>
                    <a:pt x="4187075" y="305015"/>
                  </a:moveTo>
                  <a:lnTo>
                    <a:pt x="4129925" y="305015"/>
                  </a:lnTo>
                  <a:lnTo>
                    <a:pt x="4129925" y="324065"/>
                  </a:lnTo>
                  <a:lnTo>
                    <a:pt x="4187075" y="324065"/>
                  </a:lnTo>
                  <a:lnTo>
                    <a:pt x="4187075" y="305015"/>
                  </a:lnTo>
                  <a:close/>
                </a:path>
                <a:path w="9276080" h="1895475">
                  <a:moveTo>
                    <a:pt x="4245013" y="1876348"/>
                  </a:moveTo>
                  <a:lnTo>
                    <a:pt x="4187863" y="1876348"/>
                  </a:lnTo>
                  <a:lnTo>
                    <a:pt x="4187863" y="1895398"/>
                  </a:lnTo>
                  <a:lnTo>
                    <a:pt x="4245013" y="1895398"/>
                  </a:lnTo>
                  <a:lnTo>
                    <a:pt x="4245013" y="1876348"/>
                  </a:lnTo>
                  <a:close/>
                </a:path>
                <a:path w="9276080" h="1895475">
                  <a:moveTo>
                    <a:pt x="4263275" y="305015"/>
                  </a:moveTo>
                  <a:lnTo>
                    <a:pt x="4206125" y="305015"/>
                  </a:lnTo>
                  <a:lnTo>
                    <a:pt x="4206125" y="324065"/>
                  </a:lnTo>
                  <a:lnTo>
                    <a:pt x="4263275" y="324065"/>
                  </a:lnTo>
                  <a:lnTo>
                    <a:pt x="4263275" y="305015"/>
                  </a:lnTo>
                  <a:close/>
                </a:path>
                <a:path w="9276080" h="1895475">
                  <a:moveTo>
                    <a:pt x="4321213" y="1876348"/>
                  </a:moveTo>
                  <a:lnTo>
                    <a:pt x="4264063" y="1876348"/>
                  </a:lnTo>
                  <a:lnTo>
                    <a:pt x="4264063" y="1895398"/>
                  </a:lnTo>
                  <a:lnTo>
                    <a:pt x="4321213" y="1895398"/>
                  </a:lnTo>
                  <a:lnTo>
                    <a:pt x="4321213" y="1876348"/>
                  </a:lnTo>
                  <a:close/>
                </a:path>
                <a:path w="9276080" h="1895475">
                  <a:moveTo>
                    <a:pt x="4339475" y="305015"/>
                  </a:moveTo>
                  <a:lnTo>
                    <a:pt x="4282325" y="305015"/>
                  </a:lnTo>
                  <a:lnTo>
                    <a:pt x="4282325" y="324065"/>
                  </a:lnTo>
                  <a:lnTo>
                    <a:pt x="4339475" y="324065"/>
                  </a:lnTo>
                  <a:lnTo>
                    <a:pt x="4339475" y="305015"/>
                  </a:lnTo>
                  <a:close/>
                </a:path>
                <a:path w="9276080" h="1895475">
                  <a:moveTo>
                    <a:pt x="4397413" y="1876348"/>
                  </a:moveTo>
                  <a:lnTo>
                    <a:pt x="4340263" y="1876348"/>
                  </a:lnTo>
                  <a:lnTo>
                    <a:pt x="4340263" y="1895398"/>
                  </a:lnTo>
                  <a:lnTo>
                    <a:pt x="4397413" y="1895398"/>
                  </a:lnTo>
                  <a:lnTo>
                    <a:pt x="4397413" y="1876348"/>
                  </a:lnTo>
                  <a:close/>
                </a:path>
                <a:path w="9276080" h="1895475">
                  <a:moveTo>
                    <a:pt x="4415675" y="305015"/>
                  </a:moveTo>
                  <a:lnTo>
                    <a:pt x="4358525" y="305015"/>
                  </a:lnTo>
                  <a:lnTo>
                    <a:pt x="4358525" y="324065"/>
                  </a:lnTo>
                  <a:lnTo>
                    <a:pt x="4415675" y="324065"/>
                  </a:lnTo>
                  <a:lnTo>
                    <a:pt x="4415675" y="305015"/>
                  </a:lnTo>
                  <a:close/>
                </a:path>
                <a:path w="9276080" h="1895475">
                  <a:moveTo>
                    <a:pt x="4473664" y="1895221"/>
                  </a:moveTo>
                  <a:lnTo>
                    <a:pt x="4472965" y="1876323"/>
                  </a:lnTo>
                  <a:lnTo>
                    <a:pt x="4416463" y="1876323"/>
                  </a:lnTo>
                  <a:lnTo>
                    <a:pt x="4416463" y="1895398"/>
                  </a:lnTo>
                  <a:lnTo>
                    <a:pt x="4471898" y="1895398"/>
                  </a:lnTo>
                  <a:lnTo>
                    <a:pt x="4473664" y="1895221"/>
                  </a:lnTo>
                  <a:close/>
                </a:path>
                <a:path w="9276080" h="1895475">
                  <a:moveTo>
                    <a:pt x="4491698" y="309486"/>
                  </a:moveTo>
                  <a:lnTo>
                    <a:pt x="4490123" y="308648"/>
                  </a:lnTo>
                  <a:lnTo>
                    <a:pt x="4481233" y="305943"/>
                  </a:lnTo>
                  <a:lnTo>
                    <a:pt x="4471898" y="305015"/>
                  </a:lnTo>
                  <a:lnTo>
                    <a:pt x="4434725" y="305015"/>
                  </a:lnTo>
                  <a:lnTo>
                    <a:pt x="4434725" y="324065"/>
                  </a:lnTo>
                  <a:lnTo>
                    <a:pt x="4476064" y="324065"/>
                  </a:lnTo>
                  <a:lnTo>
                    <a:pt x="4480039" y="324942"/>
                  </a:lnTo>
                  <a:lnTo>
                    <a:pt x="4483824" y="326669"/>
                  </a:lnTo>
                  <a:lnTo>
                    <a:pt x="4491698" y="309486"/>
                  </a:lnTo>
                  <a:close/>
                </a:path>
                <a:path w="9276080" h="1895475">
                  <a:moveTo>
                    <a:pt x="4519523" y="1842770"/>
                  </a:moveTo>
                  <a:lnTo>
                    <a:pt x="4500473" y="1842770"/>
                  </a:lnTo>
                  <a:lnTo>
                    <a:pt x="4500473" y="1855673"/>
                  </a:lnTo>
                  <a:lnTo>
                    <a:pt x="4497679" y="1862404"/>
                  </a:lnTo>
                  <a:lnTo>
                    <a:pt x="4489805" y="1870278"/>
                  </a:lnTo>
                  <a:lnTo>
                    <a:pt x="4487189" y="1872132"/>
                  </a:lnTo>
                  <a:lnTo>
                    <a:pt x="4484255" y="1873542"/>
                  </a:lnTo>
                  <a:lnTo>
                    <a:pt x="4492409" y="1890560"/>
                  </a:lnTo>
                  <a:lnTo>
                    <a:pt x="4518596" y="1857108"/>
                  </a:lnTo>
                  <a:lnTo>
                    <a:pt x="4519523" y="1847773"/>
                  </a:lnTo>
                  <a:lnTo>
                    <a:pt x="4519523" y="1842770"/>
                  </a:lnTo>
                  <a:close/>
                </a:path>
                <a:path w="9276080" h="1895475">
                  <a:moveTo>
                    <a:pt x="4519523" y="1766570"/>
                  </a:moveTo>
                  <a:lnTo>
                    <a:pt x="4500473" y="1766570"/>
                  </a:lnTo>
                  <a:lnTo>
                    <a:pt x="4500473" y="1823720"/>
                  </a:lnTo>
                  <a:lnTo>
                    <a:pt x="4519523" y="1823720"/>
                  </a:lnTo>
                  <a:lnTo>
                    <a:pt x="4519523" y="1766570"/>
                  </a:lnTo>
                  <a:close/>
                </a:path>
                <a:path w="9276080" h="1895475">
                  <a:moveTo>
                    <a:pt x="4519523" y="1690370"/>
                  </a:moveTo>
                  <a:lnTo>
                    <a:pt x="4500473" y="1690370"/>
                  </a:lnTo>
                  <a:lnTo>
                    <a:pt x="4500473" y="1747520"/>
                  </a:lnTo>
                  <a:lnTo>
                    <a:pt x="4519523" y="1747520"/>
                  </a:lnTo>
                  <a:lnTo>
                    <a:pt x="4519523" y="1690370"/>
                  </a:lnTo>
                  <a:close/>
                </a:path>
                <a:path w="9276080" h="1895475">
                  <a:moveTo>
                    <a:pt x="4519523" y="1614170"/>
                  </a:moveTo>
                  <a:lnTo>
                    <a:pt x="4500473" y="1614170"/>
                  </a:lnTo>
                  <a:lnTo>
                    <a:pt x="4500473" y="1671320"/>
                  </a:lnTo>
                  <a:lnTo>
                    <a:pt x="4519523" y="1671320"/>
                  </a:lnTo>
                  <a:lnTo>
                    <a:pt x="4519523" y="1614170"/>
                  </a:lnTo>
                  <a:close/>
                </a:path>
                <a:path w="9276080" h="1895475">
                  <a:moveTo>
                    <a:pt x="4519523" y="1537970"/>
                  </a:moveTo>
                  <a:lnTo>
                    <a:pt x="4500473" y="1537970"/>
                  </a:lnTo>
                  <a:lnTo>
                    <a:pt x="4500473" y="1595120"/>
                  </a:lnTo>
                  <a:lnTo>
                    <a:pt x="4519523" y="1595120"/>
                  </a:lnTo>
                  <a:lnTo>
                    <a:pt x="4519523" y="1537970"/>
                  </a:lnTo>
                  <a:close/>
                </a:path>
                <a:path w="9276080" h="1895475">
                  <a:moveTo>
                    <a:pt x="4519523" y="1461770"/>
                  </a:moveTo>
                  <a:lnTo>
                    <a:pt x="4500473" y="1461770"/>
                  </a:lnTo>
                  <a:lnTo>
                    <a:pt x="4500473" y="1518920"/>
                  </a:lnTo>
                  <a:lnTo>
                    <a:pt x="4519523" y="1518920"/>
                  </a:lnTo>
                  <a:lnTo>
                    <a:pt x="4519523" y="1461770"/>
                  </a:lnTo>
                  <a:close/>
                </a:path>
                <a:path w="9276080" h="1895475">
                  <a:moveTo>
                    <a:pt x="4519523" y="1385570"/>
                  </a:moveTo>
                  <a:lnTo>
                    <a:pt x="4500473" y="1385570"/>
                  </a:lnTo>
                  <a:lnTo>
                    <a:pt x="4500473" y="1442720"/>
                  </a:lnTo>
                  <a:lnTo>
                    <a:pt x="4519523" y="1442720"/>
                  </a:lnTo>
                  <a:lnTo>
                    <a:pt x="4519523" y="1385570"/>
                  </a:lnTo>
                  <a:close/>
                </a:path>
                <a:path w="9276080" h="1895475">
                  <a:moveTo>
                    <a:pt x="4519523" y="1309370"/>
                  </a:moveTo>
                  <a:lnTo>
                    <a:pt x="4500473" y="1309370"/>
                  </a:lnTo>
                  <a:lnTo>
                    <a:pt x="4500473" y="1366520"/>
                  </a:lnTo>
                  <a:lnTo>
                    <a:pt x="4519523" y="1366520"/>
                  </a:lnTo>
                  <a:lnTo>
                    <a:pt x="4519523" y="1309370"/>
                  </a:lnTo>
                  <a:close/>
                </a:path>
                <a:path w="9276080" h="1895475">
                  <a:moveTo>
                    <a:pt x="4519523" y="1233170"/>
                  </a:moveTo>
                  <a:lnTo>
                    <a:pt x="4500473" y="1233170"/>
                  </a:lnTo>
                  <a:lnTo>
                    <a:pt x="4500473" y="1290320"/>
                  </a:lnTo>
                  <a:lnTo>
                    <a:pt x="4519523" y="1290320"/>
                  </a:lnTo>
                  <a:lnTo>
                    <a:pt x="4519523" y="1233170"/>
                  </a:lnTo>
                  <a:close/>
                </a:path>
                <a:path w="9276080" h="1895475">
                  <a:moveTo>
                    <a:pt x="4519523" y="1156970"/>
                  </a:moveTo>
                  <a:lnTo>
                    <a:pt x="4500473" y="1156970"/>
                  </a:lnTo>
                  <a:lnTo>
                    <a:pt x="4500473" y="1214120"/>
                  </a:lnTo>
                  <a:lnTo>
                    <a:pt x="4519523" y="1214120"/>
                  </a:lnTo>
                  <a:lnTo>
                    <a:pt x="4519523" y="1156970"/>
                  </a:lnTo>
                  <a:close/>
                </a:path>
                <a:path w="9276080" h="1895475">
                  <a:moveTo>
                    <a:pt x="4519523" y="1080770"/>
                  </a:moveTo>
                  <a:lnTo>
                    <a:pt x="4500473" y="1080770"/>
                  </a:lnTo>
                  <a:lnTo>
                    <a:pt x="4500473" y="1137920"/>
                  </a:lnTo>
                  <a:lnTo>
                    <a:pt x="4519523" y="1137920"/>
                  </a:lnTo>
                  <a:lnTo>
                    <a:pt x="4519523" y="1080770"/>
                  </a:lnTo>
                  <a:close/>
                </a:path>
                <a:path w="9276080" h="1895475">
                  <a:moveTo>
                    <a:pt x="4519523" y="1004570"/>
                  </a:moveTo>
                  <a:lnTo>
                    <a:pt x="4500473" y="1004570"/>
                  </a:lnTo>
                  <a:lnTo>
                    <a:pt x="4500473" y="1061720"/>
                  </a:lnTo>
                  <a:lnTo>
                    <a:pt x="4519523" y="1061720"/>
                  </a:lnTo>
                  <a:lnTo>
                    <a:pt x="4519523" y="1004570"/>
                  </a:lnTo>
                  <a:close/>
                </a:path>
                <a:path w="9276080" h="1895475">
                  <a:moveTo>
                    <a:pt x="4519523" y="928370"/>
                  </a:moveTo>
                  <a:lnTo>
                    <a:pt x="4500473" y="928370"/>
                  </a:lnTo>
                  <a:lnTo>
                    <a:pt x="4500473" y="985520"/>
                  </a:lnTo>
                  <a:lnTo>
                    <a:pt x="4519523" y="985520"/>
                  </a:lnTo>
                  <a:lnTo>
                    <a:pt x="4519523" y="928370"/>
                  </a:lnTo>
                  <a:close/>
                </a:path>
                <a:path w="9276080" h="1895475">
                  <a:moveTo>
                    <a:pt x="4519523" y="852170"/>
                  </a:moveTo>
                  <a:lnTo>
                    <a:pt x="4500473" y="852170"/>
                  </a:lnTo>
                  <a:lnTo>
                    <a:pt x="4500473" y="909320"/>
                  </a:lnTo>
                  <a:lnTo>
                    <a:pt x="4519523" y="909320"/>
                  </a:lnTo>
                  <a:lnTo>
                    <a:pt x="4519523" y="852170"/>
                  </a:lnTo>
                  <a:close/>
                </a:path>
                <a:path w="9276080" h="1895475">
                  <a:moveTo>
                    <a:pt x="4519523" y="775970"/>
                  </a:moveTo>
                  <a:lnTo>
                    <a:pt x="4500473" y="775970"/>
                  </a:lnTo>
                  <a:lnTo>
                    <a:pt x="4500473" y="833120"/>
                  </a:lnTo>
                  <a:lnTo>
                    <a:pt x="4519523" y="833120"/>
                  </a:lnTo>
                  <a:lnTo>
                    <a:pt x="4519523" y="775970"/>
                  </a:lnTo>
                  <a:close/>
                </a:path>
                <a:path w="9276080" h="1895475">
                  <a:moveTo>
                    <a:pt x="4519523" y="699770"/>
                  </a:moveTo>
                  <a:lnTo>
                    <a:pt x="4500473" y="699770"/>
                  </a:lnTo>
                  <a:lnTo>
                    <a:pt x="4500473" y="756920"/>
                  </a:lnTo>
                  <a:lnTo>
                    <a:pt x="4519523" y="756920"/>
                  </a:lnTo>
                  <a:lnTo>
                    <a:pt x="4519523" y="699770"/>
                  </a:lnTo>
                  <a:close/>
                </a:path>
                <a:path w="9276080" h="1895475">
                  <a:moveTo>
                    <a:pt x="4519523" y="623570"/>
                  </a:moveTo>
                  <a:lnTo>
                    <a:pt x="4500473" y="623570"/>
                  </a:lnTo>
                  <a:lnTo>
                    <a:pt x="4500473" y="680720"/>
                  </a:lnTo>
                  <a:lnTo>
                    <a:pt x="4519523" y="680720"/>
                  </a:lnTo>
                  <a:lnTo>
                    <a:pt x="4519523" y="623570"/>
                  </a:lnTo>
                  <a:close/>
                </a:path>
                <a:path w="9276080" h="1895475">
                  <a:moveTo>
                    <a:pt x="4519523" y="547370"/>
                  </a:moveTo>
                  <a:lnTo>
                    <a:pt x="4500473" y="547370"/>
                  </a:lnTo>
                  <a:lnTo>
                    <a:pt x="4500473" y="604520"/>
                  </a:lnTo>
                  <a:lnTo>
                    <a:pt x="4519523" y="604520"/>
                  </a:lnTo>
                  <a:lnTo>
                    <a:pt x="4519523" y="547370"/>
                  </a:lnTo>
                  <a:close/>
                </a:path>
                <a:path w="9276080" h="1895475">
                  <a:moveTo>
                    <a:pt x="4519523" y="471170"/>
                  </a:moveTo>
                  <a:lnTo>
                    <a:pt x="4500473" y="471170"/>
                  </a:lnTo>
                  <a:lnTo>
                    <a:pt x="4500473" y="528320"/>
                  </a:lnTo>
                  <a:lnTo>
                    <a:pt x="4519523" y="528320"/>
                  </a:lnTo>
                  <a:lnTo>
                    <a:pt x="4519523" y="471170"/>
                  </a:lnTo>
                  <a:close/>
                </a:path>
                <a:path w="9276080" h="1895475">
                  <a:moveTo>
                    <a:pt x="4519523" y="394970"/>
                  </a:moveTo>
                  <a:lnTo>
                    <a:pt x="4500473" y="394970"/>
                  </a:lnTo>
                  <a:lnTo>
                    <a:pt x="4500473" y="452120"/>
                  </a:lnTo>
                  <a:lnTo>
                    <a:pt x="4519523" y="452120"/>
                  </a:lnTo>
                  <a:lnTo>
                    <a:pt x="4519523" y="394970"/>
                  </a:lnTo>
                  <a:close/>
                </a:path>
                <a:path w="9276080" h="1895475">
                  <a:moveTo>
                    <a:pt x="4519523" y="352640"/>
                  </a:moveTo>
                  <a:lnTo>
                    <a:pt x="4518596" y="343306"/>
                  </a:lnTo>
                  <a:lnTo>
                    <a:pt x="4515904" y="334416"/>
                  </a:lnTo>
                  <a:lnTo>
                    <a:pt x="4511522" y="326224"/>
                  </a:lnTo>
                  <a:lnTo>
                    <a:pt x="4507268" y="321030"/>
                  </a:lnTo>
                  <a:lnTo>
                    <a:pt x="4493209" y="333603"/>
                  </a:lnTo>
                  <a:lnTo>
                    <a:pt x="4498048" y="339026"/>
                  </a:lnTo>
                  <a:lnTo>
                    <a:pt x="4500473" y="345376"/>
                  </a:lnTo>
                  <a:lnTo>
                    <a:pt x="4500473" y="375920"/>
                  </a:lnTo>
                  <a:lnTo>
                    <a:pt x="4519523" y="375920"/>
                  </a:lnTo>
                  <a:lnTo>
                    <a:pt x="4519523" y="352640"/>
                  </a:lnTo>
                  <a:close/>
                </a:path>
                <a:path w="9276080" h="1895475">
                  <a:moveTo>
                    <a:pt x="5276012" y="1750009"/>
                  </a:moveTo>
                  <a:lnTo>
                    <a:pt x="5256962" y="1750009"/>
                  </a:lnTo>
                  <a:lnTo>
                    <a:pt x="5256962" y="1807159"/>
                  </a:lnTo>
                  <a:lnTo>
                    <a:pt x="5276012" y="1807159"/>
                  </a:lnTo>
                  <a:lnTo>
                    <a:pt x="5276012" y="1750009"/>
                  </a:lnTo>
                  <a:close/>
                </a:path>
                <a:path w="9276080" h="1895475">
                  <a:moveTo>
                    <a:pt x="5276012" y="1673809"/>
                  </a:moveTo>
                  <a:lnTo>
                    <a:pt x="5256962" y="1673809"/>
                  </a:lnTo>
                  <a:lnTo>
                    <a:pt x="5256962" y="1730959"/>
                  </a:lnTo>
                  <a:lnTo>
                    <a:pt x="5276012" y="1730959"/>
                  </a:lnTo>
                  <a:lnTo>
                    <a:pt x="5276012" y="1673809"/>
                  </a:lnTo>
                  <a:close/>
                </a:path>
                <a:path w="9276080" h="1895475">
                  <a:moveTo>
                    <a:pt x="5276012" y="1597609"/>
                  </a:moveTo>
                  <a:lnTo>
                    <a:pt x="5256962" y="1597609"/>
                  </a:lnTo>
                  <a:lnTo>
                    <a:pt x="5256962" y="1654759"/>
                  </a:lnTo>
                  <a:lnTo>
                    <a:pt x="5276012" y="1654759"/>
                  </a:lnTo>
                  <a:lnTo>
                    <a:pt x="5276012" y="1597609"/>
                  </a:lnTo>
                  <a:close/>
                </a:path>
                <a:path w="9276080" h="1895475">
                  <a:moveTo>
                    <a:pt x="5276012" y="1521409"/>
                  </a:moveTo>
                  <a:lnTo>
                    <a:pt x="5256962" y="1521409"/>
                  </a:lnTo>
                  <a:lnTo>
                    <a:pt x="5256962" y="1578559"/>
                  </a:lnTo>
                  <a:lnTo>
                    <a:pt x="5276012" y="1578559"/>
                  </a:lnTo>
                  <a:lnTo>
                    <a:pt x="5276012" y="1521409"/>
                  </a:lnTo>
                  <a:close/>
                </a:path>
                <a:path w="9276080" h="1895475">
                  <a:moveTo>
                    <a:pt x="5276012" y="1445209"/>
                  </a:moveTo>
                  <a:lnTo>
                    <a:pt x="5256962" y="1445209"/>
                  </a:lnTo>
                  <a:lnTo>
                    <a:pt x="5256962" y="1502359"/>
                  </a:lnTo>
                  <a:lnTo>
                    <a:pt x="5276012" y="1502359"/>
                  </a:lnTo>
                  <a:lnTo>
                    <a:pt x="5276012" y="1445209"/>
                  </a:lnTo>
                  <a:close/>
                </a:path>
                <a:path w="9276080" h="1895475">
                  <a:moveTo>
                    <a:pt x="5276012" y="1369009"/>
                  </a:moveTo>
                  <a:lnTo>
                    <a:pt x="5256962" y="1369009"/>
                  </a:lnTo>
                  <a:lnTo>
                    <a:pt x="5256962" y="1426159"/>
                  </a:lnTo>
                  <a:lnTo>
                    <a:pt x="5276012" y="1426159"/>
                  </a:lnTo>
                  <a:lnTo>
                    <a:pt x="5276012" y="1369009"/>
                  </a:lnTo>
                  <a:close/>
                </a:path>
                <a:path w="9276080" h="1895475">
                  <a:moveTo>
                    <a:pt x="5276012" y="1292809"/>
                  </a:moveTo>
                  <a:lnTo>
                    <a:pt x="5256962" y="1292809"/>
                  </a:lnTo>
                  <a:lnTo>
                    <a:pt x="5256962" y="1349959"/>
                  </a:lnTo>
                  <a:lnTo>
                    <a:pt x="5276012" y="1349959"/>
                  </a:lnTo>
                  <a:lnTo>
                    <a:pt x="5276012" y="1292809"/>
                  </a:lnTo>
                  <a:close/>
                </a:path>
                <a:path w="9276080" h="1895475">
                  <a:moveTo>
                    <a:pt x="5276012" y="1216609"/>
                  </a:moveTo>
                  <a:lnTo>
                    <a:pt x="5256962" y="1216609"/>
                  </a:lnTo>
                  <a:lnTo>
                    <a:pt x="5256962" y="1273759"/>
                  </a:lnTo>
                  <a:lnTo>
                    <a:pt x="5276012" y="1273759"/>
                  </a:lnTo>
                  <a:lnTo>
                    <a:pt x="5276012" y="1216609"/>
                  </a:lnTo>
                  <a:close/>
                </a:path>
                <a:path w="9276080" h="1895475">
                  <a:moveTo>
                    <a:pt x="5276012" y="1140409"/>
                  </a:moveTo>
                  <a:lnTo>
                    <a:pt x="5256962" y="1140409"/>
                  </a:lnTo>
                  <a:lnTo>
                    <a:pt x="5256962" y="1197559"/>
                  </a:lnTo>
                  <a:lnTo>
                    <a:pt x="5276012" y="1197559"/>
                  </a:lnTo>
                  <a:lnTo>
                    <a:pt x="5276012" y="1140409"/>
                  </a:lnTo>
                  <a:close/>
                </a:path>
                <a:path w="9276080" h="1895475">
                  <a:moveTo>
                    <a:pt x="5276012" y="1064209"/>
                  </a:moveTo>
                  <a:lnTo>
                    <a:pt x="5256962" y="1064209"/>
                  </a:lnTo>
                  <a:lnTo>
                    <a:pt x="5256962" y="1121359"/>
                  </a:lnTo>
                  <a:lnTo>
                    <a:pt x="5276012" y="1121359"/>
                  </a:lnTo>
                  <a:lnTo>
                    <a:pt x="5276012" y="1064209"/>
                  </a:lnTo>
                  <a:close/>
                </a:path>
                <a:path w="9276080" h="1895475">
                  <a:moveTo>
                    <a:pt x="5276012" y="988009"/>
                  </a:moveTo>
                  <a:lnTo>
                    <a:pt x="5256962" y="988009"/>
                  </a:lnTo>
                  <a:lnTo>
                    <a:pt x="5256962" y="1045159"/>
                  </a:lnTo>
                  <a:lnTo>
                    <a:pt x="5276012" y="1045159"/>
                  </a:lnTo>
                  <a:lnTo>
                    <a:pt x="5276012" y="988009"/>
                  </a:lnTo>
                  <a:close/>
                </a:path>
                <a:path w="9276080" h="1895475">
                  <a:moveTo>
                    <a:pt x="5276012" y="911809"/>
                  </a:moveTo>
                  <a:lnTo>
                    <a:pt x="5256962" y="911809"/>
                  </a:lnTo>
                  <a:lnTo>
                    <a:pt x="5256962" y="968959"/>
                  </a:lnTo>
                  <a:lnTo>
                    <a:pt x="5276012" y="968959"/>
                  </a:lnTo>
                  <a:lnTo>
                    <a:pt x="5276012" y="911809"/>
                  </a:lnTo>
                  <a:close/>
                </a:path>
                <a:path w="9276080" h="1895475">
                  <a:moveTo>
                    <a:pt x="5276012" y="835609"/>
                  </a:moveTo>
                  <a:lnTo>
                    <a:pt x="5256962" y="835609"/>
                  </a:lnTo>
                  <a:lnTo>
                    <a:pt x="5256962" y="892759"/>
                  </a:lnTo>
                  <a:lnTo>
                    <a:pt x="5276012" y="892759"/>
                  </a:lnTo>
                  <a:lnTo>
                    <a:pt x="5276012" y="835609"/>
                  </a:lnTo>
                  <a:close/>
                </a:path>
                <a:path w="9276080" h="1895475">
                  <a:moveTo>
                    <a:pt x="5276012" y="759409"/>
                  </a:moveTo>
                  <a:lnTo>
                    <a:pt x="5256962" y="759409"/>
                  </a:lnTo>
                  <a:lnTo>
                    <a:pt x="5256962" y="816559"/>
                  </a:lnTo>
                  <a:lnTo>
                    <a:pt x="5276012" y="816559"/>
                  </a:lnTo>
                  <a:lnTo>
                    <a:pt x="5276012" y="759409"/>
                  </a:lnTo>
                  <a:close/>
                </a:path>
                <a:path w="9276080" h="1895475">
                  <a:moveTo>
                    <a:pt x="5276012" y="683209"/>
                  </a:moveTo>
                  <a:lnTo>
                    <a:pt x="5256962" y="683209"/>
                  </a:lnTo>
                  <a:lnTo>
                    <a:pt x="5256962" y="740359"/>
                  </a:lnTo>
                  <a:lnTo>
                    <a:pt x="5276012" y="740359"/>
                  </a:lnTo>
                  <a:lnTo>
                    <a:pt x="5276012" y="683209"/>
                  </a:lnTo>
                  <a:close/>
                </a:path>
                <a:path w="9276080" h="1895475">
                  <a:moveTo>
                    <a:pt x="5276012" y="607009"/>
                  </a:moveTo>
                  <a:lnTo>
                    <a:pt x="5256962" y="607009"/>
                  </a:lnTo>
                  <a:lnTo>
                    <a:pt x="5256962" y="664159"/>
                  </a:lnTo>
                  <a:lnTo>
                    <a:pt x="5276012" y="664159"/>
                  </a:lnTo>
                  <a:lnTo>
                    <a:pt x="5276012" y="607009"/>
                  </a:lnTo>
                  <a:close/>
                </a:path>
                <a:path w="9276080" h="1895475">
                  <a:moveTo>
                    <a:pt x="5276012" y="530809"/>
                  </a:moveTo>
                  <a:lnTo>
                    <a:pt x="5256962" y="530809"/>
                  </a:lnTo>
                  <a:lnTo>
                    <a:pt x="5256962" y="587959"/>
                  </a:lnTo>
                  <a:lnTo>
                    <a:pt x="5276012" y="587959"/>
                  </a:lnTo>
                  <a:lnTo>
                    <a:pt x="5276012" y="530809"/>
                  </a:lnTo>
                  <a:close/>
                </a:path>
                <a:path w="9276080" h="1895475">
                  <a:moveTo>
                    <a:pt x="5276012" y="454609"/>
                  </a:moveTo>
                  <a:lnTo>
                    <a:pt x="5256962" y="454609"/>
                  </a:lnTo>
                  <a:lnTo>
                    <a:pt x="5256962" y="511759"/>
                  </a:lnTo>
                  <a:lnTo>
                    <a:pt x="5276012" y="511759"/>
                  </a:lnTo>
                  <a:lnTo>
                    <a:pt x="5276012" y="454609"/>
                  </a:lnTo>
                  <a:close/>
                </a:path>
                <a:path w="9276080" h="1895475">
                  <a:moveTo>
                    <a:pt x="5276012" y="378409"/>
                  </a:moveTo>
                  <a:lnTo>
                    <a:pt x="5256962" y="378409"/>
                  </a:lnTo>
                  <a:lnTo>
                    <a:pt x="5256962" y="435559"/>
                  </a:lnTo>
                  <a:lnTo>
                    <a:pt x="5276012" y="435559"/>
                  </a:lnTo>
                  <a:lnTo>
                    <a:pt x="5276012" y="378409"/>
                  </a:lnTo>
                  <a:close/>
                </a:path>
                <a:path w="9276080" h="1895475">
                  <a:moveTo>
                    <a:pt x="5284000" y="1867598"/>
                  </a:moveTo>
                  <a:lnTo>
                    <a:pt x="5278666" y="1862061"/>
                  </a:lnTo>
                  <a:lnTo>
                    <a:pt x="5276012" y="1855457"/>
                  </a:lnTo>
                  <a:lnTo>
                    <a:pt x="5276012" y="1826209"/>
                  </a:lnTo>
                  <a:lnTo>
                    <a:pt x="5256962" y="1826209"/>
                  </a:lnTo>
                  <a:lnTo>
                    <a:pt x="5256962" y="1847773"/>
                  </a:lnTo>
                  <a:lnTo>
                    <a:pt x="5257876" y="1857108"/>
                  </a:lnTo>
                  <a:lnTo>
                    <a:pt x="5260581" y="1865998"/>
                  </a:lnTo>
                  <a:lnTo>
                    <a:pt x="5264963" y="1874202"/>
                  </a:lnTo>
                  <a:lnTo>
                    <a:pt x="5270335" y="1880755"/>
                  </a:lnTo>
                  <a:lnTo>
                    <a:pt x="5284000" y="1867598"/>
                  </a:lnTo>
                  <a:close/>
                </a:path>
                <a:path w="9276080" h="1895475">
                  <a:moveTo>
                    <a:pt x="5291302" y="327342"/>
                  </a:moveTo>
                  <a:lnTo>
                    <a:pt x="5282552" y="310680"/>
                  </a:lnTo>
                  <a:lnTo>
                    <a:pt x="5278158" y="313016"/>
                  </a:lnTo>
                  <a:lnTo>
                    <a:pt x="5270906" y="318973"/>
                  </a:lnTo>
                  <a:lnTo>
                    <a:pt x="5264963" y="326224"/>
                  </a:lnTo>
                  <a:lnTo>
                    <a:pt x="5260581" y="334416"/>
                  </a:lnTo>
                  <a:lnTo>
                    <a:pt x="5257876" y="343306"/>
                  </a:lnTo>
                  <a:lnTo>
                    <a:pt x="5256962" y="352640"/>
                  </a:lnTo>
                  <a:lnTo>
                    <a:pt x="5256962" y="359359"/>
                  </a:lnTo>
                  <a:lnTo>
                    <a:pt x="5276012" y="359359"/>
                  </a:lnTo>
                  <a:lnTo>
                    <a:pt x="5276012" y="344754"/>
                  </a:lnTo>
                  <a:lnTo>
                    <a:pt x="5278793" y="338023"/>
                  </a:lnTo>
                  <a:lnTo>
                    <a:pt x="5286426" y="330390"/>
                  </a:lnTo>
                  <a:lnTo>
                    <a:pt x="5288737" y="328688"/>
                  </a:lnTo>
                  <a:lnTo>
                    <a:pt x="5291302" y="327342"/>
                  </a:lnTo>
                  <a:close/>
                </a:path>
                <a:path w="9276080" h="1895475">
                  <a:moveTo>
                    <a:pt x="5343461" y="1876348"/>
                  </a:moveTo>
                  <a:lnTo>
                    <a:pt x="5300777" y="1876348"/>
                  </a:lnTo>
                  <a:lnTo>
                    <a:pt x="5297132" y="1875624"/>
                  </a:lnTo>
                  <a:lnTo>
                    <a:pt x="5293626" y="1874164"/>
                  </a:lnTo>
                  <a:lnTo>
                    <a:pt x="5286311" y="1891753"/>
                  </a:lnTo>
                  <a:lnTo>
                    <a:pt x="5295239" y="1894471"/>
                  </a:lnTo>
                  <a:lnTo>
                    <a:pt x="5304574" y="1895398"/>
                  </a:lnTo>
                  <a:lnTo>
                    <a:pt x="5343461" y="1895398"/>
                  </a:lnTo>
                  <a:lnTo>
                    <a:pt x="5343461" y="1876348"/>
                  </a:lnTo>
                  <a:close/>
                </a:path>
                <a:path w="9276080" h="1895475">
                  <a:moveTo>
                    <a:pt x="5361724" y="305015"/>
                  </a:moveTo>
                  <a:lnTo>
                    <a:pt x="5304574" y="305015"/>
                  </a:lnTo>
                  <a:lnTo>
                    <a:pt x="5301069" y="305371"/>
                  </a:lnTo>
                  <a:lnTo>
                    <a:pt x="5302453" y="324065"/>
                  </a:lnTo>
                  <a:lnTo>
                    <a:pt x="5361724" y="324065"/>
                  </a:lnTo>
                  <a:lnTo>
                    <a:pt x="5361724" y="305015"/>
                  </a:lnTo>
                  <a:close/>
                </a:path>
                <a:path w="9276080" h="1895475">
                  <a:moveTo>
                    <a:pt x="5419661" y="1876348"/>
                  </a:moveTo>
                  <a:lnTo>
                    <a:pt x="5362511" y="1876348"/>
                  </a:lnTo>
                  <a:lnTo>
                    <a:pt x="5362511" y="1895398"/>
                  </a:lnTo>
                  <a:lnTo>
                    <a:pt x="5419661" y="1895398"/>
                  </a:lnTo>
                  <a:lnTo>
                    <a:pt x="5419661" y="1876348"/>
                  </a:lnTo>
                  <a:close/>
                </a:path>
                <a:path w="9276080" h="1895475">
                  <a:moveTo>
                    <a:pt x="5437924" y="305015"/>
                  </a:moveTo>
                  <a:lnTo>
                    <a:pt x="5380774" y="305015"/>
                  </a:lnTo>
                  <a:lnTo>
                    <a:pt x="5380774" y="324065"/>
                  </a:lnTo>
                  <a:lnTo>
                    <a:pt x="5437924" y="324065"/>
                  </a:lnTo>
                  <a:lnTo>
                    <a:pt x="5437924" y="305015"/>
                  </a:lnTo>
                  <a:close/>
                </a:path>
                <a:path w="9276080" h="1895475">
                  <a:moveTo>
                    <a:pt x="5495861" y="1876348"/>
                  </a:moveTo>
                  <a:lnTo>
                    <a:pt x="5438711" y="1876348"/>
                  </a:lnTo>
                  <a:lnTo>
                    <a:pt x="5438711" y="1895398"/>
                  </a:lnTo>
                  <a:lnTo>
                    <a:pt x="5495861" y="1895398"/>
                  </a:lnTo>
                  <a:lnTo>
                    <a:pt x="5495861" y="1876348"/>
                  </a:lnTo>
                  <a:close/>
                </a:path>
                <a:path w="9276080" h="1895475">
                  <a:moveTo>
                    <a:pt x="5514124" y="305015"/>
                  </a:moveTo>
                  <a:lnTo>
                    <a:pt x="5456974" y="305015"/>
                  </a:lnTo>
                  <a:lnTo>
                    <a:pt x="5456974" y="324065"/>
                  </a:lnTo>
                  <a:lnTo>
                    <a:pt x="5514124" y="324065"/>
                  </a:lnTo>
                  <a:lnTo>
                    <a:pt x="5514124" y="305015"/>
                  </a:lnTo>
                  <a:close/>
                </a:path>
                <a:path w="9276080" h="1895475">
                  <a:moveTo>
                    <a:pt x="5572061" y="1876348"/>
                  </a:moveTo>
                  <a:lnTo>
                    <a:pt x="5514911" y="1876348"/>
                  </a:lnTo>
                  <a:lnTo>
                    <a:pt x="5514911" y="1895398"/>
                  </a:lnTo>
                  <a:lnTo>
                    <a:pt x="5572061" y="1895398"/>
                  </a:lnTo>
                  <a:lnTo>
                    <a:pt x="5572061" y="1876348"/>
                  </a:lnTo>
                  <a:close/>
                </a:path>
                <a:path w="9276080" h="1895475">
                  <a:moveTo>
                    <a:pt x="5590324" y="305015"/>
                  </a:moveTo>
                  <a:lnTo>
                    <a:pt x="5533174" y="305015"/>
                  </a:lnTo>
                  <a:lnTo>
                    <a:pt x="5533174" y="324065"/>
                  </a:lnTo>
                  <a:lnTo>
                    <a:pt x="5590324" y="324065"/>
                  </a:lnTo>
                  <a:lnTo>
                    <a:pt x="5590324" y="305015"/>
                  </a:lnTo>
                  <a:close/>
                </a:path>
                <a:path w="9276080" h="1895475">
                  <a:moveTo>
                    <a:pt x="5648261" y="1876348"/>
                  </a:moveTo>
                  <a:lnTo>
                    <a:pt x="5591111" y="1876348"/>
                  </a:lnTo>
                  <a:lnTo>
                    <a:pt x="5591111" y="1895398"/>
                  </a:lnTo>
                  <a:lnTo>
                    <a:pt x="5648261" y="1895398"/>
                  </a:lnTo>
                  <a:lnTo>
                    <a:pt x="5648261" y="1876348"/>
                  </a:lnTo>
                  <a:close/>
                </a:path>
                <a:path w="9276080" h="1895475">
                  <a:moveTo>
                    <a:pt x="5666524" y="305015"/>
                  </a:moveTo>
                  <a:lnTo>
                    <a:pt x="5609374" y="305015"/>
                  </a:lnTo>
                  <a:lnTo>
                    <a:pt x="5609374" y="324065"/>
                  </a:lnTo>
                  <a:lnTo>
                    <a:pt x="5666524" y="324065"/>
                  </a:lnTo>
                  <a:lnTo>
                    <a:pt x="5666524" y="305015"/>
                  </a:lnTo>
                  <a:close/>
                </a:path>
                <a:path w="9276080" h="1895475">
                  <a:moveTo>
                    <a:pt x="5724461" y="1876348"/>
                  </a:moveTo>
                  <a:lnTo>
                    <a:pt x="5667311" y="1876348"/>
                  </a:lnTo>
                  <a:lnTo>
                    <a:pt x="5667311" y="1895398"/>
                  </a:lnTo>
                  <a:lnTo>
                    <a:pt x="5724461" y="1895398"/>
                  </a:lnTo>
                  <a:lnTo>
                    <a:pt x="5724461" y="1876348"/>
                  </a:lnTo>
                  <a:close/>
                </a:path>
                <a:path w="9276080" h="1895475">
                  <a:moveTo>
                    <a:pt x="5742724" y="305015"/>
                  </a:moveTo>
                  <a:lnTo>
                    <a:pt x="5685574" y="305015"/>
                  </a:lnTo>
                  <a:lnTo>
                    <a:pt x="5685574" y="324065"/>
                  </a:lnTo>
                  <a:lnTo>
                    <a:pt x="5742724" y="324065"/>
                  </a:lnTo>
                  <a:lnTo>
                    <a:pt x="5742724" y="305015"/>
                  </a:lnTo>
                  <a:close/>
                </a:path>
                <a:path w="9276080" h="1895475">
                  <a:moveTo>
                    <a:pt x="5800661" y="1876348"/>
                  </a:moveTo>
                  <a:lnTo>
                    <a:pt x="5743511" y="1876348"/>
                  </a:lnTo>
                  <a:lnTo>
                    <a:pt x="5743511" y="1895398"/>
                  </a:lnTo>
                  <a:lnTo>
                    <a:pt x="5800661" y="1895398"/>
                  </a:lnTo>
                  <a:lnTo>
                    <a:pt x="5800661" y="1876348"/>
                  </a:lnTo>
                  <a:close/>
                </a:path>
                <a:path w="9276080" h="1895475">
                  <a:moveTo>
                    <a:pt x="5818924" y="305015"/>
                  </a:moveTo>
                  <a:lnTo>
                    <a:pt x="5761774" y="305015"/>
                  </a:lnTo>
                  <a:lnTo>
                    <a:pt x="5761774" y="324065"/>
                  </a:lnTo>
                  <a:lnTo>
                    <a:pt x="5818924" y="324065"/>
                  </a:lnTo>
                  <a:lnTo>
                    <a:pt x="5818924" y="305015"/>
                  </a:lnTo>
                  <a:close/>
                </a:path>
                <a:path w="9276080" h="1895475">
                  <a:moveTo>
                    <a:pt x="5876861" y="1876348"/>
                  </a:moveTo>
                  <a:lnTo>
                    <a:pt x="5819711" y="1876348"/>
                  </a:lnTo>
                  <a:lnTo>
                    <a:pt x="5819711" y="1895398"/>
                  </a:lnTo>
                  <a:lnTo>
                    <a:pt x="5876861" y="1895398"/>
                  </a:lnTo>
                  <a:lnTo>
                    <a:pt x="5876861" y="1876348"/>
                  </a:lnTo>
                  <a:close/>
                </a:path>
                <a:path w="9276080" h="1895475">
                  <a:moveTo>
                    <a:pt x="5895124" y="305015"/>
                  </a:moveTo>
                  <a:lnTo>
                    <a:pt x="5837974" y="305015"/>
                  </a:lnTo>
                  <a:lnTo>
                    <a:pt x="5837974" y="324065"/>
                  </a:lnTo>
                  <a:lnTo>
                    <a:pt x="5895124" y="324065"/>
                  </a:lnTo>
                  <a:lnTo>
                    <a:pt x="5895124" y="305015"/>
                  </a:lnTo>
                  <a:close/>
                </a:path>
                <a:path w="9276080" h="1895475">
                  <a:moveTo>
                    <a:pt x="5953061" y="1876348"/>
                  </a:moveTo>
                  <a:lnTo>
                    <a:pt x="5895911" y="1876348"/>
                  </a:lnTo>
                  <a:lnTo>
                    <a:pt x="5895911" y="1895398"/>
                  </a:lnTo>
                  <a:lnTo>
                    <a:pt x="5953061" y="1895398"/>
                  </a:lnTo>
                  <a:lnTo>
                    <a:pt x="5953061" y="1876348"/>
                  </a:lnTo>
                  <a:close/>
                </a:path>
                <a:path w="9276080" h="1895475">
                  <a:moveTo>
                    <a:pt x="5971324" y="305015"/>
                  </a:moveTo>
                  <a:lnTo>
                    <a:pt x="5914174" y="305015"/>
                  </a:lnTo>
                  <a:lnTo>
                    <a:pt x="5914174" y="324065"/>
                  </a:lnTo>
                  <a:lnTo>
                    <a:pt x="5971324" y="324065"/>
                  </a:lnTo>
                  <a:lnTo>
                    <a:pt x="5971324" y="305015"/>
                  </a:lnTo>
                  <a:close/>
                </a:path>
                <a:path w="9276080" h="1895475">
                  <a:moveTo>
                    <a:pt x="6029261" y="1876348"/>
                  </a:moveTo>
                  <a:lnTo>
                    <a:pt x="5972111" y="1876348"/>
                  </a:lnTo>
                  <a:lnTo>
                    <a:pt x="5972111" y="1895398"/>
                  </a:lnTo>
                  <a:lnTo>
                    <a:pt x="6029261" y="1895398"/>
                  </a:lnTo>
                  <a:lnTo>
                    <a:pt x="6029261" y="1876348"/>
                  </a:lnTo>
                  <a:close/>
                </a:path>
                <a:path w="9276080" h="1895475">
                  <a:moveTo>
                    <a:pt x="6047524" y="305015"/>
                  </a:moveTo>
                  <a:lnTo>
                    <a:pt x="5990374" y="305015"/>
                  </a:lnTo>
                  <a:lnTo>
                    <a:pt x="5990374" y="324065"/>
                  </a:lnTo>
                  <a:lnTo>
                    <a:pt x="6047524" y="324065"/>
                  </a:lnTo>
                  <a:lnTo>
                    <a:pt x="6047524" y="305015"/>
                  </a:lnTo>
                  <a:close/>
                </a:path>
                <a:path w="9276080" h="1895475">
                  <a:moveTo>
                    <a:pt x="6105461" y="1876348"/>
                  </a:moveTo>
                  <a:lnTo>
                    <a:pt x="6048311" y="1876348"/>
                  </a:lnTo>
                  <a:lnTo>
                    <a:pt x="6048311" y="1895398"/>
                  </a:lnTo>
                  <a:lnTo>
                    <a:pt x="6105461" y="1895398"/>
                  </a:lnTo>
                  <a:lnTo>
                    <a:pt x="6105461" y="1876348"/>
                  </a:lnTo>
                  <a:close/>
                </a:path>
                <a:path w="9276080" h="1895475">
                  <a:moveTo>
                    <a:pt x="6123724" y="305015"/>
                  </a:moveTo>
                  <a:lnTo>
                    <a:pt x="6066574" y="305015"/>
                  </a:lnTo>
                  <a:lnTo>
                    <a:pt x="6066574" y="324065"/>
                  </a:lnTo>
                  <a:lnTo>
                    <a:pt x="6123724" y="324065"/>
                  </a:lnTo>
                  <a:lnTo>
                    <a:pt x="6123724" y="305015"/>
                  </a:lnTo>
                  <a:close/>
                </a:path>
                <a:path w="9276080" h="1895475">
                  <a:moveTo>
                    <a:pt x="6181661" y="1876348"/>
                  </a:moveTo>
                  <a:lnTo>
                    <a:pt x="6124511" y="1876348"/>
                  </a:lnTo>
                  <a:lnTo>
                    <a:pt x="6124511" y="1895398"/>
                  </a:lnTo>
                  <a:lnTo>
                    <a:pt x="6181661" y="1895398"/>
                  </a:lnTo>
                  <a:lnTo>
                    <a:pt x="6181661" y="1876348"/>
                  </a:lnTo>
                  <a:close/>
                </a:path>
                <a:path w="9276080" h="1895475">
                  <a:moveTo>
                    <a:pt x="6199924" y="305015"/>
                  </a:moveTo>
                  <a:lnTo>
                    <a:pt x="6142774" y="305015"/>
                  </a:lnTo>
                  <a:lnTo>
                    <a:pt x="6142774" y="324065"/>
                  </a:lnTo>
                  <a:lnTo>
                    <a:pt x="6199924" y="324065"/>
                  </a:lnTo>
                  <a:lnTo>
                    <a:pt x="6199924" y="305015"/>
                  </a:lnTo>
                  <a:close/>
                </a:path>
                <a:path w="9276080" h="1895475">
                  <a:moveTo>
                    <a:pt x="6257861" y="1876348"/>
                  </a:moveTo>
                  <a:lnTo>
                    <a:pt x="6200711" y="1876348"/>
                  </a:lnTo>
                  <a:lnTo>
                    <a:pt x="6200711" y="1895398"/>
                  </a:lnTo>
                  <a:lnTo>
                    <a:pt x="6257861" y="1895398"/>
                  </a:lnTo>
                  <a:lnTo>
                    <a:pt x="6257861" y="1876348"/>
                  </a:lnTo>
                  <a:close/>
                </a:path>
                <a:path w="9276080" h="1895475">
                  <a:moveTo>
                    <a:pt x="6276124" y="305015"/>
                  </a:moveTo>
                  <a:lnTo>
                    <a:pt x="6218974" y="305015"/>
                  </a:lnTo>
                  <a:lnTo>
                    <a:pt x="6218974" y="324065"/>
                  </a:lnTo>
                  <a:lnTo>
                    <a:pt x="6276124" y="324065"/>
                  </a:lnTo>
                  <a:lnTo>
                    <a:pt x="6276124" y="305015"/>
                  </a:lnTo>
                  <a:close/>
                </a:path>
                <a:path w="9276080" h="1895475">
                  <a:moveTo>
                    <a:pt x="6334061" y="1876348"/>
                  </a:moveTo>
                  <a:lnTo>
                    <a:pt x="6276911" y="1876348"/>
                  </a:lnTo>
                  <a:lnTo>
                    <a:pt x="6276911" y="1895398"/>
                  </a:lnTo>
                  <a:lnTo>
                    <a:pt x="6334061" y="1895398"/>
                  </a:lnTo>
                  <a:lnTo>
                    <a:pt x="6334061" y="1876348"/>
                  </a:lnTo>
                  <a:close/>
                </a:path>
                <a:path w="9276080" h="1895475">
                  <a:moveTo>
                    <a:pt x="6352324" y="305015"/>
                  </a:moveTo>
                  <a:lnTo>
                    <a:pt x="6295174" y="305015"/>
                  </a:lnTo>
                  <a:lnTo>
                    <a:pt x="6295174" y="324065"/>
                  </a:lnTo>
                  <a:lnTo>
                    <a:pt x="6352324" y="324065"/>
                  </a:lnTo>
                  <a:lnTo>
                    <a:pt x="6352324" y="305015"/>
                  </a:lnTo>
                  <a:close/>
                </a:path>
                <a:path w="9276080" h="1895475">
                  <a:moveTo>
                    <a:pt x="6410261" y="1876348"/>
                  </a:moveTo>
                  <a:lnTo>
                    <a:pt x="6353111" y="1876348"/>
                  </a:lnTo>
                  <a:lnTo>
                    <a:pt x="6353111" y="1895398"/>
                  </a:lnTo>
                  <a:lnTo>
                    <a:pt x="6410261" y="1895398"/>
                  </a:lnTo>
                  <a:lnTo>
                    <a:pt x="6410261" y="1876348"/>
                  </a:lnTo>
                  <a:close/>
                </a:path>
                <a:path w="9276080" h="1895475">
                  <a:moveTo>
                    <a:pt x="6428524" y="305015"/>
                  </a:moveTo>
                  <a:lnTo>
                    <a:pt x="6371374" y="305015"/>
                  </a:lnTo>
                  <a:lnTo>
                    <a:pt x="6371374" y="324065"/>
                  </a:lnTo>
                  <a:lnTo>
                    <a:pt x="6428524" y="324065"/>
                  </a:lnTo>
                  <a:lnTo>
                    <a:pt x="6428524" y="305015"/>
                  </a:lnTo>
                  <a:close/>
                </a:path>
                <a:path w="9276080" h="1895475">
                  <a:moveTo>
                    <a:pt x="6486461" y="1876348"/>
                  </a:moveTo>
                  <a:lnTo>
                    <a:pt x="6429311" y="1876348"/>
                  </a:lnTo>
                  <a:lnTo>
                    <a:pt x="6429311" y="1895398"/>
                  </a:lnTo>
                  <a:lnTo>
                    <a:pt x="6486461" y="1895398"/>
                  </a:lnTo>
                  <a:lnTo>
                    <a:pt x="6486461" y="1876348"/>
                  </a:lnTo>
                  <a:close/>
                </a:path>
                <a:path w="9276080" h="1895475">
                  <a:moveTo>
                    <a:pt x="6504724" y="305015"/>
                  </a:moveTo>
                  <a:lnTo>
                    <a:pt x="6447574" y="305015"/>
                  </a:lnTo>
                  <a:lnTo>
                    <a:pt x="6447574" y="324065"/>
                  </a:lnTo>
                  <a:lnTo>
                    <a:pt x="6504724" y="324065"/>
                  </a:lnTo>
                  <a:lnTo>
                    <a:pt x="6504724" y="305015"/>
                  </a:lnTo>
                  <a:close/>
                </a:path>
                <a:path w="9276080" h="1895475">
                  <a:moveTo>
                    <a:pt x="6562661" y="1876348"/>
                  </a:moveTo>
                  <a:lnTo>
                    <a:pt x="6505511" y="1876348"/>
                  </a:lnTo>
                  <a:lnTo>
                    <a:pt x="6505511" y="1895398"/>
                  </a:lnTo>
                  <a:lnTo>
                    <a:pt x="6562661" y="1895398"/>
                  </a:lnTo>
                  <a:lnTo>
                    <a:pt x="6562661" y="1876348"/>
                  </a:lnTo>
                  <a:close/>
                </a:path>
                <a:path w="9276080" h="1895475">
                  <a:moveTo>
                    <a:pt x="6580924" y="305015"/>
                  </a:moveTo>
                  <a:lnTo>
                    <a:pt x="6523774" y="305015"/>
                  </a:lnTo>
                  <a:lnTo>
                    <a:pt x="6523774" y="324065"/>
                  </a:lnTo>
                  <a:lnTo>
                    <a:pt x="6580924" y="324065"/>
                  </a:lnTo>
                  <a:lnTo>
                    <a:pt x="6580924" y="305015"/>
                  </a:lnTo>
                  <a:close/>
                </a:path>
                <a:path w="9276080" h="1895475">
                  <a:moveTo>
                    <a:pt x="6638861" y="1876348"/>
                  </a:moveTo>
                  <a:lnTo>
                    <a:pt x="6581711" y="1876348"/>
                  </a:lnTo>
                  <a:lnTo>
                    <a:pt x="6581711" y="1895398"/>
                  </a:lnTo>
                  <a:lnTo>
                    <a:pt x="6638861" y="1895398"/>
                  </a:lnTo>
                  <a:lnTo>
                    <a:pt x="6638861" y="1876348"/>
                  </a:lnTo>
                  <a:close/>
                </a:path>
                <a:path w="9276080" h="1895475">
                  <a:moveTo>
                    <a:pt x="6657124" y="305015"/>
                  </a:moveTo>
                  <a:lnTo>
                    <a:pt x="6599974" y="305015"/>
                  </a:lnTo>
                  <a:lnTo>
                    <a:pt x="6599974" y="324065"/>
                  </a:lnTo>
                  <a:lnTo>
                    <a:pt x="6657124" y="324065"/>
                  </a:lnTo>
                  <a:lnTo>
                    <a:pt x="6657124" y="305015"/>
                  </a:lnTo>
                  <a:close/>
                </a:path>
                <a:path w="9276080" h="1895475">
                  <a:moveTo>
                    <a:pt x="6715061" y="1876348"/>
                  </a:moveTo>
                  <a:lnTo>
                    <a:pt x="6657911" y="1876348"/>
                  </a:lnTo>
                  <a:lnTo>
                    <a:pt x="6657911" y="1895398"/>
                  </a:lnTo>
                  <a:lnTo>
                    <a:pt x="6715061" y="1895398"/>
                  </a:lnTo>
                  <a:lnTo>
                    <a:pt x="6715061" y="1876348"/>
                  </a:lnTo>
                  <a:close/>
                </a:path>
                <a:path w="9276080" h="1895475">
                  <a:moveTo>
                    <a:pt x="6733324" y="305015"/>
                  </a:moveTo>
                  <a:lnTo>
                    <a:pt x="6676174" y="305015"/>
                  </a:lnTo>
                  <a:lnTo>
                    <a:pt x="6676174" y="324065"/>
                  </a:lnTo>
                  <a:lnTo>
                    <a:pt x="6733324" y="324065"/>
                  </a:lnTo>
                  <a:lnTo>
                    <a:pt x="6733324" y="305015"/>
                  </a:lnTo>
                  <a:close/>
                </a:path>
                <a:path w="9276080" h="1895475">
                  <a:moveTo>
                    <a:pt x="6791261" y="1876348"/>
                  </a:moveTo>
                  <a:lnTo>
                    <a:pt x="6734111" y="1876348"/>
                  </a:lnTo>
                  <a:lnTo>
                    <a:pt x="6734111" y="1895398"/>
                  </a:lnTo>
                  <a:lnTo>
                    <a:pt x="6791261" y="1895398"/>
                  </a:lnTo>
                  <a:lnTo>
                    <a:pt x="6791261" y="1876348"/>
                  </a:lnTo>
                  <a:close/>
                </a:path>
                <a:path w="9276080" h="1895475">
                  <a:moveTo>
                    <a:pt x="6809524" y="305015"/>
                  </a:moveTo>
                  <a:lnTo>
                    <a:pt x="6752374" y="305015"/>
                  </a:lnTo>
                  <a:lnTo>
                    <a:pt x="6752374" y="324065"/>
                  </a:lnTo>
                  <a:lnTo>
                    <a:pt x="6809524" y="324065"/>
                  </a:lnTo>
                  <a:lnTo>
                    <a:pt x="6809524" y="305015"/>
                  </a:lnTo>
                  <a:close/>
                </a:path>
                <a:path w="9276080" h="1895475">
                  <a:moveTo>
                    <a:pt x="6867461" y="1876348"/>
                  </a:moveTo>
                  <a:lnTo>
                    <a:pt x="6810311" y="1876348"/>
                  </a:lnTo>
                  <a:lnTo>
                    <a:pt x="6810311" y="1895398"/>
                  </a:lnTo>
                  <a:lnTo>
                    <a:pt x="6867461" y="1895398"/>
                  </a:lnTo>
                  <a:lnTo>
                    <a:pt x="6867461" y="1876348"/>
                  </a:lnTo>
                  <a:close/>
                </a:path>
                <a:path w="9276080" h="1895475">
                  <a:moveTo>
                    <a:pt x="6885724" y="305015"/>
                  </a:moveTo>
                  <a:lnTo>
                    <a:pt x="6828574" y="305015"/>
                  </a:lnTo>
                  <a:lnTo>
                    <a:pt x="6828574" y="324065"/>
                  </a:lnTo>
                  <a:lnTo>
                    <a:pt x="6885724" y="324065"/>
                  </a:lnTo>
                  <a:lnTo>
                    <a:pt x="6885724" y="305015"/>
                  </a:lnTo>
                  <a:close/>
                </a:path>
                <a:path w="9276080" h="1895475">
                  <a:moveTo>
                    <a:pt x="6943661" y="1876348"/>
                  </a:moveTo>
                  <a:lnTo>
                    <a:pt x="6886511" y="1876348"/>
                  </a:lnTo>
                  <a:lnTo>
                    <a:pt x="6886511" y="1895398"/>
                  </a:lnTo>
                  <a:lnTo>
                    <a:pt x="6943661" y="1895398"/>
                  </a:lnTo>
                  <a:lnTo>
                    <a:pt x="6943661" y="1876348"/>
                  </a:lnTo>
                  <a:close/>
                </a:path>
                <a:path w="9276080" h="1895475">
                  <a:moveTo>
                    <a:pt x="6961924" y="305015"/>
                  </a:moveTo>
                  <a:lnTo>
                    <a:pt x="6904774" y="305015"/>
                  </a:lnTo>
                  <a:lnTo>
                    <a:pt x="6904774" y="324065"/>
                  </a:lnTo>
                  <a:lnTo>
                    <a:pt x="6961924" y="324065"/>
                  </a:lnTo>
                  <a:lnTo>
                    <a:pt x="6961924" y="305015"/>
                  </a:lnTo>
                  <a:close/>
                </a:path>
                <a:path w="9276080" h="1895475">
                  <a:moveTo>
                    <a:pt x="7019861" y="1876348"/>
                  </a:moveTo>
                  <a:lnTo>
                    <a:pt x="6962711" y="1876348"/>
                  </a:lnTo>
                  <a:lnTo>
                    <a:pt x="6962711" y="1895398"/>
                  </a:lnTo>
                  <a:lnTo>
                    <a:pt x="7019861" y="1895398"/>
                  </a:lnTo>
                  <a:lnTo>
                    <a:pt x="7019861" y="1876348"/>
                  </a:lnTo>
                  <a:close/>
                </a:path>
                <a:path w="9276080" h="1895475">
                  <a:moveTo>
                    <a:pt x="7038124" y="305015"/>
                  </a:moveTo>
                  <a:lnTo>
                    <a:pt x="6980974" y="305015"/>
                  </a:lnTo>
                  <a:lnTo>
                    <a:pt x="6980974" y="324065"/>
                  </a:lnTo>
                  <a:lnTo>
                    <a:pt x="7038124" y="324065"/>
                  </a:lnTo>
                  <a:lnTo>
                    <a:pt x="7038124" y="305015"/>
                  </a:lnTo>
                  <a:close/>
                </a:path>
                <a:path w="9276080" h="1895475">
                  <a:moveTo>
                    <a:pt x="7096061" y="1876348"/>
                  </a:moveTo>
                  <a:lnTo>
                    <a:pt x="7038911" y="1876348"/>
                  </a:lnTo>
                  <a:lnTo>
                    <a:pt x="7038911" y="1895398"/>
                  </a:lnTo>
                  <a:lnTo>
                    <a:pt x="7096061" y="1895398"/>
                  </a:lnTo>
                  <a:lnTo>
                    <a:pt x="7096061" y="1876348"/>
                  </a:lnTo>
                  <a:close/>
                </a:path>
                <a:path w="9276080" h="1895475">
                  <a:moveTo>
                    <a:pt x="7114324" y="305015"/>
                  </a:moveTo>
                  <a:lnTo>
                    <a:pt x="7057174" y="305015"/>
                  </a:lnTo>
                  <a:lnTo>
                    <a:pt x="7057174" y="324065"/>
                  </a:lnTo>
                  <a:lnTo>
                    <a:pt x="7114324" y="324065"/>
                  </a:lnTo>
                  <a:lnTo>
                    <a:pt x="7114324" y="305015"/>
                  </a:lnTo>
                  <a:close/>
                </a:path>
                <a:path w="9276080" h="1895475">
                  <a:moveTo>
                    <a:pt x="7172261" y="1876348"/>
                  </a:moveTo>
                  <a:lnTo>
                    <a:pt x="7115111" y="1876348"/>
                  </a:lnTo>
                  <a:lnTo>
                    <a:pt x="7115111" y="1895398"/>
                  </a:lnTo>
                  <a:lnTo>
                    <a:pt x="7172261" y="1895398"/>
                  </a:lnTo>
                  <a:lnTo>
                    <a:pt x="7172261" y="1876348"/>
                  </a:lnTo>
                  <a:close/>
                </a:path>
                <a:path w="9276080" h="1895475">
                  <a:moveTo>
                    <a:pt x="7190524" y="305015"/>
                  </a:moveTo>
                  <a:lnTo>
                    <a:pt x="7133374" y="305015"/>
                  </a:lnTo>
                  <a:lnTo>
                    <a:pt x="7133374" y="324065"/>
                  </a:lnTo>
                  <a:lnTo>
                    <a:pt x="7190524" y="324065"/>
                  </a:lnTo>
                  <a:lnTo>
                    <a:pt x="7190524" y="305015"/>
                  </a:lnTo>
                  <a:close/>
                </a:path>
                <a:path w="9276080" h="1895475">
                  <a:moveTo>
                    <a:pt x="7248461" y="1876348"/>
                  </a:moveTo>
                  <a:lnTo>
                    <a:pt x="7191311" y="1876348"/>
                  </a:lnTo>
                  <a:lnTo>
                    <a:pt x="7191311" y="1895398"/>
                  </a:lnTo>
                  <a:lnTo>
                    <a:pt x="7248461" y="1895398"/>
                  </a:lnTo>
                  <a:lnTo>
                    <a:pt x="7248461" y="1876348"/>
                  </a:lnTo>
                  <a:close/>
                </a:path>
                <a:path w="9276080" h="1895475">
                  <a:moveTo>
                    <a:pt x="7266724" y="305015"/>
                  </a:moveTo>
                  <a:lnTo>
                    <a:pt x="7209574" y="305015"/>
                  </a:lnTo>
                  <a:lnTo>
                    <a:pt x="7209574" y="324065"/>
                  </a:lnTo>
                  <a:lnTo>
                    <a:pt x="7266724" y="324065"/>
                  </a:lnTo>
                  <a:lnTo>
                    <a:pt x="7266724" y="305015"/>
                  </a:lnTo>
                  <a:close/>
                </a:path>
                <a:path w="9276080" h="1895475">
                  <a:moveTo>
                    <a:pt x="7324661" y="1876348"/>
                  </a:moveTo>
                  <a:lnTo>
                    <a:pt x="7267511" y="1876348"/>
                  </a:lnTo>
                  <a:lnTo>
                    <a:pt x="7267511" y="1895398"/>
                  </a:lnTo>
                  <a:lnTo>
                    <a:pt x="7324661" y="1895398"/>
                  </a:lnTo>
                  <a:lnTo>
                    <a:pt x="7324661" y="1876348"/>
                  </a:lnTo>
                  <a:close/>
                </a:path>
                <a:path w="9276080" h="1895475">
                  <a:moveTo>
                    <a:pt x="7342924" y="305015"/>
                  </a:moveTo>
                  <a:lnTo>
                    <a:pt x="7285774" y="305015"/>
                  </a:lnTo>
                  <a:lnTo>
                    <a:pt x="7285774" y="324065"/>
                  </a:lnTo>
                  <a:lnTo>
                    <a:pt x="7342924" y="324065"/>
                  </a:lnTo>
                  <a:lnTo>
                    <a:pt x="7342924" y="305015"/>
                  </a:lnTo>
                  <a:close/>
                </a:path>
                <a:path w="9276080" h="1895475">
                  <a:moveTo>
                    <a:pt x="7400861" y="1876348"/>
                  </a:moveTo>
                  <a:lnTo>
                    <a:pt x="7343711" y="1876348"/>
                  </a:lnTo>
                  <a:lnTo>
                    <a:pt x="7343711" y="1895398"/>
                  </a:lnTo>
                  <a:lnTo>
                    <a:pt x="7400861" y="1895398"/>
                  </a:lnTo>
                  <a:lnTo>
                    <a:pt x="7400861" y="1876348"/>
                  </a:lnTo>
                  <a:close/>
                </a:path>
                <a:path w="9276080" h="1895475">
                  <a:moveTo>
                    <a:pt x="7419124" y="305015"/>
                  </a:moveTo>
                  <a:lnTo>
                    <a:pt x="7361974" y="305015"/>
                  </a:lnTo>
                  <a:lnTo>
                    <a:pt x="7361974" y="324065"/>
                  </a:lnTo>
                  <a:lnTo>
                    <a:pt x="7419124" y="324065"/>
                  </a:lnTo>
                  <a:lnTo>
                    <a:pt x="7419124" y="305015"/>
                  </a:lnTo>
                  <a:close/>
                </a:path>
                <a:path w="9276080" h="1895475">
                  <a:moveTo>
                    <a:pt x="7477061" y="1876348"/>
                  </a:moveTo>
                  <a:lnTo>
                    <a:pt x="7419911" y="1876348"/>
                  </a:lnTo>
                  <a:lnTo>
                    <a:pt x="7419911" y="1895398"/>
                  </a:lnTo>
                  <a:lnTo>
                    <a:pt x="7477061" y="1895398"/>
                  </a:lnTo>
                  <a:lnTo>
                    <a:pt x="7477061" y="1876348"/>
                  </a:lnTo>
                  <a:close/>
                </a:path>
                <a:path w="9276080" h="1895475">
                  <a:moveTo>
                    <a:pt x="7495324" y="305015"/>
                  </a:moveTo>
                  <a:lnTo>
                    <a:pt x="7438174" y="305015"/>
                  </a:lnTo>
                  <a:lnTo>
                    <a:pt x="7438174" y="324065"/>
                  </a:lnTo>
                  <a:lnTo>
                    <a:pt x="7495324" y="324065"/>
                  </a:lnTo>
                  <a:lnTo>
                    <a:pt x="7495324" y="305015"/>
                  </a:lnTo>
                  <a:close/>
                </a:path>
                <a:path w="9276080" h="1895475">
                  <a:moveTo>
                    <a:pt x="7553261" y="1876348"/>
                  </a:moveTo>
                  <a:lnTo>
                    <a:pt x="7496111" y="1876348"/>
                  </a:lnTo>
                  <a:lnTo>
                    <a:pt x="7496111" y="1895398"/>
                  </a:lnTo>
                  <a:lnTo>
                    <a:pt x="7553261" y="1895398"/>
                  </a:lnTo>
                  <a:lnTo>
                    <a:pt x="7553261" y="1876348"/>
                  </a:lnTo>
                  <a:close/>
                </a:path>
                <a:path w="9276080" h="1895475">
                  <a:moveTo>
                    <a:pt x="7571524" y="305015"/>
                  </a:moveTo>
                  <a:lnTo>
                    <a:pt x="7514374" y="305015"/>
                  </a:lnTo>
                  <a:lnTo>
                    <a:pt x="7514374" y="324065"/>
                  </a:lnTo>
                  <a:lnTo>
                    <a:pt x="7571524" y="324065"/>
                  </a:lnTo>
                  <a:lnTo>
                    <a:pt x="7571524" y="305015"/>
                  </a:lnTo>
                  <a:close/>
                </a:path>
                <a:path w="9276080" h="1895475">
                  <a:moveTo>
                    <a:pt x="7629461" y="1876348"/>
                  </a:moveTo>
                  <a:lnTo>
                    <a:pt x="7572311" y="1876348"/>
                  </a:lnTo>
                  <a:lnTo>
                    <a:pt x="7572311" y="1895398"/>
                  </a:lnTo>
                  <a:lnTo>
                    <a:pt x="7629461" y="1895398"/>
                  </a:lnTo>
                  <a:lnTo>
                    <a:pt x="7629461" y="1876348"/>
                  </a:lnTo>
                  <a:close/>
                </a:path>
                <a:path w="9276080" h="1895475">
                  <a:moveTo>
                    <a:pt x="7647724" y="305015"/>
                  </a:moveTo>
                  <a:lnTo>
                    <a:pt x="7590574" y="305015"/>
                  </a:lnTo>
                  <a:lnTo>
                    <a:pt x="7590574" y="324065"/>
                  </a:lnTo>
                  <a:lnTo>
                    <a:pt x="7647724" y="324065"/>
                  </a:lnTo>
                  <a:lnTo>
                    <a:pt x="7647724" y="305015"/>
                  </a:lnTo>
                  <a:close/>
                </a:path>
                <a:path w="9276080" h="1895475">
                  <a:moveTo>
                    <a:pt x="7705661" y="1876348"/>
                  </a:moveTo>
                  <a:lnTo>
                    <a:pt x="7648511" y="1876348"/>
                  </a:lnTo>
                  <a:lnTo>
                    <a:pt x="7648511" y="1895398"/>
                  </a:lnTo>
                  <a:lnTo>
                    <a:pt x="7705661" y="1895398"/>
                  </a:lnTo>
                  <a:lnTo>
                    <a:pt x="7705661" y="1876348"/>
                  </a:lnTo>
                  <a:close/>
                </a:path>
                <a:path w="9276080" h="1895475">
                  <a:moveTo>
                    <a:pt x="7723924" y="305015"/>
                  </a:moveTo>
                  <a:lnTo>
                    <a:pt x="7666774" y="305015"/>
                  </a:lnTo>
                  <a:lnTo>
                    <a:pt x="7666774" y="324065"/>
                  </a:lnTo>
                  <a:lnTo>
                    <a:pt x="7723924" y="324065"/>
                  </a:lnTo>
                  <a:lnTo>
                    <a:pt x="7723924" y="305015"/>
                  </a:lnTo>
                  <a:close/>
                </a:path>
                <a:path w="9276080" h="1895475">
                  <a:moveTo>
                    <a:pt x="7781861" y="1876348"/>
                  </a:moveTo>
                  <a:lnTo>
                    <a:pt x="7724711" y="1876348"/>
                  </a:lnTo>
                  <a:lnTo>
                    <a:pt x="7724711" y="1895398"/>
                  </a:lnTo>
                  <a:lnTo>
                    <a:pt x="7781861" y="1895398"/>
                  </a:lnTo>
                  <a:lnTo>
                    <a:pt x="7781861" y="1876348"/>
                  </a:lnTo>
                  <a:close/>
                </a:path>
                <a:path w="9276080" h="1895475">
                  <a:moveTo>
                    <a:pt x="7800124" y="305015"/>
                  </a:moveTo>
                  <a:lnTo>
                    <a:pt x="7742974" y="305015"/>
                  </a:lnTo>
                  <a:lnTo>
                    <a:pt x="7742974" y="324065"/>
                  </a:lnTo>
                  <a:lnTo>
                    <a:pt x="7800124" y="324065"/>
                  </a:lnTo>
                  <a:lnTo>
                    <a:pt x="7800124" y="305015"/>
                  </a:lnTo>
                  <a:close/>
                </a:path>
                <a:path w="9276080" h="1895475">
                  <a:moveTo>
                    <a:pt x="7858061" y="1876348"/>
                  </a:moveTo>
                  <a:lnTo>
                    <a:pt x="7800911" y="1876348"/>
                  </a:lnTo>
                  <a:lnTo>
                    <a:pt x="7800911" y="1895398"/>
                  </a:lnTo>
                  <a:lnTo>
                    <a:pt x="7858061" y="1895398"/>
                  </a:lnTo>
                  <a:lnTo>
                    <a:pt x="7858061" y="1876348"/>
                  </a:lnTo>
                  <a:close/>
                </a:path>
                <a:path w="9276080" h="1895475">
                  <a:moveTo>
                    <a:pt x="7876324" y="305015"/>
                  </a:moveTo>
                  <a:lnTo>
                    <a:pt x="7819174" y="305015"/>
                  </a:lnTo>
                  <a:lnTo>
                    <a:pt x="7819174" y="324065"/>
                  </a:lnTo>
                  <a:lnTo>
                    <a:pt x="7876324" y="324065"/>
                  </a:lnTo>
                  <a:lnTo>
                    <a:pt x="7876324" y="305015"/>
                  </a:lnTo>
                  <a:close/>
                </a:path>
                <a:path w="9276080" h="1895475">
                  <a:moveTo>
                    <a:pt x="7934261" y="1876348"/>
                  </a:moveTo>
                  <a:lnTo>
                    <a:pt x="7877111" y="1876348"/>
                  </a:lnTo>
                  <a:lnTo>
                    <a:pt x="7877111" y="1895398"/>
                  </a:lnTo>
                  <a:lnTo>
                    <a:pt x="7934261" y="1895398"/>
                  </a:lnTo>
                  <a:lnTo>
                    <a:pt x="7934261" y="1876348"/>
                  </a:lnTo>
                  <a:close/>
                </a:path>
                <a:path w="9276080" h="1895475">
                  <a:moveTo>
                    <a:pt x="7952524" y="305015"/>
                  </a:moveTo>
                  <a:lnTo>
                    <a:pt x="7895374" y="305015"/>
                  </a:lnTo>
                  <a:lnTo>
                    <a:pt x="7895374" y="324065"/>
                  </a:lnTo>
                  <a:lnTo>
                    <a:pt x="7952524" y="324065"/>
                  </a:lnTo>
                  <a:lnTo>
                    <a:pt x="7952524" y="305015"/>
                  </a:lnTo>
                  <a:close/>
                </a:path>
                <a:path w="9276080" h="1895475">
                  <a:moveTo>
                    <a:pt x="8010461" y="1876348"/>
                  </a:moveTo>
                  <a:lnTo>
                    <a:pt x="7953311" y="1876348"/>
                  </a:lnTo>
                  <a:lnTo>
                    <a:pt x="7953311" y="1895398"/>
                  </a:lnTo>
                  <a:lnTo>
                    <a:pt x="8010461" y="1895398"/>
                  </a:lnTo>
                  <a:lnTo>
                    <a:pt x="8010461" y="1876348"/>
                  </a:lnTo>
                  <a:close/>
                </a:path>
                <a:path w="9276080" h="1895475">
                  <a:moveTo>
                    <a:pt x="8028724" y="305015"/>
                  </a:moveTo>
                  <a:lnTo>
                    <a:pt x="7971574" y="305015"/>
                  </a:lnTo>
                  <a:lnTo>
                    <a:pt x="7971574" y="324065"/>
                  </a:lnTo>
                  <a:lnTo>
                    <a:pt x="8028724" y="324065"/>
                  </a:lnTo>
                  <a:lnTo>
                    <a:pt x="8028724" y="305015"/>
                  </a:lnTo>
                  <a:close/>
                </a:path>
                <a:path w="9276080" h="1895475">
                  <a:moveTo>
                    <a:pt x="8086661" y="1876348"/>
                  </a:moveTo>
                  <a:lnTo>
                    <a:pt x="8029511" y="1876348"/>
                  </a:lnTo>
                  <a:lnTo>
                    <a:pt x="8029511" y="1895398"/>
                  </a:lnTo>
                  <a:lnTo>
                    <a:pt x="8086661" y="1895398"/>
                  </a:lnTo>
                  <a:lnTo>
                    <a:pt x="8086661" y="1876348"/>
                  </a:lnTo>
                  <a:close/>
                </a:path>
                <a:path w="9276080" h="1895475">
                  <a:moveTo>
                    <a:pt x="8104924" y="305015"/>
                  </a:moveTo>
                  <a:lnTo>
                    <a:pt x="8047774" y="305015"/>
                  </a:lnTo>
                  <a:lnTo>
                    <a:pt x="8047774" y="324065"/>
                  </a:lnTo>
                  <a:lnTo>
                    <a:pt x="8104924" y="324065"/>
                  </a:lnTo>
                  <a:lnTo>
                    <a:pt x="8104924" y="305015"/>
                  </a:lnTo>
                  <a:close/>
                </a:path>
                <a:path w="9276080" h="1895475">
                  <a:moveTo>
                    <a:pt x="8162861" y="1876348"/>
                  </a:moveTo>
                  <a:lnTo>
                    <a:pt x="8105711" y="1876348"/>
                  </a:lnTo>
                  <a:lnTo>
                    <a:pt x="8105711" y="1895398"/>
                  </a:lnTo>
                  <a:lnTo>
                    <a:pt x="8162861" y="1895398"/>
                  </a:lnTo>
                  <a:lnTo>
                    <a:pt x="8162861" y="1876348"/>
                  </a:lnTo>
                  <a:close/>
                </a:path>
                <a:path w="9276080" h="1895475">
                  <a:moveTo>
                    <a:pt x="8181124" y="305015"/>
                  </a:moveTo>
                  <a:lnTo>
                    <a:pt x="8123974" y="305015"/>
                  </a:lnTo>
                  <a:lnTo>
                    <a:pt x="8123974" y="324065"/>
                  </a:lnTo>
                  <a:lnTo>
                    <a:pt x="8181124" y="324065"/>
                  </a:lnTo>
                  <a:lnTo>
                    <a:pt x="8181124" y="305015"/>
                  </a:lnTo>
                  <a:close/>
                </a:path>
                <a:path w="9276080" h="1895475">
                  <a:moveTo>
                    <a:pt x="8239061" y="1876348"/>
                  </a:moveTo>
                  <a:lnTo>
                    <a:pt x="8181911" y="1876348"/>
                  </a:lnTo>
                  <a:lnTo>
                    <a:pt x="8181911" y="1895398"/>
                  </a:lnTo>
                  <a:lnTo>
                    <a:pt x="8239061" y="1895398"/>
                  </a:lnTo>
                  <a:lnTo>
                    <a:pt x="8239061" y="1876348"/>
                  </a:lnTo>
                  <a:close/>
                </a:path>
                <a:path w="9276080" h="1895475">
                  <a:moveTo>
                    <a:pt x="8257324" y="305015"/>
                  </a:moveTo>
                  <a:lnTo>
                    <a:pt x="8200174" y="305015"/>
                  </a:lnTo>
                  <a:lnTo>
                    <a:pt x="8200174" y="324065"/>
                  </a:lnTo>
                  <a:lnTo>
                    <a:pt x="8257324" y="324065"/>
                  </a:lnTo>
                  <a:lnTo>
                    <a:pt x="8257324" y="305015"/>
                  </a:lnTo>
                  <a:close/>
                </a:path>
                <a:path w="9276080" h="1895475">
                  <a:moveTo>
                    <a:pt x="8315261" y="1876348"/>
                  </a:moveTo>
                  <a:lnTo>
                    <a:pt x="8258111" y="1876348"/>
                  </a:lnTo>
                  <a:lnTo>
                    <a:pt x="8258111" y="1895398"/>
                  </a:lnTo>
                  <a:lnTo>
                    <a:pt x="8315261" y="1895398"/>
                  </a:lnTo>
                  <a:lnTo>
                    <a:pt x="8315261" y="1876348"/>
                  </a:lnTo>
                  <a:close/>
                </a:path>
                <a:path w="9276080" h="1895475">
                  <a:moveTo>
                    <a:pt x="8333524" y="305015"/>
                  </a:moveTo>
                  <a:lnTo>
                    <a:pt x="8276374" y="305015"/>
                  </a:lnTo>
                  <a:lnTo>
                    <a:pt x="8276374" y="324065"/>
                  </a:lnTo>
                  <a:lnTo>
                    <a:pt x="8333524" y="324065"/>
                  </a:lnTo>
                  <a:lnTo>
                    <a:pt x="8333524" y="305015"/>
                  </a:lnTo>
                  <a:close/>
                </a:path>
                <a:path w="9276080" h="1895475">
                  <a:moveTo>
                    <a:pt x="8391461" y="1876348"/>
                  </a:moveTo>
                  <a:lnTo>
                    <a:pt x="8334311" y="1876348"/>
                  </a:lnTo>
                  <a:lnTo>
                    <a:pt x="8334311" y="1895398"/>
                  </a:lnTo>
                  <a:lnTo>
                    <a:pt x="8391461" y="1895398"/>
                  </a:lnTo>
                  <a:lnTo>
                    <a:pt x="8391461" y="1876348"/>
                  </a:lnTo>
                  <a:close/>
                </a:path>
                <a:path w="9276080" h="1895475">
                  <a:moveTo>
                    <a:pt x="8409724" y="305015"/>
                  </a:moveTo>
                  <a:lnTo>
                    <a:pt x="8352574" y="305015"/>
                  </a:lnTo>
                  <a:lnTo>
                    <a:pt x="8352574" y="324065"/>
                  </a:lnTo>
                  <a:lnTo>
                    <a:pt x="8409724" y="324065"/>
                  </a:lnTo>
                  <a:lnTo>
                    <a:pt x="8409724" y="305015"/>
                  </a:lnTo>
                  <a:close/>
                </a:path>
                <a:path w="9276080" h="1895475">
                  <a:moveTo>
                    <a:pt x="8467661" y="1876348"/>
                  </a:moveTo>
                  <a:lnTo>
                    <a:pt x="8410511" y="1876348"/>
                  </a:lnTo>
                  <a:lnTo>
                    <a:pt x="8410511" y="1895398"/>
                  </a:lnTo>
                  <a:lnTo>
                    <a:pt x="8467661" y="1895398"/>
                  </a:lnTo>
                  <a:lnTo>
                    <a:pt x="8467661" y="1876348"/>
                  </a:lnTo>
                  <a:close/>
                </a:path>
                <a:path w="9276080" h="1895475">
                  <a:moveTo>
                    <a:pt x="8485924" y="305015"/>
                  </a:moveTo>
                  <a:lnTo>
                    <a:pt x="8428774" y="305015"/>
                  </a:lnTo>
                  <a:lnTo>
                    <a:pt x="8428774" y="324065"/>
                  </a:lnTo>
                  <a:lnTo>
                    <a:pt x="8485924" y="324065"/>
                  </a:lnTo>
                  <a:lnTo>
                    <a:pt x="8485924" y="305015"/>
                  </a:lnTo>
                  <a:close/>
                </a:path>
                <a:path w="9276080" h="1895475">
                  <a:moveTo>
                    <a:pt x="8543861" y="1876348"/>
                  </a:moveTo>
                  <a:lnTo>
                    <a:pt x="8486711" y="1876348"/>
                  </a:lnTo>
                  <a:lnTo>
                    <a:pt x="8486711" y="1895398"/>
                  </a:lnTo>
                  <a:lnTo>
                    <a:pt x="8543861" y="1895398"/>
                  </a:lnTo>
                  <a:lnTo>
                    <a:pt x="8543861" y="1876348"/>
                  </a:lnTo>
                  <a:close/>
                </a:path>
                <a:path w="9276080" h="1895475">
                  <a:moveTo>
                    <a:pt x="8562124" y="305015"/>
                  </a:moveTo>
                  <a:lnTo>
                    <a:pt x="8504974" y="305015"/>
                  </a:lnTo>
                  <a:lnTo>
                    <a:pt x="8504974" y="324065"/>
                  </a:lnTo>
                  <a:lnTo>
                    <a:pt x="8562124" y="324065"/>
                  </a:lnTo>
                  <a:lnTo>
                    <a:pt x="8562124" y="305015"/>
                  </a:lnTo>
                  <a:close/>
                </a:path>
                <a:path w="9276080" h="1895475">
                  <a:moveTo>
                    <a:pt x="8620061" y="1876348"/>
                  </a:moveTo>
                  <a:lnTo>
                    <a:pt x="8562911" y="1876348"/>
                  </a:lnTo>
                  <a:lnTo>
                    <a:pt x="8562911" y="1895398"/>
                  </a:lnTo>
                  <a:lnTo>
                    <a:pt x="8620061" y="1895398"/>
                  </a:lnTo>
                  <a:lnTo>
                    <a:pt x="8620061" y="1876348"/>
                  </a:lnTo>
                  <a:close/>
                </a:path>
                <a:path w="9276080" h="1895475">
                  <a:moveTo>
                    <a:pt x="8638324" y="305015"/>
                  </a:moveTo>
                  <a:lnTo>
                    <a:pt x="8581174" y="305015"/>
                  </a:lnTo>
                  <a:lnTo>
                    <a:pt x="8581174" y="324065"/>
                  </a:lnTo>
                  <a:lnTo>
                    <a:pt x="8638324" y="324065"/>
                  </a:lnTo>
                  <a:lnTo>
                    <a:pt x="8638324" y="305015"/>
                  </a:lnTo>
                  <a:close/>
                </a:path>
                <a:path w="9276080" h="1895475">
                  <a:moveTo>
                    <a:pt x="8696261" y="1876348"/>
                  </a:moveTo>
                  <a:lnTo>
                    <a:pt x="8639111" y="1876348"/>
                  </a:lnTo>
                  <a:lnTo>
                    <a:pt x="8639111" y="1895398"/>
                  </a:lnTo>
                  <a:lnTo>
                    <a:pt x="8696261" y="1895398"/>
                  </a:lnTo>
                  <a:lnTo>
                    <a:pt x="8696261" y="1876348"/>
                  </a:lnTo>
                  <a:close/>
                </a:path>
                <a:path w="9276080" h="1895475">
                  <a:moveTo>
                    <a:pt x="8714524" y="305015"/>
                  </a:moveTo>
                  <a:lnTo>
                    <a:pt x="8657374" y="305015"/>
                  </a:lnTo>
                  <a:lnTo>
                    <a:pt x="8657374" y="324065"/>
                  </a:lnTo>
                  <a:lnTo>
                    <a:pt x="8714524" y="324065"/>
                  </a:lnTo>
                  <a:lnTo>
                    <a:pt x="8714524" y="305015"/>
                  </a:lnTo>
                  <a:close/>
                </a:path>
                <a:path w="9276080" h="1895475">
                  <a:moveTo>
                    <a:pt x="8772461" y="1876348"/>
                  </a:moveTo>
                  <a:lnTo>
                    <a:pt x="8715311" y="1876348"/>
                  </a:lnTo>
                  <a:lnTo>
                    <a:pt x="8715311" y="1895398"/>
                  </a:lnTo>
                  <a:lnTo>
                    <a:pt x="8772461" y="1895398"/>
                  </a:lnTo>
                  <a:lnTo>
                    <a:pt x="8772461" y="1876348"/>
                  </a:lnTo>
                  <a:close/>
                </a:path>
                <a:path w="9276080" h="1895475">
                  <a:moveTo>
                    <a:pt x="8790724" y="305015"/>
                  </a:moveTo>
                  <a:lnTo>
                    <a:pt x="8733574" y="305015"/>
                  </a:lnTo>
                  <a:lnTo>
                    <a:pt x="8733574" y="324065"/>
                  </a:lnTo>
                  <a:lnTo>
                    <a:pt x="8790724" y="324065"/>
                  </a:lnTo>
                  <a:lnTo>
                    <a:pt x="8790724" y="305015"/>
                  </a:lnTo>
                  <a:close/>
                </a:path>
                <a:path w="9276080" h="1895475">
                  <a:moveTo>
                    <a:pt x="8848661" y="1876348"/>
                  </a:moveTo>
                  <a:lnTo>
                    <a:pt x="8791511" y="1876348"/>
                  </a:lnTo>
                  <a:lnTo>
                    <a:pt x="8791511" y="1895398"/>
                  </a:lnTo>
                  <a:lnTo>
                    <a:pt x="8848661" y="1895398"/>
                  </a:lnTo>
                  <a:lnTo>
                    <a:pt x="8848661" y="1876348"/>
                  </a:lnTo>
                  <a:close/>
                </a:path>
                <a:path w="9276080" h="1895475">
                  <a:moveTo>
                    <a:pt x="8866924" y="305015"/>
                  </a:moveTo>
                  <a:lnTo>
                    <a:pt x="8809774" y="305015"/>
                  </a:lnTo>
                  <a:lnTo>
                    <a:pt x="8809774" y="324065"/>
                  </a:lnTo>
                  <a:lnTo>
                    <a:pt x="8866924" y="324065"/>
                  </a:lnTo>
                  <a:lnTo>
                    <a:pt x="8866924" y="305015"/>
                  </a:lnTo>
                  <a:close/>
                </a:path>
                <a:path w="9276080" h="1895475">
                  <a:moveTo>
                    <a:pt x="8924861" y="1876348"/>
                  </a:moveTo>
                  <a:lnTo>
                    <a:pt x="8867711" y="1876348"/>
                  </a:lnTo>
                  <a:lnTo>
                    <a:pt x="8867711" y="1895398"/>
                  </a:lnTo>
                  <a:lnTo>
                    <a:pt x="8924861" y="1895398"/>
                  </a:lnTo>
                  <a:lnTo>
                    <a:pt x="8924861" y="1876348"/>
                  </a:lnTo>
                  <a:close/>
                </a:path>
                <a:path w="9276080" h="1895475">
                  <a:moveTo>
                    <a:pt x="8943124" y="305015"/>
                  </a:moveTo>
                  <a:lnTo>
                    <a:pt x="8885974" y="305015"/>
                  </a:lnTo>
                  <a:lnTo>
                    <a:pt x="8885974" y="324065"/>
                  </a:lnTo>
                  <a:lnTo>
                    <a:pt x="8943124" y="324065"/>
                  </a:lnTo>
                  <a:lnTo>
                    <a:pt x="8943124" y="305015"/>
                  </a:lnTo>
                  <a:close/>
                </a:path>
                <a:path w="9276080" h="1895475">
                  <a:moveTo>
                    <a:pt x="9001061" y="1876348"/>
                  </a:moveTo>
                  <a:lnTo>
                    <a:pt x="8943911" y="1876348"/>
                  </a:lnTo>
                  <a:lnTo>
                    <a:pt x="8943911" y="1895398"/>
                  </a:lnTo>
                  <a:lnTo>
                    <a:pt x="9001061" y="1895398"/>
                  </a:lnTo>
                  <a:lnTo>
                    <a:pt x="9001061" y="1876348"/>
                  </a:lnTo>
                  <a:close/>
                </a:path>
                <a:path w="9276080" h="1895475">
                  <a:moveTo>
                    <a:pt x="9019324" y="305015"/>
                  </a:moveTo>
                  <a:lnTo>
                    <a:pt x="8962174" y="305015"/>
                  </a:lnTo>
                  <a:lnTo>
                    <a:pt x="8962174" y="324065"/>
                  </a:lnTo>
                  <a:lnTo>
                    <a:pt x="9019324" y="324065"/>
                  </a:lnTo>
                  <a:lnTo>
                    <a:pt x="9019324" y="305015"/>
                  </a:lnTo>
                  <a:close/>
                </a:path>
                <a:path w="9276080" h="1895475">
                  <a:moveTo>
                    <a:pt x="9077261" y="1876348"/>
                  </a:moveTo>
                  <a:lnTo>
                    <a:pt x="9020111" y="1876348"/>
                  </a:lnTo>
                  <a:lnTo>
                    <a:pt x="9020111" y="1895398"/>
                  </a:lnTo>
                  <a:lnTo>
                    <a:pt x="9077261" y="1895398"/>
                  </a:lnTo>
                  <a:lnTo>
                    <a:pt x="9077261" y="1876348"/>
                  </a:lnTo>
                  <a:close/>
                </a:path>
                <a:path w="9276080" h="1895475">
                  <a:moveTo>
                    <a:pt x="9095524" y="305015"/>
                  </a:moveTo>
                  <a:lnTo>
                    <a:pt x="9038374" y="305015"/>
                  </a:lnTo>
                  <a:lnTo>
                    <a:pt x="9038374" y="324065"/>
                  </a:lnTo>
                  <a:lnTo>
                    <a:pt x="9095524" y="324065"/>
                  </a:lnTo>
                  <a:lnTo>
                    <a:pt x="9095524" y="305015"/>
                  </a:lnTo>
                  <a:close/>
                </a:path>
                <a:path w="9276080" h="1895475">
                  <a:moveTo>
                    <a:pt x="9153461" y="1876348"/>
                  </a:moveTo>
                  <a:lnTo>
                    <a:pt x="9096311" y="1876348"/>
                  </a:lnTo>
                  <a:lnTo>
                    <a:pt x="9096311" y="1895398"/>
                  </a:lnTo>
                  <a:lnTo>
                    <a:pt x="9153461" y="1895398"/>
                  </a:lnTo>
                  <a:lnTo>
                    <a:pt x="9153461" y="1876348"/>
                  </a:lnTo>
                  <a:close/>
                </a:path>
                <a:path w="9276080" h="1895475">
                  <a:moveTo>
                    <a:pt x="9171724" y="305015"/>
                  </a:moveTo>
                  <a:lnTo>
                    <a:pt x="9114574" y="305015"/>
                  </a:lnTo>
                  <a:lnTo>
                    <a:pt x="9114574" y="324065"/>
                  </a:lnTo>
                  <a:lnTo>
                    <a:pt x="9171724" y="324065"/>
                  </a:lnTo>
                  <a:lnTo>
                    <a:pt x="9171724" y="305015"/>
                  </a:lnTo>
                  <a:close/>
                </a:path>
                <a:path w="9276080" h="1895475">
                  <a:moveTo>
                    <a:pt x="9229725" y="1895221"/>
                  </a:moveTo>
                  <a:lnTo>
                    <a:pt x="9229014" y="1876323"/>
                  </a:lnTo>
                  <a:lnTo>
                    <a:pt x="9172511" y="1876323"/>
                  </a:lnTo>
                  <a:lnTo>
                    <a:pt x="9172511" y="1895398"/>
                  </a:lnTo>
                  <a:lnTo>
                    <a:pt x="9227960" y="1895398"/>
                  </a:lnTo>
                  <a:lnTo>
                    <a:pt x="9229725" y="1895221"/>
                  </a:lnTo>
                  <a:close/>
                </a:path>
                <a:path w="9276080" h="1895475">
                  <a:moveTo>
                    <a:pt x="9247759" y="309486"/>
                  </a:moveTo>
                  <a:lnTo>
                    <a:pt x="9246184" y="308648"/>
                  </a:lnTo>
                  <a:lnTo>
                    <a:pt x="9237294" y="305943"/>
                  </a:lnTo>
                  <a:lnTo>
                    <a:pt x="9227960" y="305015"/>
                  </a:lnTo>
                  <a:lnTo>
                    <a:pt x="9190774" y="305015"/>
                  </a:lnTo>
                  <a:lnTo>
                    <a:pt x="9190774" y="324065"/>
                  </a:lnTo>
                  <a:lnTo>
                    <a:pt x="9232113" y="324065"/>
                  </a:lnTo>
                  <a:lnTo>
                    <a:pt x="9236088" y="324942"/>
                  </a:lnTo>
                  <a:lnTo>
                    <a:pt x="9239872" y="326669"/>
                  </a:lnTo>
                  <a:lnTo>
                    <a:pt x="9247759" y="309486"/>
                  </a:lnTo>
                  <a:close/>
                </a:path>
                <a:path w="9276080" h="1895475">
                  <a:moveTo>
                    <a:pt x="9275585" y="1842770"/>
                  </a:moveTo>
                  <a:lnTo>
                    <a:pt x="9256535" y="1842770"/>
                  </a:lnTo>
                  <a:lnTo>
                    <a:pt x="9256535" y="1855673"/>
                  </a:lnTo>
                  <a:lnTo>
                    <a:pt x="9253741" y="1862404"/>
                  </a:lnTo>
                  <a:lnTo>
                    <a:pt x="9245854" y="1870278"/>
                  </a:lnTo>
                  <a:lnTo>
                    <a:pt x="9243238" y="1872132"/>
                  </a:lnTo>
                  <a:lnTo>
                    <a:pt x="9240304" y="1873542"/>
                  </a:lnTo>
                  <a:lnTo>
                    <a:pt x="9248457" y="1890560"/>
                  </a:lnTo>
                  <a:lnTo>
                    <a:pt x="9274658" y="1857108"/>
                  </a:lnTo>
                  <a:lnTo>
                    <a:pt x="9275585" y="1847773"/>
                  </a:lnTo>
                  <a:lnTo>
                    <a:pt x="9275585" y="1842770"/>
                  </a:lnTo>
                  <a:close/>
                </a:path>
                <a:path w="9276080" h="1895475">
                  <a:moveTo>
                    <a:pt x="9275585" y="1766570"/>
                  </a:moveTo>
                  <a:lnTo>
                    <a:pt x="9256535" y="1766570"/>
                  </a:lnTo>
                  <a:lnTo>
                    <a:pt x="9256535" y="1823720"/>
                  </a:lnTo>
                  <a:lnTo>
                    <a:pt x="9275585" y="1823720"/>
                  </a:lnTo>
                  <a:lnTo>
                    <a:pt x="9275585" y="1766570"/>
                  </a:lnTo>
                  <a:close/>
                </a:path>
                <a:path w="9276080" h="1895475">
                  <a:moveTo>
                    <a:pt x="9275585" y="1690370"/>
                  </a:moveTo>
                  <a:lnTo>
                    <a:pt x="9256535" y="1690370"/>
                  </a:lnTo>
                  <a:lnTo>
                    <a:pt x="9256535" y="1747520"/>
                  </a:lnTo>
                  <a:lnTo>
                    <a:pt x="9275585" y="1747520"/>
                  </a:lnTo>
                  <a:lnTo>
                    <a:pt x="9275585" y="1690370"/>
                  </a:lnTo>
                  <a:close/>
                </a:path>
                <a:path w="9276080" h="1895475">
                  <a:moveTo>
                    <a:pt x="9275585" y="1614170"/>
                  </a:moveTo>
                  <a:lnTo>
                    <a:pt x="9256535" y="1614170"/>
                  </a:lnTo>
                  <a:lnTo>
                    <a:pt x="9256535" y="1671320"/>
                  </a:lnTo>
                  <a:lnTo>
                    <a:pt x="9275585" y="1671320"/>
                  </a:lnTo>
                  <a:lnTo>
                    <a:pt x="9275585" y="1614170"/>
                  </a:lnTo>
                  <a:close/>
                </a:path>
                <a:path w="9276080" h="1895475">
                  <a:moveTo>
                    <a:pt x="9275585" y="1537970"/>
                  </a:moveTo>
                  <a:lnTo>
                    <a:pt x="9256535" y="1537970"/>
                  </a:lnTo>
                  <a:lnTo>
                    <a:pt x="9256535" y="1595120"/>
                  </a:lnTo>
                  <a:lnTo>
                    <a:pt x="9275585" y="1595120"/>
                  </a:lnTo>
                  <a:lnTo>
                    <a:pt x="9275585" y="1537970"/>
                  </a:lnTo>
                  <a:close/>
                </a:path>
                <a:path w="9276080" h="1895475">
                  <a:moveTo>
                    <a:pt x="9275585" y="1461770"/>
                  </a:moveTo>
                  <a:lnTo>
                    <a:pt x="9256535" y="1461770"/>
                  </a:lnTo>
                  <a:lnTo>
                    <a:pt x="9256535" y="1518920"/>
                  </a:lnTo>
                  <a:lnTo>
                    <a:pt x="9275585" y="1518920"/>
                  </a:lnTo>
                  <a:lnTo>
                    <a:pt x="9275585" y="1461770"/>
                  </a:lnTo>
                  <a:close/>
                </a:path>
                <a:path w="9276080" h="1895475">
                  <a:moveTo>
                    <a:pt x="9275585" y="1385570"/>
                  </a:moveTo>
                  <a:lnTo>
                    <a:pt x="9256535" y="1385570"/>
                  </a:lnTo>
                  <a:lnTo>
                    <a:pt x="9256535" y="1442720"/>
                  </a:lnTo>
                  <a:lnTo>
                    <a:pt x="9275585" y="1442720"/>
                  </a:lnTo>
                  <a:lnTo>
                    <a:pt x="9275585" y="1385570"/>
                  </a:lnTo>
                  <a:close/>
                </a:path>
                <a:path w="9276080" h="1895475">
                  <a:moveTo>
                    <a:pt x="9275585" y="1309370"/>
                  </a:moveTo>
                  <a:lnTo>
                    <a:pt x="9256535" y="1309370"/>
                  </a:lnTo>
                  <a:lnTo>
                    <a:pt x="9256535" y="1366520"/>
                  </a:lnTo>
                  <a:lnTo>
                    <a:pt x="9275585" y="1366520"/>
                  </a:lnTo>
                  <a:lnTo>
                    <a:pt x="9275585" y="1309370"/>
                  </a:lnTo>
                  <a:close/>
                </a:path>
                <a:path w="9276080" h="1895475">
                  <a:moveTo>
                    <a:pt x="9275585" y="1233170"/>
                  </a:moveTo>
                  <a:lnTo>
                    <a:pt x="9256535" y="1233170"/>
                  </a:lnTo>
                  <a:lnTo>
                    <a:pt x="9256535" y="1290320"/>
                  </a:lnTo>
                  <a:lnTo>
                    <a:pt x="9275585" y="1290320"/>
                  </a:lnTo>
                  <a:lnTo>
                    <a:pt x="9275585" y="1233170"/>
                  </a:lnTo>
                  <a:close/>
                </a:path>
                <a:path w="9276080" h="1895475">
                  <a:moveTo>
                    <a:pt x="9275585" y="1156970"/>
                  </a:moveTo>
                  <a:lnTo>
                    <a:pt x="9256535" y="1156970"/>
                  </a:lnTo>
                  <a:lnTo>
                    <a:pt x="9256535" y="1214120"/>
                  </a:lnTo>
                  <a:lnTo>
                    <a:pt x="9275585" y="1214120"/>
                  </a:lnTo>
                  <a:lnTo>
                    <a:pt x="9275585" y="1156970"/>
                  </a:lnTo>
                  <a:close/>
                </a:path>
                <a:path w="9276080" h="1895475">
                  <a:moveTo>
                    <a:pt x="9275585" y="1080770"/>
                  </a:moveTo>
                  <a:lnTo>
                    <a:pt x="9256535" y="1080770"/>
                  </a:lnTo>
                  <a:lnTo>
                    <a:pt x="9256535" y="1137920"/>
                  </a:lnTo>
                  <a:lnTo>
                    <a:pt x="9275585" y="1137920"/>
                  </a:lnTo>
                  <a:lnTo>
                    <a:pt x="9275585" y="1080770"/>
                  </a:lnTo>
                  <a:close/>
                </a:path>
                <a:path w="9276080" h="1895475">
                  <a:moveTo>
                    <a:pt x="9275585" y="1004570"/>
                  </a:moveTo>
                  <a:lnTo>
                    <a:pt x="9256535" y="1004570"/>
                  </a:lnTo>
                  <a:lnTo>
                    <a:pt x="9256535" y="1061720"/>
                  </a:lnTo>
                  <a:lnTo>
                    <a:pt x="9275585" y="1061720"/>
                  </a:lnTo>
                  <a:lnTo>
                    <a:pt x="9275585" y="1004570"/>
                  </a:lnTo>
                  <a:close/>
                </a:path>
                <a:path w="9276080" h="1895475">
                  <a:moveTo>
                    <a:pt x="9275585" y="928370"/>
                  </a:moveTo>
                  <a:lnTo>
                    <a:pt x="9256535" y="928370"/>
                  </a:lnTo>
                  <a:lnTo>
                    <a:pt x="9256535" y="985520"/>
                  </a:lnTo>
                  <a:lnTo>
                    <a:pt x="9275585" y="985520"/>
                  </a:lnTo>
                  <a:lnTo>
                    <a:pt x="9275585" y="928370"/>
                  </a:lnTo>
                  <a:close/>
                </a:path>
                <a:path w="9276080" h="1895475">
                  <a:moveTo>
                    <a:pt x="9275585" y="852170"/>
                  </a:moveTo>
                  <a:lnTo>
                    <a:pt x="9256535" y="852170"/>
                  </a:lnTo>
                  <a:lnTo>
                    <a:pt x="9256535" y="909320"/>
                  </a:lnTo>
                  <a:lnTo>
                    <a:pt x="9275585" y="909320"/>
                  </a:lnTo>
                  <a:lnTo>
                    <a:pt x="9275585" y="852170"/>
                  </a:lnTo>
                  <a:close/>
                </a:path>
                <a:path w="9276080" h="1895475">
                  <a:moveTo>
                    <a:pt x="9275585" y="775970"/>
                  </a:moveTo>
                  <a:lnTo>
                    <a:pt x="9256535" y="775970"/>
                  </a:lnTo>
                  <a:lnTo>
                    <a:pt x="9256535" y="833120"/>
                  </a:lnTo>
                  <a:lnTo>
                    <a:pt x="9275585" y="833120"/>
                  </a:lnTo>
                  <a:lnTo>
                    <a:pt x="9275585" y="775970"/>
                  </a:lnTo>
                  <a:close/>
                </a:path>
                <a:path w="9276080" h="1895475">
                  <a:moveTo>
                    <a:pt x="9275585" y="699770"/>
                  </a:moveTo>
                  <a:lnTo>
                    <a:pt x="9256535" y="699770"/>
                  </a:lnTo>
                  <a:lnTo>
                    <a:pt x="9256535" y="756920"/>
                  </a:lnTo>
                  <a:lnTo>
                    <a:pt x="9275585" y="756920"/>
                  </a:lnTo>
                  <a:lnTo>
                    <a:pt x="9275585" y="699770"/>
                  </a:lnTo>
                  <a:close/>
                </a:path>
                <a:path w="9276080" h="1895475">
                  <a:moveTo>
                    <a:pt x="9275585" y="623570"/>
                  </a:moveTo>
                  <a:lnTo>
                    <a:pt x="9256535" y="623570"/>
                  </a:lnTo>
                  <a:lnTo>
                    <a:pt x="9256535" y="680720"/>
                  </a:lnTo>
                  <a:lnTo>
                    <a:pt x="9275585" y="680720"/>
                  </a:lnTo>
                  <a:lnTo>
                    <a:pt x="9275585" y="623570"/>
                  </a:lnTo>
                  <a:close/>
                </a:path>
                <a:path w="9276080" h="1895475">
                  <a:moveTo>
                    <a:pt x="9275585" y="547370"/>
                  </a:moveTo>
                  <a:lnTo>
                    <a:pt x="9256535" y="547370"/>
                  </a:lnTo>
                  <a:lnTo>
                    <a:pt x="9256535" y="604520"/>
                  </a:lnTo>
                  <a:lnTo>
                    <a:pt x="9275585" y="604520"/>
                  </a:lnTo>
                  <a:lnTo>
                    <a:pt x="9275585" y="547370"/>
                  </a:lnTo>
                  <a:close/>
                </a:path>
                <a:path w="9276080" h="1895475">
                  <a:moveTo>
                    <a:pt x="9275585" y="471170"/>
                  </a:moveTo>
                  <a:lnTo>
                    <a:pt x="9256535" y="471170"/>
                  </a:lnTo>
                  <a:lnTo>
                    <a:pt x="9256535" y="528320"/>
                  </a:lnTo>
                  <a:lnTo>
                    <a:pt x="9275585" y="528320"/>
                  </a:lnTo>
                  <a:lnTo>
                    <a:pt x="9275585" y="471170"/>
                  </a:lnTo>
                  <a:close/>
                </a:path>
                <a:path w="9276080" h="1895475">
                  <a:moveTo>
                    <a:pt x="9275585" y="394970"/>
                  </a:moveTo>
                  <a:lnTo>
                    <a:pt x="9256535" y="394970"/>
                  </a:lnTo>
                  <a:lnTo>
                    <a:pt x="9256535" y="452120"/>
                  </a:lnTo>
                  <a:lnTo>
                    <a:pt x="9275585" y="452120"/>
                  </a:lnTo>
                  <a:lnTo>
                    <a:pt x="9275585" y="394970"/>
                  </a:lnTo>
                  <a:close/>
                </a:path>
                <a:path w="9276080" h="1895475">
                  <a:moveTo>
                    <a:pt x="9275585" y="352640"/>
                  </a:moveTo>
                  <a:lnTo>
                    <a:pt x="9274658" y="343306"/>
                  </a:lnTo>
                  <a:lnTo>
                    <a:pt x="9271952" y="334416"/>
                  </a:lnTo>
                  <a:lnTo>
                    <a:pt x="9267584" y="326224"/>
                  </a:lnTo>
                  <a:lnTo>
                    <a:pt x="9263329" y="321030"/>
                  </a:lnTo>
                  <a:lnTo>
                    <a:pt x="9249258" y="333603"/>
                  </a:lnTo>
                  <a:lnTo>
                    <a:pt x="9254109" y="339026"/>
                  </a:lnTo>
                  <a:lnTo>
                    <a:pt x="9256535" y="345376"/>
                  </a:lnTo>
                  <a:lnTo>
                    <a:pt x="9256535" y="375920"/>
                  </a:lnTo>
                  <a:lnTo>
                    <a:pt x="9275585" y="375920"/>
                  </a:lnTo>
                  <a:lnTo>
                    <a:pt x="9275585" y="352640"/>
                  </a:lnTo>
                  <a:close/>
                </a:path>
              </a:pathLst>
            </a:custGeom>
            <a:solidFill>
              <a:srgbClr val="56585C"/>
            </a:solidFill>
          </p:spPr>
          <p:txBody>
            <a:bodyPr wrap="square" lIns="0" tIns="0" rIns="0" bIns="0" rtlCol="0"/>
            <a:lstStyle/>
            <a:p>
              <a:endParaRPr dirty="0"/>
            </a:p>
          </p:txBody>
        </p:sp>
        <p:pic>
          <p:nvPicPr>
            <p:cNvPr id="81" name="object 81"/>
            <p:cNvPicPr/>
            <p:nvPr/>
          </p:nvPicPr>
          <p:blipFill>
            <a:blip r:embed="rId19" cstate="print"/>
            <a:stretch>
              <a:fillRect/>
            </a:stretch>
          </p:blipFill>
          <p:spPr>
            <a:xfrm>
              <a:off x="4400042" y="6612625"/>
              <a:ext cx="76199" cy="76199"/>
            </a:xfrm>
            <a:prstGeom prst="rect">
              <a:avLst/>
            </a:prstGeom>
          </p:spPr>
        </p:pic>
        <p:pic>
          <p:nvPicPr>
            <p:cNvPr id="82" name="object 82"/>
            <p:cNvPicPr/>
            <p:nvPr/>
          </p:nvPicPr>
          <p:blipFill>
            <a:blip r:embed="rId18" cstate="print"/>
            <a:stretch>
              <a:fillRect/>
            </a:stretch>
          </p:blipFill>
          <p:spPr>
            <a:xfrm>
              <a:off x="5538300" y="5488537"/>
              <a:ext cx="76199" cy="76199"/>
            </a:xfrm>
            <a:prstGeom prst="rect">
              <a:avLst/>
            </a:prstGeom>
          </p:spPr>
        </p:pic>
        <p:sp>
          <p:nvSpPr>
            <p:cNvPr id="83" name="object 83"/>
            <p:cNvSpPr/>
            <p:nvPr/>
          </p:nvSpPr>
          <p:spPr>
            <a:xfrm>
              <a:off x="13818727" y="5610372"/>
              <a:ext cx="1124585" cy="1059815"/>
            </a:xfrm>
            <a:custGeom>
              <a:avLst/>
              <a:gdLst/>
              <a:ahLst/>
              <a:cxnLst/>
              <a:rect l="l" t="t" r="r" b="b"/>
              <a:pathLst>
                <a:path w="1124584" h="1059815">
                  <a:moveTo>
                    <a:pt x="1123971" y="57149"/>
                  </a:moveTo>
                  <a:lnTo>
                    <a:pt x="1104921" y="57149"/>
                  </a:lnTo>
                  <a:lnTo>
                    <a:pt x="1104921" y="0"/>
                  </a:lnTo>
                  <a:lnTo>
                    <a:pt x="1123971" y="0"/>
                  </a:lnTo>
                  <a:lnTo>
                    <a:pt x="1123971" y="57149"/>
                  </a:lnTo>
                  <a:close/>
                </a:path>
                <a:path w="1124584" h="1059815">
                  <a:moveTo>
                    <a:pt x="1103157" y="135379"/>
                  </a:moveTo>
                  <a:lnTo>
                    <a:pt x="1088611" y="123079"/>
                  </a:lnTo>
                  <a:lnTo>
                    <a:pt x="1095746" y="113062"/>
                  </a:lnTo>
                  <a:lnTo>
                    <a:pt x="1100843" y="102297"/>
                  </a:lnTo>
                  <a:lnTo>
                    <a:pt x="1103901" y="90786"/>
                  </a:lnTo>
                  <a:lnTo>
                    <a:pt x="1104921" y="78528"/>
                  </a:lnTo>
                  <a:lnTo>
                    <a:pt x="1104921" y="76199"/>
                  </a:lnTo>
                  <a:lnTo>
                    <a:pt x="1123971" y="76199"/>
                  </a:lnTo>
                  <a:lnTo>
                    <a:pt x="1123971" y="78528"/>
                  </a:lnTo>
                  <a:lnTo>
                    <a:pt x="1122670" y="94170"/>
                  </a:lnTo>
                  <a:lnTo>
                    <a:pt x="1118767" y="108859"/>
                  </a:lnTo>
                  <a:lnTo>
                    <a:pt x="1112263" y="122596"/>
                  </a:lnTo>
                  <a:lnTo>
                    <a:pt x="1103157" y="135379"/>
                  </a:lnTo>
                  <a:close/>
                </a:path>
                <a:path w="1124584" h="1059815">
                  <a:moveTo>
                    <a:pt x="1035918" y="166581"/>
                  </a:moveTo>
                  <a:lnTo>
                    <a:pt x="1027456" y="166581"/>
                  </a:lnTo>
                  <a:lnTo>
                    <a:pt x="1027456" y="147531"/>
                  </a:lnTo>
                  <a:lnTo>
                    <a:pt x="1035918" y="147531"/>
                  </a:lnTo>
                  <a:lnTo>
                    <a:pt x="1046767" y="146720"/>
                  </a:lnTo>
                  <a:lnTo>
                    <a:pt x="1057094" y="144289"/>
                  </a:lnTo>
                  <a:lnTo>
                    <a:pt x="1066899" y="140237"/>
                  </a:lnTo>
                  <a:lnTo>
                    <a:pt x="1076183" y="134565"/>
                  </a:lnTo>
                  <a:lnTo>
                    <a:pt x="1087299" y="150035"/>
                  </a:lnTo>
                  <a:lnTo>
                    <a:pt x="1075453" y="157274"/>
                  </a:lnTo>
                  <a:lnTo>
                    <a:pt x="1062940" y="162444"/>
                  </a:lnTo>
                  <a:lnTo>
                    <a:pt x="1049762" y="165546"/>
                  </a:lnTo>
                  <a:lnTo>
                    <a:pt x="1035918" y="166581"/>
                  </a:lnTo>
                  <a:close/>
                </a:path>
                <a:path w="1124584" h="1059815">
                  <a:moveTo>
                    <a:pt x="1008406" y="166581"/>
                  </a:moveTo>
                  <a:lnTo>
                    <a:pt x="951256" y="166581"/>
                  </a:lnTo>
                  <a:lnTo>
                    <a:pt x="951256" y="147531"/>
                  </a:lnTo>
                  <a:lnTo>
                    <a:pt x="1008406" y="147531"/>
                  </a:lnTo>
                  <a:lnTo>
                    <a:pt x="1008406" y="166581"/>
                  </a:lnTo>
                  <a:close/>
                </a:path>
                <a:path w="1124584" h="1059815">
                  <a:moveTo>
                    <a:pt x="932206" y="166581"/>
                  </a:moveTo>
                  <a:lnTo>
                    <a:pt x="875056" y="166581"/>
                  </a:lnTo>
                  <a:lnTo>
                    <a:pt x="875056" y="147531"/>
                  </a:lnTo>
                  <a:lnTo>
                    <a:pt x="932206" y="147531"/>
                  </a:lnTo>
                  <a:lnTo>
                    <a:pt x="932206" y="166581"/>
                  </a:lnTo>
                  <a:close/>
                </a:path>
                <a:path w="1124584" h="1059815">
                  <a:moveTo>
                    <a:pt x="856006" y="166581"/>
                  </a:moveTo>
                  <a:lnTo>
                    <a:pt x="798856" y="166581"/>
                  </a:lnTo>
                  <a:lnTo>
                    <a:pt x="798856" y="147531"/>
                  </a:lnTo>
                  <a:lnTo>
                    <a:pt x="856006" y="147531"/>
                  </a:lnTo>
                  <a:lnTo>
                    <a:pt x="856006" y="166581"/>
                  </a:lnTo>
                  <a:close/>
                </a:path>
                <a:path w="1124584" h="1059815">
                  <a:moveTo>
                    <a:pt x="779806" y="166581"/>
                  </a:moveTo>
                  <a:lnTo>
                    <a:pt x="722656" y="166581"/>
                  </a:lnTo>
                  <a:lnTo>
                    <a:pt x="722656" y="147531"/>
                  </a:lnTo>
                  <a:lnTo>
                    <a:pt x="779806" y="147531"/>
                  </a:lnTo>
                  <a:lnTo>
                    <a:pt x="779806" y="166581"/>
                  </a:lnTo>
                  <a:close/>
                </a:path>
                <a:path w="1124584" h="1059815">
                  <a:moveTo>
                    <a:pt x="703606" y="166581"/>
                  </a:moveTo>
                  <a:lnTo>
                    <a:pt x="646456" y="166581"/>
                  </a:lnTo>
                  <a:lnTo>
                    <a:pt x="646456" y="147531"/>
                  </a:lnTo>
                  <a:lnTo>
                    <a:pt x="703606" y="147531"/>
                  </a:lnTo>
                  <a:lnTo>
                    <a:pt x="703606" y="166581"/>
                  </a:lnTo>
                  <a:close/>
                </a:path>
                <a:path w="1124584" h="1059815">
                  <a:moveTo>
                    <a:pt x="627406" y="166581"/>
                  </a:moveTo>
                  <a:lnTo>
                    <a:pt x="570256" y="166581"/>
                  </a:lnTo>
                  <a:lnTo>
                    <a:pt x="570256" y="147531"/>
                  </a:lnTo>
                  <a:lnTo>
                    <a:pt x="627406" y="147531"/>
                  </a:lnTo>
                  <a:lnTo>
                    <a:pt x="627406" y="166581"/>
                  </a:lnTo>
                  <a:close/>
                </a:path>
                <a:path w="1124584" h="1059815">
                  <a:moveTo>
                    <a:pt x="551206" y="166581"/>
                  </a:moveTo>
                  <a:lnTo>
                    <a:pt x="494056" y="166581"/>
                  </a:lnTo>
                  <a:lnTo>
                    <a:pt x="494056" y="147531"/>
                  </a:lnTo>
                  <a:lnTo>
                    <a:pt x="551206" y="147531"/>
                  </a:lnTo>
                  <a:lnTo>
                    <a:pt x="551206" y="166581"/>
                  </a:lnTo>
                  <a:close/>
                </a:path>
                <a:path w="1124584" h="1059815">
                  <a:moveTo>
                    <a:pt x="475006" y="166581"/>
                  </a:moveTo>
                  <a:lnTo>
                    <a:pt x="417856" y="166581"/>
                  </a:lnTo>
                  <a:lnTo>
                    <a:pt x="417856" y="147531"/>
                  </a:lnTo>
                  <a:lnTo>
                    <a:pt x="475006" y="147531"/>
                  </a:lnTo>
                  <a:lnTo>
                    <a:pt x="475006" y="166581"/>
                  </a:lnTo>
                  <a:close/>
                </a:path>
                <a:path w="1124584" h="1059815">
                  <a:moveTo>
                    <a:pt x="342720" y="167808"/>
                  </a:moveTo>
                  <a:lnTo>
                    <a:pt x="339819" y="148980"/>
                  </a:lnTo>
                  <a:lnTo>
                    <a:pt x="346092" y="148014"/>
                  </a:lnTo>
                  <a:lnTo>
                    <a:pt x="352425" y="147531"/>
                  </a:lnTo>
                  <a:lnTo>
                    <a:pt x="398806" y="147531"/>
                  </a:lnTo>
                  <a:lnTo>
                    <a:pt x="398806" y="166581"/>
                  </a:lnTo>
                  <a:lnTo>
                    <a:pt x="353397" y="166581"/>
                  </a:lnTo>
                  <a:lnTo>
                    <a:pt x="348032" y="166990"/>
                  </a:lnTo>
                  <a:lnTo>
                    <a:pt x="342720" y="167808"/>
                  </a:lnTo>
                  <a:close/>
                </a:path>
                <a:path w="1124584" h="1059815">
                  <a:moveTo>
                    <a:pt x="282081" y="200015"/>
                  </a:moveTo>
                  <a:lnTo>
                    <a:pt x="268132" y="187041"/>
                  </a:lnTo>
                  <a:lnTo>
                    <a:pt x="279477" y="176238"/>
                  </a:lnTo>
                  <a:lnTo>
                    <a:pt x="291867" y="167099"/>
                  </a:lnTo>
                  <a:lnTo>
                    <a:pt x="305302" y="159623"/>
                  </a:lnTo>
                  <a:lnTo>
                    <a:pt x="319782" y="153812"/>
                  </a:lnTo>
                  <a:lnTo>
                    <a:pt x="325784" y="171892"/>
                  </a:lnTo>
                  <a:lnTo>
                    <a:pt x="313535" y="176808"/>
                  </a:lnTo>
                  <a:lnTo>
                    <a:pt x="302168" y="183135"/>
                  </a:lnTo>
                  <a:lnTo>
                    <a:pt x="291684" y="190870"/>
                  </a:lnTo>
                  <a:lnTo>
                    <a:pt x="282081" y="200015"/>
                  </a:lnTo>
                  <a:close/>
                </a:path>
                <a:path w="1124584" h="1059815">
                  <a:moveTo>
                    <a:pt x="254373" y="262964"/>
                  </a:moveTo>
                  <a:lnTo>
                    <a:pt x="235382" y="261461"/>
                  </a:lnTo>
                  <a:lnTo>
                    <a:pt x="237571" y="245953"/>
                  </a:lnTo>
                  <a:lnTo>
                    <a:pt x="241630" y="231088"/>
                  </a:lnTo>
                  <a:lnTo>
                    <a:pt x="247561" y="216868"/>
                  </a:lnTo>
                  <a:lnTo>
                    <a:pt x="255362" y="203291"/>
                  </a:lnTo>
                  <a:lnTo>
                    <a:pt x="271268" y="213775"/>
                  </a:lnTo>
                  <a:lnTo>
                    <a:pt x="264671" y="225255"/>
                  </a:lnTo>
                  <a:lnTo>
                    <a:pt x="259656" y="237280"/>
                  </a:lnTo>
                  <a:lnTo>
                    <a:pt x="256224" y="249850"/>
                  </a:lnTo>
                  <a:lnTo>
                    <a:pt x="254373" y="262964"/>
                  </a:lnTo>
                  <a:close/>
                </a:path>
                <a:path w="1124584" h="1059815">
                  <a:moveTo>
                    <a:pt x="254042" y="338704"/>
                  </a:moveTo>
                  <a:lnTo>
                    <a:pt x="234992" y="338704"/>
                  </a:lnTo>
                  <a:lnTo>
                    <a:pt x="234992" y="281554"/>
                  </a:lnTo>
                  <a:lnTo>
                    <a:pt x="254042" y="281554"/>
                  </a:lnTo>
                  <a:lnTo>
                    <a:pt x="254042" y="338704"/>
                  </a:lnTo>
                  <a:close/>
                </a:path>
                <a:path w="1124584" h="1059815">
                  <a:moveTo>
                    <a:pt x="254042" y="414904"/>
                  </a:moveTo>
                  <a:lnTo>
                    <a:pt x="234992" y="414904"/>
                  </a:lnTo>
                  <a:lnTo>
                    <a:pt x="234992" y="357754"/>
                  </a:lnTo>
                  <a:lnTo>
                    <a:pt x="254042" y="357754"/>
                  </a:lnTo>
                  <a:lnTo>
                    <a:pt x="254042" y="414904"/>
                  </a:lnTo>
                  <a:close/>
                </a:path>
                <a:path w="1124584" h="1059815">
                  <a:moveTo>
                    <a:pt x="254042" y="491104"/>
                  </a:moveTo>
                  <a:lnTo>
                    <a:pt x="234992" y="491104"/>
                  </a:lnTo>
                  <a:lnTo>
                    <a:pt x="234992" y="433954"/>
                  </a:lnTo>
                  <a:lnTo>
                    <a:pt x="254042" y="433954"/>
                  </a:lnTo>
                  <a:lnTo>
                    <a:pt x="254042" y="491104"/>
                  </a:lnTo>
                  <a:close/>
                </a:path>
                <a:path w="1124584" h="1059815">
                  <a:moveTo>
                    <a:pt x="254042" y="567304"/>
                  </a:moveTo>
                  <a:lnTo>
                    <a:pt x="234992" y="567304"/>
                  </a:lnTo>
                  <a:lnTo>
                    <a:pt x="234992" y="510154"/>
                  </a:lnTo>
                  <a:lnTo>
                    <a:pt x="254042" y="510154"/>
                  </a:lnTo>
                  <a:lnTo>
                    <a:pt x="254042" y="567304"/>
                  </a:lnTo>
                  <a:close/>
                </a:path>
                <a:path w="1124584" h="1059815">
                  <a:moveTo>
                    <a:pt x="254042" y="643504"/>
                  </a:moveTo>
                  <a:lnTo>
                    <a:pt x="234992" y="643504"/>
                  </a:lnTo>
                  <a:lnTo>
                    <a:pt x="234992" y="586354"/>
                  </a:lnTo>
                  <a:lnTo>
                    <a:pt x="254042" y="586354"/>
                  </a:lnTo>
                  <a:lnTo>
                    <a:pt x="254042" y="643504"/>
                  </a:lnTo>
                  <a:close/>
                </a:path>
                <a:path w="1124584" h="1059815">
                  <a:moveTo>
                    <a:pt x="254042" y="719704"/>
                  </a:moveTo>
                  <a:lnTo>
                    <a:pt x="234992" y="719704"/>
                  </a:lnTo>
                  <a:lnTo>
                    <a:pt x="234992" y="662554"/>
                  </a:lnTo>
                  <a:lnTo>
                    <a:pt x="254042" y="662554"/>
                  </a:lnTo>
                  <a:lnTo>
                    <a:pt x="254042" y="719704"/>
                  </a:lnTo>
                  <a:close/>
                </a:path>
                <a:path w="1124584" h="1059815">
                  <a:moveTo>
                    <a:pt x="254042" y="795904"/>
                  </a:moveTo>
                  <a:lnTo>
                    <a:pt x="234992" y="795904"/>
                  </a:lnTo>
                  <a:lnTo>
                    <a:pt x="234992" y="738754"/>
                  </a:lnTo>
                  <a:lnTo>
                    <a:pt x="254042" y="738754"/>
                  </a:lnTo>
                  <a:lnTo>
                    <a:pt x="254042" y="795904"/>
                  </a:lnTo>
                  <a:close/>
                </a:path>
                <a:path w="1124584" h="1059815">
                  <a:moveTo>
                    <a:pt x="254042" y="872104"/>
                  </a:moveTo>
                  <a:lnTo>
                    <a:pt x="234992" y="872104"/>
                  </a:lnTo>
                  <a:lnTo>
                    <a:pt x="234992" y="814954"/>
                  </a:lnTo>
                  <a:lnTo>
                    <a:pt x="254042" y="814954"/>
                  </a:lnTo>
                  <a:lnTo>
                    <a:pt x="254042" y="872104"/>
                  </a:lnTo>
                  <a:close/>
                </a:path>
                <a:path w="1124584" h="1059815">
                  <a:moveTo>
                    <a:pt x="253240" y="949742"/>
                  </a:moveTo>
                  <a:lnTo>
                    <a:pt x="234313" y="947585"/>
                  </a:lnTo>
                  <a:lnTo>
                    <a:pt x="234766" y="943609"/>
                  </a:lnTo>
                  <a:lnTo>
                    <a:pt x="234952" y="940328"/>
                  </a:lnTo>
                  <a:lnTo>
                    <a:pt x="234992" y="891154"/>
                  </a:lnTo>
                  <a:lnTo>
                    <a:pt x="254042" y="891154"/>
                  </a:lnTo>
                  <a:lnTo>
                    <a:pt x="254042" y="940328"/>
                  </a:lnTo>
                  <a:lnTo>
                    <a:pt x="253857" y="943609"/>
                  </a:lnTo>
                  <a:lnTo>
                    <a:pt x="253775" y="945050"/>
                  </a:lnTo>
                  <a:lnTo>
                    <a:pt x="253240" y="949742"/>
                  </a:lnTo>
                  <a:close/>
                </a:path>
                <a:path w="1124584" h="1059815">
                  <a:moveTo>
                    <a:pt x="217989" y="1022920"/>
                  </a:moveTo>
                  <a:lnTo>
                    <a:pt x="204486" y="1009483"/>
                  </a:lnTo>
                  <a:lnTo>
                    <a:pt x="213246" y="999543"/>
                  </a:lnTo>
                  <a:lnTo>
                    <a:pt x="220564" y="988777"/>
                  </a:lnTo>
                  <a:lnTo>
                    <a:pt x="226441" y="977185"/>
                  </a:lnTo>
                  <a:lnTo>
                    <a:pt x="230875" y="964767"/>
                  </a:lnTo>
                  <a:lnTo>
                    <a:pt x="249174" y="970063"/>
                  </a:lnTo>
                  <a:lnTo>
                    <a:pt x="243931" y="984746"/>
                  </a:lnTo>
                  <a:lnTo>
                    <a:pt x="236986" y="998450"/>
                  </a:lnTo>
                  <a:lnTo>
                    <a:pt x="228339" y="1011175"/>
                  </a:lnTo>
                  <a:lnTo>
                    <a:pt x="217989" y="1022920"/>
                  </a:lnTo>
                  <a:close/>
                </a:path>
                <a:path w="1124584" h="1059815">
                  <a:moveTo>
                    <a:pt x="144994" y="1058529"/>
                  </a:moveTo>
                  <a:lnTo>
                    <a:pt x="142743" y="1039613"/>
                  </a:lnTo>
                  <a:lnTo>
                    <a:pt x="155744" y="1037251"/>
                  </a:lnTo>
                  <a:lnTo>
                    <a:pt x="168148" y="1033330"/>
                  </a:lnTo>
                  <a:lnTo>
                    <a:pt x="179955" y="1027851"/>
                  </a:lnTo>
                  <a:lnTo>
                    <a:pt x="191164" y="1020814"/>
                  </a:lnTo>
                  <a:lnTo>
                    <a:pt x="202258" y="1036300"/>
                  </a:lnTo>
                  <a:lnTo>
                    <a:pt x="189004" y="1044621"/>
                  </a:lnTo>
                  <a:lnTo>
                    <a:pt x="175042" y="1051099"/>
                  </a:lnTo>
                  <a:lnTo>
                    <a:pt x="160372" y="1055736"/>
                  </a:lnTo>
                  <a:lnTo>
                    <a:pt x="144994" y="1058529"/>
                  </a:lnTo>
                  <a:close/>
                </a:path>
                <a:path w="1124584" h="1059815">
                  <a:moveTo>
                    <a:pt x="124453" y="1059403"/>
                  </a:moveTo>
                  <a:lnTo>
                    <a:pt x="67303" y="1059403"/>
                  </a:lnTo>
                  <a:lnTo>
                    <a:pt x="67303" y="1040353"/>
                  </a:lnTo>
                  <a:lnTo>
                    <a:pt x="124453" y="1040353"/>
                  </a:lnTo>
                  <a:lnTo>
                    <a:pt x="124453" y="1059403"/>
                  </a:lnTo>
                  <a:close/>
                </a:path>
                <a:path w="1124584" h="1059815">
                  <a:moveTo>
                    <a:pt x="48254" y="1059403"/>
                  </a:moveTo>
                  <a:lnTo>
                    <a:pt x="0" y="1059403"/>
                  </a:lnTo>
                  <a:lnTo>
                    <a:pt x="0" y="1040353"/>
                  </a:lnTo>
                  <a:lnTo>
                    <a:pt x="48254" y="1040353"/>
                  </a:lnTo>
                  <a:lnTo>
                    <a:pt x="48254" y="1059403"/>
                  </a:lnTo>
                  <a:close/>
                </a:path>
              </a:pathLst>
            </a:custGeom>
            <a:solidFill>
              <a:srgbClr val="56585C"/>
            </a:solidFill>
          </p:spPr>
          <p:txBody>
            <a:bodyPr wrap="square" lIns="0" tIns="0" rIns="0" bIns="0" rtlCol="0"/>
            <a:lstStyle/>
            <a:p>
              <a:endParaRPr/>
            </a:p>
          </p:txBody>
        </p:sp>
        <p:pic>
          <p:nvPicPr>
            <p:cNvPr id="84" name="object 84"/>
            <p:cNvPicPr/>
            <p:nvPr/>
          </p:nvPicPr>
          <p:blipFill>
            <a:blip r:embed="rId18" cstate="print"/>
            <a:stretch>
              <a:fillRect/>
            </a:stretch>
          </p:blipFill>
          <p:spPr>
            <a:xfrm>
              <a:off x="14895074" y="5538935"/>
              <a:ext cx="76199" cy="76199"/>
            </a:xfrm>
            <a:prstGeom prst="rect">
              <a:avLst/>
            </a:prstGeom>
          </p:spPr>
        </p:pic>
        <p:pic>
          <p:nvPicPr>
            <p:cNvPr id="85" name="object 85"/>
            <p:cNvPicPr/>
            <p:nvPr/>
          </p:nvPicPr>
          <p:blipFill>
            <a:blip r:embed="rId19" cstate="print"/>
            <a:stretch>
              <a:fillRect/>
            </a:stretch>
          </p:blipFill>
          <p:spPr>
            <a:xfrm>
              <a:off x="13747290" y="6622151"/>
              <a:ext cx="76199" cy="76199"/>
            </a:xfrm>
            <a:prstGeom prst="rect">
              <a:avLst/>
            </a:prstGeom>
          </p:spPr>
        </p:pic>
        <p:pic>
          <p:nvPicPr>
            <p:cNvPr id="86" name="object 86"/>
            <p:cNvPicPr/>
            <p:nvPr/>
          </p:nvPicPr>
          <p:blipFill>
            <a:blip r:embed="rId20" cstate="print"/>
            <a:stretch>
              <a:fillRect/>
            </a:stretch>
          </p:blipFill>
          <p:spPr>
            <a:xfrm>
              <a:off x="8385939" y="6815664"/>
              <a:ext cx="476249" cy="476249"/>
            </a:xfrm>
            <a:prstGeom prst="rect">
              <a:avLst/>
            </a:prstGeom>
          </p:spPr>
        </p:pic>
        <p:pic>
          <p:nvPicPr>
            <p:cNvPr id="87" name="object 87"/>
            <p:cNvPicPr/>
            <p:nvPr/>
          </p:nvPicPr>
          <p:blipFill>
            <a:blip r:embed="rId21" cstate="print"/>
            <a:stretch>
              <a:fillRect/>
            </a:stretch>
          </p:blipFill>
          <p:spPr>
            <a:xfrm>
              <a:off x="5160872" y="6020664"/>
              <a:ext cx="542924" cy="542925"/>
            </a:xfrm>
            <a:prstGeom prst="rect">
              <a:avLst/>
            </a:prstGeom>
          </p:spPr>
        </p:pic>
        <p:pic>
          <p:nvPicPr>
            <p:cNvPr id="88" name="object 88"/>
            <p:cNvPicPr/>
            <p:nvPr/>
          </p:nvPicPr>
          <p:blipFill>
            <a:blip r:embed="rId22" cstate="print"/>
            <a:stretch>
              <a:fillRect/>
            </a:stretch>
          </p:blipFill>
          <p:spPr>
            <a:xfrm>
              <a:off x="9838960" y="6020664"/>
              <a:ext cx="619124" cy="619125"/>
            </a:xfrm>
            <a:prstGeom prst="rect">
              <a:avLst/>
            </a:prstGeom>
          </p:spPr>
        </p:pic>
        <p:pic>
          <p:nvPicPr>
            <p:cNvPr id="89" name="object 89"/>
            <p:cNvPicPr/>
            <p:nvPr/>
          </p:nvPicPr>
          <p:blipFill>
            <a:blip r:embed="rId23" cstate="print"/>
            <a:stretch>
              <a:fillRect/>
            </a:stretch>
          </p:blipFill>
          <p:spPr>
            <a:xfrm>
              <a:off x="13098371" y="6782866"/>
              <a:ext cx="600074" cy="600074"/>
            </a:xfrm>
            <a:prstGeom prst="rect">
              <a:avLst/>
            </a:prstGeom>
          </p:spPr>
        </p:pic>
        <p:pic>
          <p:nvPicPr>
            <p:cNvPr id="90" name="object 90"/>
            <p:cNvPicPr/>
            <p:nvPr/>
          </p:nvPicPr>
          <p:blipFill>
            <a:blip r:embed="rId24" cstate="print"/>
            <a:stretch>
              <a:fillRect/>
            </a:stretch>
          </p:blipFill>
          <p:spPr>
            <a:xfrm>
              <a:off x="215798" y="4092272"/>
              <a:ext cx="238832" cy="246654"/>
            </a:xfrm>
            <a:prstGeom prst="rect">
              <a:avLst/>
            </a:prstGeom>
          </p:spPr>
        </p:pic>
        <p:sp>
          <p:nvSpPr>
            <p:cNvPr id="91" name="object 91"/>
            <p:cNvSpPr/>
            <p:nvPr/>
          </p:nvSpPr>
          <p:spPr>
            <a:xfrm>
              <a:off x="4880112" y="4140451"/>
              <a:ext cx="259079" cy="264795"/>
            </a:xfrm>
            <a:custGeom>
              <a:avLst/>
              <a:gdLst/>
              <a:ahLst/>
              <a:cxnLst/>
              <a:rect l="l" t="t" r="r" b="b"/>
              <a:pathLst>
                <a:path w="259079" h="264795">
                  <a:moveTo>
                    <a:pt x="18037" y="149676"/>
                  </a:moveTo>
                  <a:lnTo>
                    <a:pt x="8703" y="149311"/>
                  </a:lnTo>
                  <a:lnTo>
                    <a:pt x="11511" y="149311"/>
                  </a:lnTo>
                  <a:lnTo>
                    <a:pt x="7537" y="146962"/>
                  </a:lnTo>
                  <a:lnTo>
                    <a:pt x="6054" y="146048"/>
                  </a:lnTo>
                  <a:lnTo>
                    <a:pt x="0" y="140160"/>
                  </a:lnTo>
                  <a:lnTo>
                    <a:pt x="1085" y="130487"/>
                  </a:lnTo>
                  <a:lnTo>
                    <a:pt x="2159" y="123408"/>
                  </a:lnTo>
                  <a:lnTo>
                    <a:pt x="2260" y="122740"/>
                  </a:lnTo>
                  <a:lnTo>
                    <a:pt x="16751" y="77674"/>
                  </a:lnTo>
                  <a:lnTo>
                    <a:pt x="43496" y="38798"/>
                  </a:lnTo>
                  <a:lnTo>
                    <a:pt x="97670" y="5405"/>
                  </a:lnTo>
                  <a:lnTo>
                    <a:pt x="129271" y="0"/>
                  </a:lnTo>
                  <a:lnTo>
                    <a:pt x="161155" y="3217"/>
                  </a:lnTo>
                  <a:lnTo>
                    <a:pt x="180287" y="9874"/>
                  </a:lnTo>
                  <a:lnTo>
                    <a:pt x="197759" y="19923"/>
                  </a:lnTo>
                  <a:lnTo>
                    <a:pt x="211723" y="31392"/>
                  </a:lnTo>
                  <a:lnTo>
                    <a:pt x="124346" y="31392"/>
                  </a:lnTo>
                  <a:lnTo>
                    <a:pt x="96838" y="38379"/>
                  </a:lnTo>
                  <a:lnTo>
                    <a:pt x="55275" y="71651"/>
                  </a:lnTo>
                  <a:lnTo>
                    <a:pt x="33497" y="117237"/>
                  </a:lnTo>
                  <a:lnTo>
                    <a:pt x="27659" y="141939"/>
                  </a:lnTo>
                  <a:lnTo>
                    <a:pt x="23900" y="146962"/>
                  </a:lnTo>
                  <a:lnTo>
                    <a:pt x="23795" y="147102"/>
                  </a:lnTo>
                  <a:lnTo>
                    <a:pt x="18037" y="149676"/>
                  </a:lnTo>
                  <a:close/>
                </a:path>
                <a:path w="259079" h="264795">
                  <a:moveTo>
                    <a:pt x="210708" y="233464"/>
                  </a:moveTo>
                  <a:lnTo>
                    <a:pt x="122890" y="233464"/>
                  </a:lnTo>
                  <a:lnTo>
                    <a:pt x="133105" y="233188"/>
                  </a:lnTo>
                  <a:lnTo>
                    <a:pt x="143255" y="231919"/>
                  </a:lnTo>
                  <a:lnTo>
                    <a:pt x="184999" y="215204"/>
                  </a:lnTo>
                  <a:lnTo>
                    <a:pt x="211680" y="186889"/>
                  </a:lnTo>
                  <a:lnTo>
                    <a:pt x="227806" y="146048"/>
                  </a:lnTo>
                  <a:lnTo>
                    <a:pt x="227915" y="135728"/>
                  </a:lnTo>
                  <a:lnTo>
                    <a:pt x="227707" y="131985"/>
                  </a:lnTo>
                  <a:lnTo>
                    <a:pt x="227624" y="130487"/>
                  </a:lnTo>
                  <a:lnTo>
                    <a:pt x="227508" y="128395"/>
                  </a:lnTo>
                  <a:lnTo>
                    <a:pt x="227425" y="126907"/>
                  </a:lnTo>
                  <a:lnTo>
                    <a:pt x="215532" y="88127"/>
                  </a:lnTo>
                  <a:lnTo>
                    <a:pt x="193416" y="56650"/>
                  </a:lnTo>
                  <a:lnTo>
                    <a:pt x="152454" y="33043"/>
                  </a:lnTo>
                  <a:lnTo>
                    <a:pt x="124346" y="31392"/>
                  </a:lnTo>
                  <a:lnTo>
                    <a:pt x="211723" y="31392"/>
                  </a:lnTo>
                  <a:lnTo>
                    <a:pt x="239608" y="66823"/>
                  </a:lnTo>
                  <a:lnTo>
                    <a:pt x="255644" y="106712"/>
                  </a:lnTo>
                  <a:lnTo>
                    <a:pt x="258910" y="126721"/>
                  </a:lnTo>
                  <a:lnTo>
                    <a:pt x="258840" y="147102"/>
                  </a:lnTo>
                  <a:lnTo>
                    <a:pt x="255428" y="165947"/>
                  </a:lnTo>
                  <a:lnTo>
                    <a:pt x="255404" y="166083"/>
                  </a:lnTo>
                  <a:lnTo>
                    <a:pt x="255280" y="166766"/>
                  </a:lnTo>
                  <a:lnTo>
                    <a:pt x="242510" y="195739"/>
                  </a:lnTo>
                  <a:lnTo>
                    <a:pt x="224029" y="221593"/>
                  </a:lnTo>
                  <a:lnTo>
                    <a:pt x="210708" y="233464"/>
                  </a:lnTo>
                  <a:close/>
                </a:path>
                <a:path w="259079" h="264795">
                  <a:moveTo>
                    <a:pt x="105822" y="116363"/>
                  </a:moveTo>
                  <a:lnTo>
                    <a:pt x="98793" y="116363"/>
                  </a:lnTo>
                  <a:lnTo>
                    <a:pt x="93467" y="113042"/>
                  </a:lnTo>
                  <a:lnTo>
                    <a:pt x="90439" y="107487"/>
                  </a:lnTo>
                  <a:lnTo>
                    <a:pt x="90455" y="106712"/>
                  </a:lnTo>
                  <a:lnTo>
                    <a:pt x="90577" y="100709"/>
                  </a:lnTo>
                  <a:lnTo>
                    <a:pt x="91781" y="96097"/>
                  </a:lnTo>
                  <a:lnTo>
                    <a:pt x="91897" y="95653"/>
                  </a:lnTo>
                  <a:lnTo>
                    <a:pt x="92023" y="95171"/>
                  </a:lnTo>
                  <a:lnTo>
                    <a:pt x="127068" y="67845"/>
                  </a:lnTo>
                  <a:lnTo>
                    <a:pt x="143236" y="64277"/>
                  </a:lnTo>
                  <a:lnTo>
                    <a:pt x="151483" y="64630"/>
                  </a:lnTo>
                  <a:lnTo>
                    <a:pt x="183319" y="92721"/>
                  </a:lnTo>
                  <a:lnTo>
                    <a:pt x="183396" y="93995"/>
                  </a:lnTo>
                  <a:lnTo>
                    <a:pt x="143635" y="93995"/>
                  </a:lnTo>
                  <a:lnTo>
                    <a:pt x="139998" y="95171"/>
                  </a:lnTo>
                  <a:lnTo>
                    <a:pt x="118289" y="107799"/>
                  </a:lnTo>
                  <a:lnTo>
                    <a:pt x="114112" y="110822"/>
                  </a:lnTo>
                  <a:lnTo>
                    <a:pt x="110730" y="114915"/>
                  </a:lnTo>
                  <a:lnTo>
                    <a:pt x="110946" y="114915"/>
                  </a:lnTo>
                  <a:lnTo>
                    <a:pt x="105822" y="116363"/>
                  </a:lnTo>
                  <a:close/>
                </a:path>
                <a:path w="259079" h="264795">
                  <a:moveTo>
                    <a:pt x="89187" y="192708"/>
                  </a:moveTo>
                  <a:lnTo>
                    <a:pt x="74941" y="169795"/>
                  </a:lnTo>
                  <a:lnTo>
                    <a:pt x="80760" y="164775"/>
                  </a:lnTo>
                  <a:lnTo>
                    <a:pt x="85954" y="160434"/>
                  </a:lnTo>
                  <a:lnTo>
                    <a:pt x="91344" y="155764"/>
                  </a:lnTo>
                  <a:lnTo>
                    <a:pt x="97793" y="152608"/>
                  </a:lnTo>
                  <a:lnTo>
                    <a:pt x="107716" y="145566"/>
                  </a:lnTo>
                  <a:lnTo>
                    <a:pt x="111544" y="142214"/>
                  </a:lnTo>
                  <a:lnTo>
                    <a:pt x="115848" y="139535"/>
                  </a:lnTo>
                  <a:lnTo>
                    <a:pt x="122451" y="135728"/>
                  </a:lnTo>
                  <a:lnTo>
                    <a:pt x="129112" y="131985"/>
                  </a:lnTo>
                  <a:lnTo>
                    <a:pt x="138843" y="123408"/>
                  </a:lnTo>
                  <a:lnTo>
                    <a:pt x="142052" y="119193"/>
                  </a:lnTo>
                  <a:lnTo>
                    <a:pt x="145165" y="114915"/>
                  </a:lnTo>
                  <a:lnTo>
                    <a:pt x="149131" y="109556"/>
                  </a:lnTo>
                  <a:lnTo>
                    <a:pt x="151110" y="106712"/>
                  </a:lnTo>
                  <a:lnTo>
                    <a:pt x="151873" y="105432"/>
                  </a:lnTo>
                  <a:lnTo>
                    <a:pt x="151958" y="105289"/>
                  </a:lnTo>
                  <a:lnTo>
                    <a:pt x="153160" y="103796"/>
                  </a:lnTo>
                  <a:lnTo>
                    <a:pt x="153197" y="99639"/>
                  </a:lnTo>
                  <a:lnTo>
                    <a:pt x="152784" y="98586"/>
                  </a:lnTo>
                  <a:lnTo>
                    <a:pt x="151318" y="96796"/>
                  </a:lnTo>
                  <a:lnTo>
                    <a:pt x="149189" y="95653"/>
                  </a:lnTo>
                  <a:lnTo>
                    <a:pt x="147071" y="94805"/>
                  </a:lnTo>
                  <a:lnTo>
                    <a:pt x="143635" y="93995"/>
                  </a:lnTo>
                  <a:lnTo>
                    <a:pt x="183396" y="93995"/>
                  </a:lnTo>
                  <a:lnTo>
                    <a:pt x="183955" y="103182"/>
                  </a:lnTo>
                  <a:lnTo>
                    <a:pt x="183902" y="107799"/>
                  </a:lnTo>
                  <a:lnTo>
                    <a:pt x="183480" y="113042"/>
                  </a:lnTo>
                  <a:lnTo>
                    <a:pt x="183399" y="114052"/>
                  </a:lnTo>
                  <a:lnTo>
                    <a:pt x="178898" y="121613"/>
                  </a:lnTo>
                  <a:lnTo>
                    <a:pt x="173831" y="128395"/>
                  </a:lnTo>
                  <a:lnTo>
                    <a:pt x="168506" y="135728"/>
                  </a:lnTo>
                  <a:lnTo>
                    <a:pt x="162813" y="142784"/>
                  </a:lnTo>
                  <a:lnTo>
                    <a:pt x="156557" y="149311"/>
                  </a:lnTo>
                  <a:lnTo>
                    <a:pt x="149539" y="155065"/>
                  </a:lnTo>
                  <a:lnTo>
                    <a:pt x="153499" y="157993"/>
                  </a:lnTo>
                  <a:lnTo>
                    <a:pt x="157348" y="161080"/>
                  </a:lnTo>
                  <a:lnTo>
                    <a:pt x="161263" y="163891"/>
                  </a:lnTo>
                  <a:lnTo>
                    <a:pt x="163174" y="164775"/>
                  </a:lnTo>
                  <a:lnTo>
                    <a:pt x="173560" y="169452"/>
                  </a:lnTo>
                  <a:lnTo>
                    <a:pt x="175564" y="175746"/>
                  </a:lnTo>
                  <a:lnTo>
                    <a:pt x="118056" y="175746"/>
                  </a:lnTo>
                  <a:lnTo>
                    <a:pt x="112581" y="179796"/>
                  </a:lnTo>
                  <a:lnTo>
                    <a:pt x="107758" y="183730"/>
                  </a:lnTo>
                  <a:lnTo>
                    <a:pt x="105868" y="185202"/>
                  </a:lnTo>
                  <a:lnTo>
                    <a:pt x="103856" y="186531"/>
                  </a:lnTo>
                  <a:lnTo>
                    <a:pt x="101976" y="188014"/>
                  </a:lnTo>
                  <a:lnTo>
                    <a:pt x="100408" y="189446"/>
                  </a:lnTo>
                  <a:lnTo>
                    <a:pt x="98799" y="190709"/>
                  </a:lnTo>
                  <a:lnTo>
                    <a:pt x="96808" y="191551"/>
                  </a:lnTo>
                  <a:lnTo>
                    <a:pt x="89187" y="192708"/>
                  </a:lnTo>
                  <a:close/>
                </a:path>
                <a:path w="259079" h="264795">
                  <a:moveTo>
                    <a:pt x="126261" y="264651"/>
                  </a:moveTo>
                  <a:lnTo>
                    <a:pt x="88028" y="258652"/>
                  </a:lnTo>
                  <a:lnTo>
                    <a:pt x="47006" y="236948"/>
                  </a:lnTo>
                  <a:lnTo>
                    <a:pt x="13406" y="201154"/>
                  </a:lnTo>
                  <a:lnTo>
                    <a:pt x="5628" y="176763"/>
                  </a:lnTo>
                  <a:lnTo>
                    <a:pt x="7916" y="170562"/>
                  </a:lnTo>
                  <a:lnTo>
                    <a:pt x="12516" y="165947"/>
                  </a:lnTo>
                  <a:lnTo>
                    <a:pt x="18551" y="163521"/>
                  </a:lnTo>
                  <a:lnTo>
                    <a:pt x="25150" y="163891"/>
                  </a:lnTo>
                  <a:lnTo>
                    <a:pt x="34908" y="166083"/>
                  </a:lnTo>
                  <a:lnTo>
                    <a:pt x="35695" y="175746"/>
                  </a:lnTo>
                  <a:lnTo>
                    <a:pt x="35788" y="176011"/>
                  </a:lnTo>
                  <a:lnTo>
                    <a:pt x="71510" y="216060"/>
                  </a:lnTo>
                  <a:lnTo>
                    <a:pt x="122890" y="233464"/>
                  </a:lnTo>
                  <a:lnTo>
                    <a:pt x="210708" y="233464"/>
                  </a:lnTo>
                  <a:lnTo>
                    <a:pt x="200427" y="242626"/>
                  </a:lnTo>
                  <a:lnTo>
                    <a:pt x="172296" y="257137"/>
                  </a:lnTo>
                  <a:lnTo>
                    <a:pt x="157185" y="260982"/>
                  </a:lnTo>
                  <a:lnTo>
                    <a:pt x="141796" y="263647"/>
                  </a:lnTo>
                  <a:lnTo>
                    <a:pt x="126261" y="264651"/>
                  </a:lnTo>
                  <a:close/>
                </a:path>
                <a:path w="259079" h="264795">
                  <a:moveTo>
                    <a:pt x="159429" y="195066"/>
                  </a:moveTo>
                  <a:lnTo>
                    <a:pt x="149567" y="192904"/>
                  </a:lnTo>
                  <a:lnTo>
                    <a:pt x="141025" y="187804"/>
                  </a:lnTo>
                  <a:lnTo>
                    <a:pt x="132975" y="181571"/>
                  </a:lnTo>
                  <a:lnTo>
                    <a:pt x="124590" y="176011"/>
                  </a:lnTo>
                  <a:lnTo>
                    <a:pt x="118056" y="175746"/>
                  </a:lnTo>
                  <a:lnTo>
                    <a:pt x="175564" y="175746"/>
                  </a:lnTo>
                  <a:lnTo>
                    <a:pt x="177069" y="180472"/>
                  </a:lnTo>
                  <a:lnTo>
                    <a:pt x="172238" y="191011"/>
                  </a:lnTo>
                  <a:lnTo>
                    <a:pt x="159429" y="195066"/>
                  </a:lnTo>
                  <a:close/>
                </a:path>
              </a:pathLst>
            </a:custGeom>
            <a:solidFill>
              <a:srgbClr val="000000"/>
            </a:solidFill>
          </p:spPr>
          <p:txBody>
            <a:bodyPr wrap="square" lIns="0" tIns="0" rIns="0" bIns="0" rtlCol="0"/>
            <a:lstStyle/>
            <a:p>
              <a:endParaRPr dirty="0"/>
            </a:p>
          </p:txBody>
        </p:sp>
        <p:pic>
          <p:nvPicPr>
            <p:cNvPr id="92" name="object 92"/>
            <p:cNvPicPr/>
            <p:nvPr/>
          </p:nvPicPr>
          <p:blipFill>
            <a:blip r:embed="rId25" cstate="print"/>
            <a:stretch>
              <a:fillRect/>
            </a:stretch>
          </p:blipFill>
          <p:spPr>
            <a:xfrm>
              <a:off x="9714540" y="4106102"/>
              <a:ext cx="249594" cy="250701"/>
            </a:xfrm>
            <a:prstGeom prst="rect">
              <a:avLst/>
            </a:prstGeom>
          </p:spPr>
        </p:pic>
        <p:sp>
          <p:nvSpPr>
            <p:cNvPr id="93" name="object 93"/>
            <p:cNvSpPr/>
            <p:nvPr/>
          </p:nvSpPr>
          <p:spPr>
            <a:xfrm>
              <a:off x="14303863" y="4152224"/>
              <a:ext cx="245745" cy="264160"/>
            </a:xfrm>
            <a:custGeom>
              <a:avLst/>
              <a:gdLst/>
              <a:ahLst/>
              <a:cxnLst/>
              <a:rect l="l" t="t" r="r" b="b"/>
              <a:pathLst>
                <a:path w="245744" h="264160">
                  <a:moveTo>
                    <a:pt x="15042" y="143562"/>
                  </a:moveTo>
                  <a:lnTo>
                    <a:pt x="9327" y="142475"/>
                  </a:lnTo>
                  <a:lnTo>
                    <a:pt x="9760" y="142475"/>
                  </a:lnTo>
                  <a:lnTo>
                    <a:pt x="5504" y="137833"/>
                  </a:lnTo>
                  <a:lnTo>
                    <a:pt x="5441" y="136278"/>
                  </a:lnTo>
                  <a:lnTo>
                    <a:pt x="5354" y="134152"/>
                  </a:lnTo>
                  <a:lnTo>
                    <a:pt x="5286" y="132498"/>
                  </a:lnTo>
                  <a:lnTo>
                    <a:pt x="4800" y="129170"/>
                  </a:lnTo>
                  <a:lnTo>
                    <a:pt x="4333" y="126508"/>
                  </a:lnTo>
                  <a:lnTo>
                    <a:pt x="4038" y="124694"/>
                  </a:lnTo>
                  <a:lnTo>
                    <a:pt x="3993" y="124406"/>
                  </a:lnTo>
                  <a:lnTo>
                    <a:pt x="3887" y="123723"/>
                  </a:lnTo>
                  <a:lnTo>
                    <a:pt x="3841" y="123430"/>
                  </a:lnTo>
                  <a:lnTo>
                    <a:pt x="3721" y="122662"/>
                  </a:lnTo>
                  <a:lnTo>
                    <a:pt x="1825" y="105790"/>
                  </a:lnTo>
                  <a:lnTo>
                    <a:pt x="1708" y="104746"/>
                  </a:lnTo>
                  <a:lnTo>
                    <a:pt x="1646" y="104184"/>
                  </a:lnTo>
                  <a:lnTo>
                    <a:pt x="1528" y="101521"/>
                  </a:lnTo>
                  <a:lnTo>
                    <a:pt x="1680" y="97815"/>
                  </a:lnTo>
                  <a:lnTo>
                    <a:pt x="1770" y="95628"/>
                  </a:lnTo>
                  <a:lnTo>
                    <a:pt x="1893" y="92630"/>
                  </a:lnTo>
                  <a:lnTo>
                    <a:pt x="2019" y="89577"/>
                  </a:lnTo>
                  <a:lnTo>
                    <a:pt x="2127" y="86938"/>
                  </a:lnTo>
                  <a:lnTo>
                    <a:pt x="2248" y="84008"/>
                  </a:lnTo>
                  <a:lnTo>
                    <a:pt x="6729" y="66103"/>
                  </a:lnTo>
                  <a:lnTo>
                    <a:pt x="6765" y="65960"/>
                  </a:lnTo>
                  <a:lnTo>
                    <a:pt x="28244" y="32779"/>
                  </a:lnTo>
                  <a:lnTo>
                    <a:pt x="77295" y="4835"/>
                  </a:lnTo>
                  <a:lnTo>
                    <a:pt x="115312" y="0"/>
                  </a:lnTo>
                  <a:lnTo>
                    <a:pt x="133980" y="1825"/>
                  </a:lnTo>
                  <a:lnTo>
                    <a:pt x="149650" y="6119"/>
                  </a:lnTo>
                  <a:lnTo>
                    <a:pt x="164695" y="12226"/>
                  </a:lnTo>
                  <a:lnTo>
                    <a:pt x="178886" y="20100"/>
                  </a:lnTo>
                  <a:lnTo>
                    <a:pt x="185641" y="25045"/>
                  </a:lnTo>
                  <a:lnTo>
                    <a:pt x="119503" y="25045"/>
                  </a:lnTo>
                  <a:lnTo>
                    <a:pt x="102715" y="25455"/>
                  </a:lnTo>
                  <a:lnTo>
                    <a:pt x="101750" y="25455"/>
                  </a:lnTo>
                  <a:lnTo>
                    <a:pt x="84012" y="28819"/>
                  </a:lnTo>
                  <a:lnTo>
                    <a:pt x="47667" y="48542"/>
                  </a:lnTo>
                  <a:lnTo>
                    <a:pt x="27929" y="81177"/>
                  </a:lnTo>
                  <a:lnTo>
                    <a:pt x="27866" y="81375"/>
                  </a:lnTo>
                  <a:lnTo>
                    <a:pt x="26271" y="92630"/>
                  </a:lnTo>
                  <a:lnTo>
                    <a:pt x="26384" y="103967"/>
                  </a:lnTo>
                  <a:lnTo>
                    <a:pt x="27579" y="115302"/>
                  </a:lnTo>
                  <a:lnTo>
                    <a:pt x="29129" y="125857"/>
                  </a:lnTo>
                  <a:lnTo>
                    <a:pt x="29225" y="126508"/>
                  </a:lnTo>
                  <a:lnTo>
                    <a:pt x="29305" y="129170"/>
                  </a:lnTo>
                  <a:lnTo>
                    <a:pt x="29429" y="133526"/>
                  </a:lnTo>
                  <a:lnTo>
                    <a:pt x="26900" y="139295"/>
                  </a:lnTo>
                  <a:lnTo>
                    <a:pt x="21989" y="142945"/>
                  </a:lnTo>
                  <a:lnTo>
                    <a:pt x="15042" y="143562"/>
                  </a:lnTo>
                  <a:close/>
                </a:path>
                <a:path w="245744" h="264160">
                  <a:moveTo>
                    <a:pt x="191980" y="241755"/>
                  </a:moveTo>
                  <a:lnTo>
                    <a:pt x="123381" y="241755"/>
                  </a:lnTo>
                  <a:lnTo>
                    <a:pt x="133287" y="240992"/>
                  </a:lnTo>
                  <a:lnTo>
                    <a:pt x="132399" y="240992"/>
                  </a:lnTo>
                  <a:lnTo>
                    <a:pt x="177299" y="221720"/>
                  </a:lnTo>
                  <a:lnTo>
                    <a:pt x="209401" y="187442"/>
                  </a:lnTo>
                  <a:lnTo>
                    <a:pt x="220604" y="136278"/>
                  </a:lnTo>
                  <a:lnTo>
                    <a:pt x="219270" y="126508"/>
                  </a:lnTo>
                  <a:lnTo>
                    <a:pt x="216370" y="113865"/>
                  </a:lnTo>
                  <a:lnTo>
                    <a:pt x="212671" y="101736"/>
                  </a:lnTo>
                  <a:lnTo>
                    <a:pt x="212606" y="101521"/>
                  </a:lnTo>
                  <a:lnTo>
                    <a:pt x="192610" y="65463"/>
                  </a:lnTo>
                  <a:lnTo>
                    <a:pt x="156400" y="35937"/>
                  </a:lnTo>
                  <a:lnTo>
                    <a:pt x="119503" y="25045"/>
                  </a:lnTo>
                  <a:lnTo>
                    <a:pt x="185641" y="25045"/>
                  </a:lnTo>
                  <a:lnTo>
                    <a:pt x="219232" y="59427"/>
                  </a:lnTo>
                  <a:lnTo>
                    <a:pt x="236927" y="95628"/>
                  </a:lnTo>
                  <a:lnTo>
                    <a:pt x="245589" y="137833"/>
                  </a:lnTo>
                  <a:lnTo>
                    <a:pt x="245504" y="143562"/>
                  </a:lnTo>
                  <a:lnTo>
                    <a:pt x="245395" y="146129"/>
                  </a:lnTo>
                  <a:lnTo>
                    <a:pt x="245281" y="148810"/>
                  </a:lnTo>
                  <a:lnTo>
                    <a:pt x="245163" y="151600"/>
                  </a:lnTo>
                  <a:lnTo>
                    <a:pt x="245075" y="153691"/>
                  </a:lnTo>
                  <a:lnTo>
                    <a:pt x="244983" y="155862"/>
                  </a:lnTo>
                  <a:lnTo>
                    <a:pt x="232211" y="197841"/>
                  </a:lnTo>
                  <a:lnTo>
                    <a:pt x="198306" y="236858"/>
                  </a:lnTo>
                  <a:lnTo>
                    <a:pt x="191980" y="241755"/>
                  </a:lnTo>
                  <a:close/>
                </a:path>
                <a:path w="245744" h="264160">
                  <a:moveTo>
                    <a:pt x="153905" y="124694"/>
                  </a:moveTo>
                  <a:lnTo>
                    <a:pt x="121008" y="124694"/>
                  </a:lnTo>
                  <a:lnTo>
                    <a:pt x="121344" y="122662"/>
                  </a:lnTo>
                  <a:lnTo>
                    <a:pt x="121653" y="120619"/>
                  </a:lnTo>
                  <a:lnTo>
                    <a:pt x="121845" y="119042"/>
                  </a:lnTo>
                  <a:lnTo>
                    <a:pt x="121904" y="118565"/>
                  </a:lnTo>
                  <a:lnTo>
                    <a:pt x="123382" y="110141"/>
                  </a:lnTo>
                  <a:lnTo>
                    <a:pt x="124963" y="101736"/>
                  </a:lnTo>
                  <a:lnTo>
                    <a:pt x="126508" y="93324"/>
                  </a:lnTo>
                  <a:lnTo>
                    <a:pt x="128469" y="81375"/>
                  </a:lnTo>
                  <a:lnTo>
                    <a:pt x="130108" y="73848"/>
                  </a:lnTo>
                  <a:lnTo>
                    <a:pt x="130972" y="70114"/>
                  </a:lnTo>
                  <a:lnTo>
                    <a:pt x="131420" y="66103"/>
                  </a:lnTo>
                  <a:lnTo>
                    <a:pt x="133874" y="63009"/>
                  </a:lnTo>
                  <a:lnTo>
                    <a:pt x="137128" y="58640"/>
                  </a:lnTo>
                  <a:lnTo>
                    <a:pt x="143075" y="56565"/>
                  </a:lnTo>
                  <a:lnTo>
                    <a:pt x="148308" y="58096"/>
                  </a:lnTo>
                  <a:lnTo>
                    <a:pt x="155526" y="59947"/>
                  </a:lnTo>
                  <a:lnTo>
                    <a:pt x="159921" y="68119"/>
                  </a:lnTo>
                  <a:lnTo>
                    <a:pt x="157853" y="74728"/>
                  </a:lnTo>
                  <a:lnTo>
                    <a:pt x="157403" y="76403"/>
                  </a:lnTo>
                  <a:lnTo>
                    <a:pt x="155835" y="82644"/>
                  </a:lnTo>
                  <a:lnTo>
                    <a:pt x="154641" y="89577"/>
                  </a:lnTo>
                  <a:lnTo>
                    <a:pt x="153307" y="97815"/>
                  </a:lnTo>
                  <a:lnTo>
                    <a:pt x="151936" y="105790"/>
                  </a:lnTo>
                  <a:lnTo>
                    <a:pt x="150330" y="113711"/>
                  </a:lnTo>
                  <a:lnTo>
                    <a:pt x="148991" y="121686"/>
                  </a:lnTo>
                  <a:lnTo>
                    <a:pt x="153905" y="124694"/>
                  </a:lnTo>
                  <a:close/>
                </a:path>
                <a:path w="245744" h="264160">
                  <a:moveTo>
                    <a:pt x="89998" y="155862"/>
                  </a:moveTo>
                  <a:lnTo>
                    <a:pt x="89310" y="155862"/>
                  </a:lnTo>
                  <a:lnTo>
                    <a:pt x="83305" y="154620"/>
                  </a:lnTo>
                  <a:lnTo>
                    <a:pt x="76477" y="153691"/>
                  </a:lnTo>
                  <a:lnTo>
                    <a:pt x="71015" y="147376"/>
                  </a:lnTo>
                  <a:lnTo>
                    <a:pt x="71057" y="146129"/>
                  </a:lnTo>
                  <a:lnTo>
                    <a:pt x="71144" y="143562"/>
                  </a:lnTo>
                  <a:lnTo>
                    <a:pt x="71249" y="140468"/>
                  </a:lnTo>
                  <a:lnTo>
                    <a:pt x="72513" y="134152"/>
                  </a:lnTo>
                  <a:lnTo>
                    <a:pt x="72638" y="133526"/>
                  </a:lnTo>
                  <a:lnTo>
                    <a:pt x="72707" y="133178"/>
                  </a:lnTo>
                  <a:lnTo>
                    <a:pt x="74869" y="126508"/>
                  </a:lnTo>
                  <a:lnTo>
                    <a:pt x="77650" y="119042"/>
                  </a:lnTo>
                  <a:lnTo>
                    <a:pt x="80110" y="111999"/>
                  </a:lnTo>
                  <a:lnTo>
                    <a:pt x="83102" y="104184"/>
                  </a:lnTo>
                  <a:lnTo>
                    <a:pt x="85855" y="96279"/>
                  </a:lnTo>
                  <a:lnTo>
                    <a:pt x="88799" y="88448"/>
                  </a:lnTo>
                  <a:lnTo>
                    <a:pt x="91392" y="83066"/>
                  </a:lnTo>
                  <a:lnTo>
                    <a:pt x="92476" y="76822"/>
                  </a:lnTo>
                  <a:lnTo>
                    <a:pt x="92549" y="76403"/>
                  </a:lnTo>
                  <a:lnTo>
                    <a:pt x="97345" y="72477"/>
                  </a:lnTo>
                  <a:lnTo>
                    <a:pt x="103352" y="69971"/>
                  </a:lnTo>
                  <a:lnTo>
                    <a:pt x="109646" y="70931"/>
                  </a:lnTo>
                  <a:lnTo>
                    <a:pt x="114777" y="74728"/>
                  </a:lnTo>
                  <a:lnTo>
                    <a:pt x="117295" y="80734"/>
                  </a:lnTo>
                  <a:lnTo>
                    <a:pt x="117999" y="86938"/>
                  </a:lnTo>
                  <a:lnTo>
                    <a:pt x="114928" y="92630"/>
                  </a:lnTo>
                  <a:lnTo>
                    <a:pt x="114682" y="93324"/>
                  </a:lnTo>
                  <a:lnTo>
                    <a:pt x="110974" y="104746"/>
                  </a:lnTo>
                  <a:lnTo>
                    <a:pt x="108846" y="110985"/>
                  </a:lnTo>
                  <a:lnTo>
                    <a:pt x="104487" y="123430"/>
                  </a:lnTo>
                  <a:lnTo>
                    <a:pt x="109971" y="123723"/>
                  </a:lnTo>
                  <a:lnTo>
                    <a:pt x="115503" y="124406"/>
                  </a:lnTo>
                  <a:lnTo>
                    <a:pt x="121008" y="124694"/>
                  </a:lnTo>
                  <a:lnTo>
                    <a:pt x="153905" y="124694"/>
                  </a:lnTo>
                  <a:lnTo>
                    <a:pt x="156399" y="126221"/>
                  </a:lnTo>
                  <a:lnTo>
                    <a:pt x="159563" y="134152"/>
                  </a:lnTo>
                  <a:lnTo>
                    <a:pt x="157629" y="142475"/>
                  </a:lnTo>
                  <a:lnTo>
                    <a:pt x="149743" y="148186"/>
                  </a:lnTo>
                  <a:lnTo>
                    <a:pt x="147732" y="148810"/>
                  </a:lnTo>
                  <a:lnTo>
                    <a:pt x="145705" y="149387"/>
                  </a:lnTo>
                  <a:lnTo>
                    <a:pt x="143667" y="149899"/>
                  </a:lnTo>
                  <a:lnTo>
                    <a:pt x="143536" y="150549"/>
                  </a:lnTo>
                  <a:lnTo>
                    <a:pt x="106312" y="150549"/>
                  </a:lnTo>
                  <a:lnTo>
                    <a:pt x="101607" y="150757"/>
                  </a:lnTo>
                  <a:lnTo>
                    <a:pt x="95260" y="150757"/>
                  </a:lnTo>
                  <a:lnTo>
                    <a:pt x="89998" y="155862"/>
                  </a:lnTo>
                  <a:close/>
                </a:path>
                <a:path w="245744" h="264160">
                  <a:moveTo>
                    <a:pt x="126913" y="217025"/>
                  </a:moveTo>
                  <a:lnTo>
                    <a:pt x="119834" y="215900"/>
                  </a:lnTo>
                  <a:lnTo>
                    <a:pt x="112265" y="215019"/>
                  </a:lnTo>
                  <a:lnTo>
                    <a:pt x="106850" y="207322"/>
                  </a:lnTo>
                  <a:lnTo>
                    <a:pt x="108283" y="199791"/>
                  </a:lnTo>
                  <a:lnTo>
                    <a:pt x="109512" y="194381"/>
                  </a:lnTo>
                  <a:lnTo>
                    <a:pt x="110424" y="188818"/>
                  </a:lnTo>
                  <a:lnTo>
                    <a:pt x="111106" y="183340"/>
                  </a:lnTo>
                  <a:lnTo>
                    <a:pt x="111646" y="179312"/>
                  </a:lnTo>
                  <a:lnTo>
                    <a:pt x="112953" y="171572"/>
                  </a:lnTo>
                  <a:lnTo>
                    <a:pt x="113893" y="165603"/>
                  </a:lnTo>
                  <a:lnTo>
                    <a:pt x="113998" y="164936"/>
                  </a:lnTo>
                  <a:lnTo>
                    <a:pt x="114569" y="158231"/>
                  </a:lnTo>
                  <a:lnTo>
                    <a:pt x="115630" y="151830"/>
                  </a:lnTo>
                  <a:lnTo>
                    <a:pt x="115668" y="151600"/>
                  </a:lnTo>
                  <a:lnTo>
                    <a:pt x="110984" y="151115"/>
                  </a:lnTo>
                  <a:lnTo>
                    <a:pt x="106312" y="150549"/>
                  </a:lnTo>
                  <a:lnTo>
                    <a:pt x="143536" y="150549"/>
                  </a:lnTo>
                  <a:lnTo>
                    <a:pt x="143422" y="151115"/>
                  </a:lnTo>
                  <a:lnTo>
                    <a:pt x="143324" y="151600"/>
                  </a:lnTo>
                  <a:lnTo>
                    <a:pt x="142000" y="160103"/>
                  </a:lnTo>
                  <a:lnTo>
                    <a:pt x="139763" y="176191"/>
                  </a:lnTo>
                  <a:lnTo>
                    <a:pt x="138365" y="184945"/>
                  </a:lnTo>
                  <a:lnTo>
                    <a:pt x="137511" y="191465"/>
                  </a:lnTo>
                  <a:lnTo>
                    <a:pt x="136609" y="197000"/>
                  </a:lnTo>
                  <a:lnTo>
                    <a:pt x="135239" y="204996"/>
                  </a:lnTo>
                  <a:lnTo>
                    <a:pt x="133612" y="211792"/>
                  </a:lnTo>
                  <a:lnTo>
                    <a:pt x="126913" y="217025"/>
                  </a:lnTo>
                  <a:close/>
                </a:path>
                <a:path w="245744" h="264160">
                  <a:moveTo>
                    <a:pt x="145070" y="263902"/>
                  </a:moveTo>
                  <a:lnTo>
                    <a:pt x="97040" y="263902"/>
                  </a:lnTo>
                  <a:lnTo>
                    <a:pt x="92005" y="262975"/>
                  </a:lnTo>
                  <a:lnTo>
                    <a:pt x="46023" y="243991"/>
                  </a:lnTo>
                  <a:lnTo>
                    <a:pt x="16258" y="207862"/>
                  </a:lnTo>
                  <a:lnTo>
                    <a:pt x="8199" y="191661"/>
                  </a:lnTo>
                  <a:lnTo>
                    <a:pt x="8109" y="191465"/>
                  </a:lnTo>
                  <a:lnTo>
                    <a:pt x="0" y="163736"/>
                  </a:lnTo>
                  <a:lnTo>
                    <a:pt x="4715" y="157169"/>
                  </a:lnTo>
                  <a:lnTo>
                    <a:pt x="14338" y="155206"/>
                  </a:lnTo>
                  <a:lnTo>
                    <a:pt x="17741" y="155862"/>
                  </a:lnTo>
                  <a:lnTo>
                    <a:pt x="20483" y="157676"/>
                  </a:lnTo>
                  <a:lnTo>
                    <a:pt x="24436" y="160103"/>
                  </a:lnTo>
                  <a:lnTo>
                    <a:pt x="24513" y="160297"/>
                  </a:lnTo>
                  <a:lnTo>
                    <a:pt x="25727" y="164579"/>
                  </a:lnTo>
                  <a:lnTo>
                    <a:pt x="26634" y="168867"/>
                  </a:lnTo>
                  <a:lnTo>
                    <a:pt x="28962" y="176191"/>
                  </a:lnTo>
                  <a:lnTo>
                    <a:pt x="47422" y="210266"/>
                  </a:lnTo>
                  <a:lnTo>
                    <a:pt x="82430" y="234884"/>
                  </a:lnTo>
                  <a:lnTo>
                    <a:pt x="119076" y="241755"/>
                  </a:lnTo>
                  <a:lnTo>
                    <a:pt x="191980" y="241755"/>
                  </a:lnTo>
                  <a:lnTo>
                    <a:pt x="190670" y="242769"/>
                  </a:lnTo>
                  <a:lnTo>
                    <a:pt x="156124" y="260815"/>
                  </a:lnTo>
                  <a:lnTo>
                    <a:pt x="146310" y="263656"/>
                  </a:lnTo>
                  <a:lnTo>
                    <a:pt x="145070" y="263902"/>
                  </a:lnTo>
                  <a:close/>
                </a:path>
              </a:pathLst>
            </a:custGeom>
            <a:solidFill>
              <a:srgbClr val="000000"/>
            </a:solidFill>
          </p:spPr>
          <p:txBody>
            <a:bodyPr wrap="square" lIns="0" tIns="0" rIns="0" bIns="0" rtlCol="0"/>
            <a:lstStyle/>
            <a:p>
              <a:endParaRPr/>
            </a:p>
          </p:txBody>
        </p:sp>
        <p:pic>
          <p:nvPicPr>
            <p:cNvPr id="95" name="object 95"/>
            <p:cNvPicPr/>
            <p:nvPr/>
          </p:nvPicPr>
          <p:blipFill>
            <a:blip r:embed="rId26" cstate="print"/>
            <a:stretch>
              <a:fillRect/>
            </a:stretch>
          </p:blipFill>
          <p:spPr>
            <a:xfrm>
              <a:off x="14333226" y="6358576"/>
              <a:ext cx="66675" cy="66674"/>
            </a:xfrm>
            <a:prstGeom prst="rect">
              <a:avLst/>
            </a:prstGeom>
          </p:spPr>
        </p:pic>
        <p:pic>
          <p:nvPicPr>
            <p:cNvPr id="96" name="object 96"/>
            <p:cNvPicPr/>
            <p:nvPr/>
          </p:nvPicPr>
          <p:blipFill>
            <a:blip r:embed="rId27" cstate="print"/>
            <a:stretch>
              <a:fillRect/>
            </a:stretch>
          </p:blipFill>
          <p:spPr>
            <a:xfrm>
              <a:off x="14322594" y="6930076"/>
              <a:ext cx="66675" cy="66674"/>
            </a:xfrm>
            <a:prstGeom prst="rect">
              <a:avLst/>
            </a:prstGeom>
          </p:spPr>
        </p:pic>
      </p:grpSp>
      <p:sp>
        <p:nvSpPr>
          <p:cNvPr id="97" name="object 97"/>
          <p:cNvSpPr txBox="1"/>
          <p:nvPr/>
        </p:nvSpPr>
        <p:spPr>
          <a:xfrm>
            <a:off x="14293336" y="5785246"/>
            <a:ext cx="3745229" cy="1348446"/>
          </a:xfrm>
          <a:prstGeom prst="rect">
            <a:avLst/>
          </a:prstGeom>
        </p:spPr>
        <p:txBody>
          <a:bodyPr vert="horz" wrap="square" lIns="0" tIns="131445" rIns="0" bIns="0" rtlCol="0">
            <a:spAutoFit/>
          </a:bodyPr>
          <a:lstStyle/>
          <a:p>
            <a:pPr marL="239395" indent="-227329">
              <a:lnSpc>
                <a:spcPct val="100000"/>
              </a:lnSpc>
              <a:spcBef>
                <a:spcPts val="1035"/>
              </a:spcBef>
            </a:pPr>
            <a:r>
              <a:rPr sz="1600" spc="-45" dirty="0">
                <a:latin typeface="Arial Black"/>
                <a:cs typeface="Arial Black"/>
              </a:rPr>
              <a:t>Government</a:t>
            </a:r>
            <a:r>
              <a:rPr sz="1600" spc="-125" dirty="0">
                <a:latin typeface="Arial Black"/>
                <a:cs typeface="Arial Black"/>
              </a:rPr>
              <a:t> </a:t>
            </a:r>
            <a:r>
              <a:rPr sz="1600" dirty="0">
                <a:latin typeface="Arial Black"/>
                <a:cs typeface="Arial Black"/>
              </a:rPr>
              <a:t>and</a:t>
            </a:r>
            <a:r>
              <a:rPr sz="1600" spc="-125" dirty="0">
                <a:latin typeface="Arial Black"/>
                <a:cs typeface="Arial Black"/>
              </a:rPr>
              <a:t> </a:t>
            </a:r>
            <a:r>
              <a:rPr sz="1600" spc="-55" dirty="0">
                <a:latin typeface="Arial Black"/>
                <a:cs typeface="Arial Black"/>
              </a:rPr>
              <a:t>Regulatory</a:t>
            </a:r>
            <a:r>
              <a:rPr sz="1600" spc="-125" dirty="0">
                <a:latin typeface="Arial Black"/>
                <a:cs typeface="Arial Black"/>
              </a:rPr>
              <a:t> </a:t>
            </a:r>
            <a:r>
              <a:rPr sz="1600" spc="-40" dirty="0">
                <a:latin typeface="Arial Black"/>
                <a:cs typeface="Arial Black"/>
              </a:rPr>
              <a:t>Bodies</a:t>
            </a:r>
            <a:endParaRPr sz="1600" dirty="0">
              <a:latin typeface="Arial Black"/>
              <a:cs typeface="Arial Black"/>
            </a:endParaRPr>
          </a:p>
          <a:p>
            <a:pPr marL="229235" marR="14604">
              <a:lnSpc>
                <a:spcPct val="100000"/>
              </a:lnSpc>
              <a:spcBef>
                <a:spcPts val="900"/>
              </a:spcBef>
              <a:tabLst>
                <a:tab pos="874394" algn="l"/>
                <a:tab pos="1852295" algn="l"/>
                <a:tab pos="2884170" algn="l"/>
              </a:tabLst>
            </a:pPr>
            <a:r>
              <a:rPr lang="en-IN" sz="1200" dirty="0">
                <a:latin typeface="Lucida Sans Unicode" panose="020B0602030504020204" pitchFamily="34" charset="0"/>
                <a:cs typeface="Lucida Sans Unicode" panose="020B0602030504020204" pitchFamily="34" charset="0"/>
              </a:rPr>
              <a:t>Real-time validated data improves oversight for NDMA and </a:t>
            </a:r>
            <a:r>
              <a:rPr lang="en-IN" sz="1200" dirty="0" err="1">
                <a:latin typeface="Lucida Sans Unicode" panose="020B0602030504020204" pitchFamily="34" charset="0"/>
                <a:cs typeface="Lucida Sans Unicode" panose="020B0602030504020204" pitchFamily="34" charset="0"/>
              </a:rPr>
              <a:t>MoES</a:t>
            </a:r>
            <a:endParaRPr lang="en-IN" sz="1200" dirty="0">
              <a:latin typeface="Lucida Sans Unicode" panose="020B0602030504020204" pitchFamily="34" charset="0"/>
              <a:cs typeface="Lucida Sans Unicode" panose="020B0602030504020204" pitchFamily="34" charset="0"/>
            </a:endParaRPr>
          </a:p>
          <a:p>
            <a:pPr marL="229235" marR="14604">
              <a:lnSpc>
                <a:spcPct val="100000"/>
              </a:lnSpc>
              <a:spcBef>
                <a:spcPts val="900"/>
              </a:spcBef>
              <a:tabLst>
                <a:tab pos="874394" algn="l"/>
                <a:tab pos="1852295" algn="l"/>
                <a:tab pos="2884170" algn="l"/>
              </a:tabLst>
            </a:pPr>
            <a:r>
              <a:rPr lang="en-IN" sz="1200" dirty="0">
                <a:latin typeface="Lucida Sans Unicode" panose="020B0602030504020204" pitchFamily="34" charset="0"/>
                <a:cs typeface="Lucida Sans Unicode" panose="020B0602030504020204" pitchFamily="34" charset="0"/>
              </a:rPr>
              <a:t>Supports faster, more accurate coastal disaster advisories and policy decisions</a:t>
            </a:r>
          </a:p>
        </p:txBody>
      </p:sp>
      <p:sp>
        <p:nvSpPr>
          <p:cNvPr id="98" name="object 98"/>
          <p:cNvSpPr txBox="1"/>
          <p:nvPr/>
        </p:nvSpPr>
        <p:spPr>
          <a:xfrm>
            <a:off x="6912730" y="3475634"/>
            <a:ext cx="2198370" cy="761747"/>
          </a:xfrm>
          <a:prstGeom prst="rect">
            <a:avLst/>
          </a:prstGeom>
        </p:spPr>
        <p:txBody>
          <a:bodyPr vert="horz" wrap="square" lIns="0" tIns="22860" rIns="0" bIns="0" rtlCol="0">
            <a:spAutoFit/>
          </a:bodyPr>
          <a:lstStyle/>
          <a:p>
            <a:pPr marL="12700" marR="5080" algn="just">
              <a:lnSpc>
                <a:spcPct val="100000"/>
              </a:lnSpc>
              <a:spcBef>
                <a:spcPts val="180"/>
              </a:spcBef>
            </a:pPr>
            <a:r>
              <a:rPr lang="en-IN" sz="1200" dirty="0">
                <a:latin typeface="Lucida Sans Unicode" panose="020B0602030504020204" pitchFamily="34" charset="0"/>
                <a:cs typeface="Lucida Sans Unicode" panose="020B0602030504020204" pitchFamily="34" charset="0"/>
              </a:rPr>
              <a:t>"Our co-location engine automatically matches the anomaly against the nearest model prediction."</a:t>
            </a:r>
            <a:endParaRPr sz="1200" dirty="0">
              <a:latin typeface="Lucida Sans Unicode" panose="020B0602030504020204" pitchFamily="34" charset="0"/>
              <a:cs typeface="Lucida Sans Unicode" panose="020B0602030504020204" pitchFamily="34" charset="0"/>
            </a:endParaRPr>
          </a:p>
        </p:txBody>
      </p:sp>
      <p:grpSp>
        <p:nvGrpSpPr>
          <p:cNvPr id="99" name="object 99"/>
          <p:cNvGrpSpPr/>
          <p:nvPr/>
        </p:nvGrpSpPr>
        <p:grpSpPr>
          <a:xfrm>
            <a:off x="4315135" y="3378286"/>
            <a:ext cx="12796465" cy="1710638"/>
            <a:chOff x="4315135" y="3378286"/>
            <a:chExt cx="12796465" cy="1710638"/>
          </a:xfrm>
        </p:grpSpPr>
        <p:sp>
          <p:nvSpPr>
            <p:cNvPr id="100" name="object 100"/>
            <p:cNvSpPr/>
            <p:nvPr/>
          </p:nvSpPr>
          <p:spPr>
            <a:xfrm>
              <a:off x="6229460" y="3476617"/>
              <a:ext cx="2929890" cy="771345"/>
            </a:xfrm>
            <a:custGeom>
              <a:avLst/>
              <a:gdLst/>
              <a:ahLst/>
              <a:cxnLst/>
              <a:rect l="l" t="t" r="r" b="b"/>
              <a:pathLst>
                <a:path w="2929890" h="682625">
                  <a:moveTo>
                    <a:pt x="104767" y="19049"/>
                  </a:moveTo>
                  <a:lnTo>
                    <a:pt x="85717" y="19049"/>
                  </a:lnTo>
                  <a:lnTo>
                    <a:pt x="85717" y="0"/>
                  </a:lnTo>
                  <a:lnTo>
                    <a:pt x="104767" y="0"/>
                  </a:lnTo>
                  <a:lnTo>
                    <a:pt x="104767" y="19049"/>
                  </a:lnTo>
                  <a:close/>
                </a:path>
                <a:path w="2929890" h="682625">
                  <a:moveTo>
                    <a:pt x="142867" y="19049"/>
                  </a:moveTo>
                  <a:lnTo>
                    <a:pt x="123817" y="19049"/>
                  </a:lnTo>
                  <a:lnTo>
                    <a:pt x="123817" y="0"/>
                  </a:lnTo>
                  <a:lnTo>
                    <a:pt x="142867" y="0"/>
                  </a:lnTo>
                  <a:lnTo>
                    <a:pt x="142867" y="19049"/>
                  </a:lnTo>
                  <a:close/>
                </a:path>
                <a:path w="2929890" h="682625">
                  <a:moveTo>
                    <a:pt x="180967" y="19049"/>
                  </a:moveTo>
                  <a:lnTo>
                    <a:pt x="161917" y="19049"/>
                  </a:lnTo>
                  <a:lnTo>
                    <a:pt x="161917" y="0"/>
                  </a:lnTo>
                  <a:lnTo>
                    <a:pt x="180967" y="0"/>
                  </a:lnTo>
                  <a:lnTo>
                    <a:pt x="180967" y="19049"/>
                  </a:lnTo>
                  <a:close/>
                </a:path>
                <a:path w="2929890" h="682625">
                  <a:moveTo>
                    <a:pt x="219067" y="19049"/>
                  </a:moveTo>
                  <a:lnTo>
                    <a:pt x="200017" y="19049"/>
                  </a:lnTo>
                  <a:lnTo>
                    <a:pt x="200017" y="0"/>
                  </a:lnTo>
                  <a:lnTo>
                    <a:pt x="219067" y="0"/>
                  </a:lnTo>
                  <a:lnTo>
                    <a:pt x="219067" y="19049"/>
                  </a:lnTo>
                  <a:close/>
                </a:path>
                <a:path w="2929890" h="682625">
                  <a:moveTo>
                    <a:pt x="257167" y="19049"/>
                  </a:moveTo>
                  <a:lnTo>
                    <a:pt x="238117" y="19049"/>
                  </a:lnTo>
                  <a:lnTo>
                    <a:pt x="238117" y="0"/>
                  </a:lnTo>
                  <a:lnTo>
                    <a:pt x="257167" y="0"/>
                  </a:lnTo>
                  <a:lnTo>
                    <a:pt x="257167" y="19049"/>
                  </a:lnTo>
                  <a:close/>
                </a:path>
                <a:path w="2929890" h="682625">
                  <a:moveTo>
                    <a:pt x="295267" y="19049"/>
                  </a:moveTo>
                  <a:lnTo>
                    <a:pt x="276217" y="19049"/>
                  </a:lnTo>
                  <a:lnTo>
                    <a:pt x="276217" y="0"/>
                  </a:lnTo>
                  <a:lnTo>
                    <a:pt x="295267" y="0"/>
                  </a:lnTo>
                  <a:lnTo>
                    <a:pt x="295267" y="19049"/>
                  </a:lnTo>
                  <a:close/>
                </a:path>
                <a:path w="2929890" h="682625">
                  <a:moveTo>
                    <a:pt x="333367" y="19049"/>
                  </a:moveTo>
                  <a:lnTo>
                    <a:pt x="314317" y="19049"/>
                  </a:lnTo>
                  <a:lnTo>
                    <a:pt x="314317" y="0"/>
                  </a:lnTo>
                  <a:lnTo>
                    <a:pt x="333367" y="0"/>
                  </a:lnTo>
                  <a:lnTo>
                    <a:pt x="333367" y="19049"/>
                  </a:lnTo>
                  <a:close/>
                </a:path>
                <a:path w="2929890" h="682625">
                  <a:moveTo>
                    <a:pt x="371467" y="19049"/>
                  </a:moveTo>
                  <a:lnTo>
                    <a:pt x="352417" y="19049"/>
                  </a:lnTo>
                  <a:lnTo>
                    <a:pt x="352417" y="0"/>
                  </a:lnTo>
                  <a:lnTo>
                    <a:pt x="371467" y="0"/>
                  </a:lnTo>
                  <a:lnTo>
                    <a:pt x="371467" y="19049"/>
                  </a:lnTo>
                  <a:close/>
                </a:path>
                <a:path w="2929890" h="682625">
                  <a:moveTo>
                    <a:pt x="409567" y="19049"/>
                  </a:moveTo>
                  <a:lnTo>
                    <a:pt x="390517" y="19049"/>
                  </a:lnTo>
                  <a:lnTo>
                    <a:pt x="390517" y="0"/>
                  </a:lnTo>
                  <a:lnTo>
                    <a:pt x="409567" y="0"/>
                  </a:lnTo>
                  <a:lnTo>
                    <a:pt x="409567" y="19049"/>
                  </a:lnTo>
                  <a:close/>
                </a:path>
                <a:path w="2929890" h="682625">
                  <a:moveTo>
                    <a:pt x="447667" y="19049"/>
                  </a:moveTo>
                  <a:lnTo>
                    <a:pt x="428617" y="19049"/>
                  </a:lnTo>
                  <a:lnTo>
                    <a:pt x="428617" y="0"/>
                  </a:lnTo>
                  <a:lnTo>
                    <a:pt x="447667" y="0"/>
                  </a:lnTo>
                  <a:lnTo>
                    <a:pt x="447667" y="19049"/>
                  </a:lnTo>
                  <a:close/>
                </a:path>
                <a:path w="2929890" h="682625">
                  <a:moveTo>
                    <a:pt x="485767" y="19049"/>
                  </a:moveTo>
                  <a:lnTo>
                    <a:pt x="466717" y="19049"/>
                  </a:lnTo>
                  <a:lnTo>
                    <a:pt x="466717" y="0"/>
                  </a:lnTo>
                  <a:lnTo>
                    <a:pt x="485767" y="0"/>
                  </a:lnTo>
                  <a:lnTo>
                    <a:pt x="485767" y="19049"/>
                  </a:lnTo>
                  <a:close/>
                </a:path>
                <a:path w="2929890" h="682625">
                  <a:moveTo>
                    <a:pt x="523867" y="19049"/>
                  </a:moveTo>
                  <a:lnTo>
                    <a:pt x="504817" y="19049"/>
                  </a:lnTo>
                  <a:lnTo>
                    <a:pt x="504817" y="0"/>
                  </a:lnTo>
                  <a:lnTo>
                    <a:pt x="523867" y="0"/>
                  </a:lnTo>
                  <a:lnTo>
                    <a:pt x="523867" y="19049"/>
                  </a:lnTo>
                  <a:close/>
                </a:path>
                <a:path w="2929890" h="682625">
                  <a:moveTo>
                    <a:pt x="561967" y="19049"/>
                  </a:moveTo>
                  <a:lnTo>
                    <a:pt x="542917" y="19049"/>
                  </a:lnTo>
                  <a:lnTo>
                    <a:pt x="542917" y="0"/>
                  </a:lnTo>
                  <a:lnTo>
                    <a:pt x="561967" y="0"/>
                  </a:lnTo>
                  <a:lnTo>
                    <a:pt x="561967" y="19049"/>
                  </a:lnTo>
                  <a:close/>
                </a:path>
                <a:path w="2929890" h="682625">
                  <a:moveTo>
                    <a:pt x="600067" y="19049"/>
                  </a:moveTo>
                  <a:lnTo>
                    <a:pt x="581017" y="19049"/>
                  </a:lnTo>
                  <a:lnTo>
                    <a:pt x="581017" y="0"/>
                  </a:lnTo>
                  <a:lnTo>
                    <a:pt x="600067" y="0"/>
                  </a:lnTo>
                  <a:lnTo>
                    <a:pt x="600067" y="19049"/>
                  </a:lnTo>
                  <a:close/>
                </a:path>
                <a:path w="2929890" h="682625">
                  <a:moveTo>
                    <a:pt x="638167" y="19049"/>
                  </a:moveTo>
                  <a:lnTo>
                    <a:pt x="619117" y="19049"/>
                  </a:lnTo>
                  <a:lnTo>
                    <a:pt x="619117" y="0"/>
                  </a:lnTo>
                  <a:lnTo>
                    <a:pt x="638167" y="0"/>
                  </a:lnTo>
                  <a:lnTo>
                    <a:pt x="638167" y="19049"/>
                  </a:lnTo>
                  <a:close/>
                </a:path>
                <a:path w="2929890" h="682625">
                  <a:moveTo>
                    <a:pt x="676267" y="19049"/>
                  </a:moveTo>
                  <a:lnTo>
                    <a:pt x="657217" y="19049"/>
                  </a:lnTo>
                  <a:lnTo>
                    <a:pt x="657217" y="0"/>
                  </a:lnTo>
                  <a:lnTo>
                    <a:pt x="676267" y="0"/>
                  </a:lnTo>
                  <a:lnTo>
                    <a:pt x="676267" y="19049"/>
                  </a:lnTo>
                  <a:close/>
                </a:path>
                <a:path w="2929890" h="682625">
                  <a:moveTo>
                    <a:pt x="714367" y="19049"/>
                  </a:moveTo>
                  <a:lnTo>
                    <a:pt x="695317" y="19049"/>
                  </a:lnTo>
                  <a:lnTo>
                    <a:pt x="695317" y="0"/>
                  </a:lnTo>
                  <a:lnTo>
                    <a:pt x="714367" y="0"/>
                  </a:lnTo>
                  <a:lnTo>
                    <a:pt x="714367" y="19049"/>
                  </a:lnTo>
                  <a:close/>
                </a:path>
                <a:path w="2929890" h="682625">
                  <a:moveTo>
                    <a:pt x="752467" y="19049"/>
                  </a:moveTo>
                  <a:lnTo>
                    <a:pt x="733417" y="19049"/>
                  </a:lnTo>
                  <a:lnTo>
                    <a:pt x="733417" y="0"/>
                  </a:lnTo>
                  <a:lnTo>
                    <a:pt x="752467" y="0"/>
                  </a:lnTo>
                  <a:lnTo>
                    <a:pt x="752467" y="19049"/>
                  </a:lnTo>
                  <a:close/>
                </a:path>
                <a:path w="2929890" h="682625">
                  <a:moveTo>
                    <a:pt x="790567" y="19049"/>
                  </a:moveTo>
                  <a:lnTo>
                    <a:pt x="771517" y="19049"/>
                  </a:lnTo>
                  <a:lnTo>
                    <a:pt x="771517" y="0"/>
                  </a:lnTo>
                  <a:lnTo>
                    <a:pt x="790567" y="0"/>
                  </a:lnTo>
                  <a:lnTo>
                    <a:pt x="790567" y="19049"/>
                  </a:lnTo>
                  <a:close/>
                </a:path>
                <a:path w="2929890" h="682625">
                  <a:moveTo>
                    <a:pt x="828667" y="19049"/>
                  </a:moveTo>
                  <a:lnTo>
                    <a:pt x="809617" y="19049"/>
                  </a:lnTo>
                  <a:lnTo>
                    <a:pt x="809617" y="0"/>
                  </a:lnTo>
                  <a:lnTo>
                    <a:pt x="828667" y="0"/>
                  </a:lnTo>
                  <a:lnTo>
                    <a:pt x="828667" y="19049"/>
                  </a:lnTo>
                  <a:close/>
                </a:path>
                <a:path w="2929890" h="682625">
                  <a:moveTo>
                    <a:pt x="866767" y="19049"/>
                  </a:moveTo>
                  <a:lnTo>
                    <a:pt x="847717" y="19049"/>
                  </a:lnTo>
                  <a:lnTo>
                    <a:pt x="847717" y="0"/>
                  </a:lnTo>
                  <a:lnTo>
                    <a:pt x="866767" y="0"/>
                  </a:lnTo>
                  <a:lnTo>
                    <a:pt x="866767" y="19049"/>
                  </a:lnTo>
                  <a:close/>
                </a:path>
                <a:path w="2929890" h="682625">
                  <a:moveTo>
                    <a:pt x="904867" y="19049"/>
                  </a:moveTo>
                  <a:lnTo>
                    <a:pt x="885817" y="19049"/>
                  </a:lnTo>
                  <a:lnTo>
                    <a:pt x="885817" y="0"/>
                  </a:lnTo>
                  <a:lnTo>
                    <a:pt x="904867" y="0"/>
                  </a:lnTo>
                  <a:lnTo>
                    <a:pt x="904867" y="19049"/>
                  </a:lnTo>
                  <a:close/>
                </a:path>
                <a:path w="2929890" h="682625">
                  <a:moveTo>
                    <a:pt x="942967" y="19049"/>
                  </a:moveTo>
                  <a:lnTo>
                    <a:pt x="923917" y="19049"/>
                  </a:lnTo>
                  <a:lnTo>
                    <a:pt x="923917" y="0"/>
                  </a:lnTo>
                  <a:lnTo>
                    <a:pt x="942967" y="0"/>
                  </a:lnTo>
                  <a:lnTo>
                    <a:pt x="942967" y="19049"/>
                  </a:lnTo>
                  <a:close/>
                </a:path>
                <a:path w="2929890" h="682625">
                  <a:moveTo>
                    <a:pt x="981067" y="19049"/>
                  </a:moveTo>
                  <a:lnTo>
                    <a:pt x="962017" y="19049"/>
                  </a:lnTo>
                  <a:lnTo>
                    <a:pt x="962017" y="0"/>
                  </a:lnTo>
                  <a:lnTo>
                    <a:pt x="981067" y="0"/>
                  </a:lnTo>
                  <a:lnTo>
                    <a:pt x="981067" y="19049"/>
                  </a:lnTo>
                  <a:close/>
                </a:path>
                <a:path w="2929890" h="682625">
                  <a:moveTo>
                    <a:pt x="1019167" y="19049"/>
                  </a:moveTo>
                  <a:lnTo>
                    <a:pt x="1000117" y="19049"/>
                  </a:lnTo>
                  <a:lnTo>
                    <a:pt x="1000117" y="0"/>
                  </a:lnTo>
                  <a:lnTo>
                    <a:pt x="1019167" y="0"/>
                  </a:lnTo>
                  <a:lnTo>
                    <a:pt x="1019167" y="19049"/>
                  </a:lnTo>
                  <a:close/>
                </a:path>
                <a:path w="2929890" h="682625">
                  <a:moveTo>
                    <a:pt x="1057267" y="19049"/>
                  </a:moveTo>
                  <a:lnTo>
                    <a:pt x="1038217" y="19049"/>
                  </a:lnTo>
                  <a:lnTo>
                    <a:pt x="1038217" y="0"/>
                  </a:lnTo>
                  <a:lnTo>
                    <a:pt x="1057267" y="0"/>
                  </a:lnTo>
                  <a:lnTo>
                    <a:pt x="1057267" y="19049"/>
                  </a:lnTo>
                  <a:close/>
                </a:path>
                <a:path w="2929890" h="682625">
                  <a:moveTo>
                    <a:pt x="1095367" y="19049"/>
                  </a:moveTo>
                  <a:lnTo>
                    <a:pt x="1076317" y="19049"/>
                  </a:lnTo>
                  <a:lnTo>
                    <a:pt x="1076317" y="0"/>
                  </a:lnTo>
                  <a:lnTo>
                    <a:pt x="1095367" y="0"/>
                  </a:lnTo>
                  <a:lnTo>
                    <a:pt x="1095367" y="19049"/>
                  </a:lnTo>
                  <a:close/>
                </a:path>
                <a:path w="2929890" h="682625">
                  <a:moveTo>
                    <a:pt x="1133467" y="19049"/>
                  </a:moveTo>
                  <a:lnTo>
                    <a:pt x="1114417" y="19049"/>
                  </a:lnTo>
                  <a:lnTo>
                    <a:pt x="1114417" y="0"/>
                  </a:lnTo>
                  <a:lnTo>
                    <a:pt x="1133467" y="0"/>
                  </a:lnTo>
                  <a:lnTo>
                    <a:pt x="1133467" y="19049"/>
                  </a:lnTo>
                  <a:close/>
                </a:path>
                <a:path w="2929890" h="682625">
                  <a:moveTo>
                    <a:pt x="1171567" y="19049"/>
                  </a:moveTo>
                  <a:lnTo>
                    <a:pt x="1152517" y="19049"/>
                  </a:lnTo>
                  <a:lnTo>
                    <a:pt x="1152517" y="0"/>
                  </a:lnTo>
                  <a:lnTo>
                    <a:pt x="1171567" y="0"/>
                  </a:lnTo>
                  <a:lnTo>
                    <a:pt x="1171567" y="19049"/>
                  </a:lnTo>
                  <a:close/>
                </a:path>
                <a:path w="2929890" h="682625">
                  <a:moveTo>
                    <a:pt x="1209667" y="19049"/>
                  </a:moveTo>
                  <a:lnTo>
                    <a:pt x="1190617" y="19049"/>
                  </a:lnTo>
                  <a:lnTo>
                    <a:pt x="1190617" y="0"/>
                  </a:lnTo>
                  <a:lnTo>
                    <a:pt x="1209667" y="0"/>
                  </a:lnTo>
                  <a:lnTo>
                    <a:pt x="1209667" y="19049"/>
                  </a:lnTo>
                  <a:close/>
                </a:path>
                <a:path w="2929890" h="682625">
                  <a:moveTo>
                    <a:pt x="1247767" y="19049"/>
                  </a:moveTo>
                  <a:lnTo>
                    <a:pt x="1228717" y="19049"/>
                  </a:lnTo>
                  <a:lnTo>
                    <a:pt x="1228717" y="0"/>
                  </a:lnTo>
                  <a:lnTo>
                    <a:pt x="1247767" y="0"/>
                  </a:lnTo>
                  <a:lnTo>
                    <a:pt x="1247767" y="19049"/>
                  </a:lnTo>
                  <a:close/>
                </a:path>
                <a:path w="2929890" h="682625">
                  <a:moveTo>
                    <a:pt x="1285867" y="19049"/>
                  </a:moveTo>
                  <a:lnTo>
                    <a:pt x="1266817" y="19049"/>
                  </a:lnTo>
                  <a:lnTo>
                    <a:pt x="1266817" y="0"/>
                  </a:lnTo>
                  <a:lnTo>
                    <a:pt x="1285867" y="0"/>
                  </a:lnTo>
                  <a:lnTo>
                    <a:pt x="1285867" y="19049"/>
                  </a:lnTo>
                  <a:close/>
                </a:path>
                <a:path w="2929890" h="682625">
                  <a:moveTo>
                    <a:pt x="1323967" y="19049"/>
                  </a:moveTo>
                  <a:lnTo>
                    <a:pt x="1304917" y="19049"/>
                  </a:lnTo>
                  <a:lnTo>
                    <a:pt x="1304917" y="0"/>
                  </a:lnTo>
                  <a:lnTo>
                    <a:pt x="1323967" y="0"/>
                  </a:lnTo>
                  <a:lnTo>
                    <a:pt x="1323967" y="19049"/>
                  </a:lnTo>
                  <a:close/>
                </a:path>
                <a:path w="2929890" h="682625">
                  <a:moveTo>
                    <a:pt x="1362067" y="19049"/>
                  </a:moveTo>
                  <a:lnTo>
                    <a:pt x="1343017" y="19049"/>
                  </a:lnTo>
                  <a:lnTo>
                    <a:pt x="1343017" y="0"/>
                  </a:lnTo>
                  <a:lnTo>
                    <a:pt x="1362067" y="0"/>
                  </a:lnTo>
                  <a:lnTo>
                    <a:pt x="1362067" y="19049"/>
                  </a:lnTo>
                  <a:close/>
                </a:path>
                <a:path w="2929890" h="682625">
                  <a:moveTo>
                    <a:pt x="1400167" y="19049"/>
                  </a:moveTo>
                  <a:lnTo>
                    <a:pt x="1381117" y="19049"/>
                  </a:lnTo>
                  <a:lnTo>
                    <a:pt x="1381117" y="0"/>
                  </a:lnTo>
                  <a:lnTo>
                    <a:pt x="1400167" y="0"/>
                  </a:lnTo>
                  <a:lnTo>
                    <a:pt x="1400167" y="19049"/>
                  </a:lnTo>
                  <a:close/>
                </a:path>
                <a:path w="2929890" h="682625">
                  <a:moveTo>
                    <a:pt x="1438267" y="19049"/>
                  </a:moveTo>
                  <a:lnTo>
                    <a:pt x="1419217" y="19049"/>
                  </a:lnTo>
                  <a:lnTo>
                    <a:pt x="1419217" y="0"/>
                  </a:lnTo>
                  <a:lnTo>
                    <a:pt x="1438267" y="0"/>
                  </a:lnTo>
                  <a:lnTo>
                    <a:pt x="1438267" y="19049"/>
                  </a:lnTo>
                  <a:close/>
                </a:path>
                <a:path w="2929890" h="682625">
                  <a:moveTo>
                    <a:pt x="1476367" y="19049"/>
                  </a:moveTo>
                  <a:lnTo>
                    <a:pt x="1457317" y="19049"/>
                  </a:lnTo>
                  <a:lnTo>
                    <a:pt x="1457317" y="0"/>
                  </a:lnTo>
                  <a:lnTo>
                    <a:pt x="1476367" y="0"/>
                  </a:lnTo>
                  <a:lnTo>
                    <a:pt x="1476367" y="19049"/>
                  </a:lnTo>
                  <a:close/>
                </a:path>
                <a:path w="2929890" h="682625">
                  <a:moveTo>
                    <a:pt x="1514467" y="19049"/>
                  </a:moveTo>
                  <a:lnTo>
                    <a:pt x="1495417" y="19049"/>
                  </a:lnTo>
                  <a:lnTo>
                    <a:pt x="1495417" y="0"/>
                  </a:lnTo>
                  <a:lnTo>
                    <a:pt x="1514467" y="0"/>
                  </a:lnTo>
                  <a:lnTo>
                    <a:pt x="1514467" y="19049"/>
                  </a:lnTo>
                  <a:close/>
                </a:path>
                <a:path w="2929890" h="682625">
                  <a:moveTo>
                    <a:pt x="1552567" y="19049"/>
                  </a:moveTo>
                  <a:lnTo>
                    <a:pt x="1533517" y="19049"/>
                  </a:lnTo>
                  <a:lnTo>
                    <a:pt x="1533517" y="0"/>
                  </a:lnTo>
                  <a:lnTo>
                    <a:pt x="1552567" y="0"/>
                  </a:lnTo>
                  <a:lnTo>
                    <a:pt x="1552567" y="19049"/>
                  </a:lnTo>
                  <a:close/>
                </a:path>
                <a:path w="2929890" h="682625">
                  <a:moveTo>
                    <a:pt x="1590667" y="19049"/>
                  </a:moveTo>
                  <a:lnTo>
                    <a:pt x="1571617" y="19049"/>
                  </a:lnTo>
                  <a:lnTo>
                    <a:pt x="1571617" y="0"/>
                  </a:lnTo>
                  <a:lnTo>
                    <a:pt x="1590667" y="0"/>
                  </a:lnTo>
                  <a:lnTo>
                    <a:pt x="1590667" y="19049"/>
                  </a:lnTo>
                  <a:close/>
                </a:path>
                <a:path w="2929890" h="682625">
                  <a:moveTo>
                    <a:pt x="1628767" y="19049"/>
                  </a:moveTo>
                  <a:lnTo>
                    <a:pt x="1609717" y="19049"/>
                  </a:lnTo>
                  <a:lnTo>
                    <a:pt x="1609717" y="0"/>
                  </a:lnTo>
                  <a:lnTo>
                    <a:pt x="1628767" y="0"/>
                  </a:lnTo>
                  <a:lnTo>
                    <a:pt x="1628767" y="19049"/>
                  </a:lnTo>
                  <a:close/>
                </a:path>
                <a:path w="2929890" h="682625">
                  <a:moveTo>
                    <a:pt x="1666867" y="19049"/>
                  </a:moveTo>
                  <a:lnTo>
                    <a:pt x="1647817" y="19049"/>
                  </a:lnTo>
                  <a:lnTo>
                    <a:pt x="1647817" y="0"/>
                  </a:lnTo>
                  <a:lnTo>
                    <a:pt x="1666867" y="0"/>
                  </a:lnTo>
                  <a:lnTo>
                    <a:pt x="1666867" y="19049"/>
                  </a:lnTo>
                  <a:close/>
                </a:path>
                <a:path w="2929890" h="682625">
                  <a:moveTo>
                    <a:pt x="1704967" y="19049"/>
                  </a:moveTo>
                  <a:lnTo>
                    <a:pt x="1685917" y="19049"/>
                  </a:lnTo>
                  <a:lnTo>
                    <a:pt x="1685917" y="0"/>
                  </a:lnTo>
                  <a:lnTo>
                    <a:pt x="1704967" y="0"/>
                  </a:lnTo>
                  <a:lnTo>
                    <a:pt x="1704967" y="19049"/>
                  </a:lnTo>
                  <a:close/>
                </a:path>
                <a:path w="2929890" h="682625">
                  <a:moveTo>
                    <a:pt x="1743067" y="19049"/>
                  </a:moveTo>
                  <a:lnTo>
                    <a:pt x="1724017" y="19049"/>
                  </a:lnTo>
                  <a:lnTo>
                    <a:pt x="1724017" y="0"/>
                  </a:lnTo>
                  <a:lnTo>
                    <a:pt x="1743067" y="0"/>
                  </a:lnTo>
                  <a:lnTo>
                    <a:pt x="1743067" y="19049"/>
                  </a:lnTo>
                  <a:close/>
                </a:path>
                <a:path w="2929890" h="682625">
                  <a:moveTo>
                    <a:pt x="1781167" y="19049"/>
                  </a:moveTo>
                  <a:lnTo>
                    <a:pt x="1762117" y="19049"/>
                  </a:lnTo>
                  <a:lnTo>
                    <a:pt x="1762117" y="0"/>
                  </a:lnTo>
                  <a:lnTo>
                    <a:pt x="1781167" y="0"/>
                  </a:lnTo>
                  <a:lnTo>
                    <a:pt x="1781167" y="19049"/>
                  </a:lnTo>
                  <a:close/>
                </a:path>
                <a:path w="2929890" h="682625">
                  <a:moveTo>
                    <a:pt x="1819267" y="19049"/>
                  </a:moveTo>
                  <a:lnTo>
                    <a:pt x="1800217" y="19049"/>
                  </a:lnTo>
                  <a:lnTo>
                    <a:pt x="1800217" y="0"/>
                  </a:lnTo>
                  <a:lnTo>
                    <a:pt x="1819267" y="0"/>
                  </a:lnTo>
                  <a:lnTo>
                    <a:pt x="1819267" y="19049"/>
                  </a:lnTo>
                  <a:close/>
                </a:path>
                <a:path w="2929890" h="682625">
                  <a:moveTo>
                    <a:pt x="1857367" y="19049"/>
                  </a:moveTo>
                  <a:lnTo>
                    <a:pt x="1838317" y="19049"/>
                  </a:lnTo>
                  <a:lnTo>
                    <a:pt x="1838317" y="0"/>
                  </a:lnTo>
                  <a:lnTo>
                    <a:pt x="1857367" y="0"/>
                  </a:lnTo>
                  <a:lnTo>
                    <a:pt x="1857367" y="19049"/>
                  </a:lnTo>
                  <a:close/>
                </a:path>
                <a:path w="2929890" h="682625">
                  <a:moveTo>
                    <a:pt x="1895467" y="19049"/>
                  </a:moveTo>
                  <a:lnTo>
                    <a:pt x="1876417" y="19049"/>
                  </a:lnTo>
                  <a:lnTo>
                    <a:pt x="1876417" y="0"/>
                  </a:lnTo>
                  <a:lnTo>
                    <a:pt x="1895467" y="0"/>
                  </a:lnTo>
                  <a:lnTo>
                    <a:pt x="1895467" y="19049"/>
                  </a:lnTo>
                  <a:close/>
                </a:path>
                <a:path w="2929890" h="682625">
                  <a:moveTo>
                    <a:pt x="1933567" y="19049"/>
                  </a:moveTo>
                  <a:lnTo>
                    <a:pt x="1914517" y="19049"/>
                  </a:lnTo>
                  <a:lnTo>
                    <a:pt x="1914517" y="0"/>
                  </a:lnTo>
                  <a:lnTo>
                    <a:pt x="1933567" y="0"/>
                  </a:lnTo>
                  <a:lnTo>
                    <a:pt x="1933567" y="19049"/>
                  </a:lnTo>
                  <a:close/>
                </a:path>
                <a:path w="2929890" h="682625">
                  <a:moveTo>
                    <a:pt x="1971667" y="19049"/>
                  </a:moveTo>
                  <a:lnTo>
                    <a:pt x="1952617" y="19049"/>
                  </a:lnTo>
                  <a:lnTo>
                    <a:pt x="1952617" y="0"/>
                  </a:lnTo>
                  <a:lnTo>
                    <a:pt x="1971667" y="0"/>
                  </a:lnTo>
                  <a:lnTo>
                    <a:pt x="1971667" y="19049"/>
                  </a:lnTo>
                  <a:close/>
                </a:path>
                <a:path w="2929890" h="682625">
                  <a:moveTo>
                    <a:pt x="2009767" y="19049"/>
                  </a:moveTo>
                  <a:lnTo>
                    <a:pt x="1990717" y="19049"/>
                  </a:lnTo>
                  <a:lnTo>
                    <a:pt x="1990717" y="0"/>
                  </a:lnTo>
                  <a:lnTo>
                    <a:pt x="2009767" y="0"/>
                  </a:lnTo>
                  <a:lnTo>
                    <a:pt x="2009767" y="19049"/>
                  </a:lnTo>
                  <a:close/>
                </a:path>
                <a:path w="2929890" h="682625">
                  <a:moveTo>
                    <a:pt x="2047867" y="19049"/>
                  </a:moveTo>
                  <a:lnTo>
                    <a:pt x="2028817" y="19049"/>
                  </a:lnTo>
                  <a:lnTo>
                    <a:pt x="2028817" y="0"/>
                  </a:lnTo>
                  <a:lnTo>
                    <a:pt x="2047867" y="0"/>
                  </a:lnTo>
                  <a:lnTo>
                    <a:pt x="2047867" y="19049"/>
                  </a:lnTo>
                  <a:close/>
                </a:path>
                <a:path w="2929890" h="682625">
                  <a:moveTo>
                    <a:pt x="2085967" y="19049"/>
                  </a:moveTo>
                  <a:lnTo>
                    <a:pt x="2066917" y="19049"/>
                  </a:lnTo>
                  <a:lnTo>
                    <a:pt x="2066917" y="0"/>
                  </a:lnTo>
                  <a:lnTo>
                    <a:pt x="2085967" y="0"/>
                  </a:lnTo>
                  <a:lnTo>
                    <a:pt x="2085967" y="19049"/>
                  </a:lnTo>
                  <a:close/>
                </a:path>
                <a:path w="2929890" h="682625">
                  <a:moveTo>
                    <a:pt x="2124067" y="19049"/>
                  </a:moveTo>
                  <a:lnTo>
                    <a:pt x="2105017" y="19049"/>
                  </a:lnTo>
                  <a:lnTo>
                    <a:pt x="2105017" y="0"/>
                  </a:lnTo>
                  <a:lnTo>
                    <a:pt x="2124067" y="0"/>
                  </a:lnTo>
                  <a:lnTo>
                    <a:pt x="2124067" y="19049"/>
                  </a:lnTo>
                  <a:close/>
                </a:path>
                <a:path w="2929890" h="682625">
                  <a:moveTo>
                    <a:pt x="2162167" y="19049"/>
                  </a:moveTo>
                  <a:lnTo>
                    <a:pt x="2143117" y="19049"/>
                  </a:lnTo>
                  <a:lnTo>
                    <a:pt x="2143117" y="0"/>
                  </a:lnTo>
                  <a:lnTo>
                    <a:pt x="2162167" y="0"/>
                  </a:lnTo>
                  <a:lnTo>
                    <a:pt x="2162167" y="19049"/>
                  </a:lnTo>
                  <a:close/>
                </a:path>
                <a:path w="2929890" h="682625">
                  <a:moveTo>
                    <a:pt x="2200267" y="19049"/>
                  </a:moveTo>
                  <a:lnTo>
                    <a:pt x="2181217" y="19049"/>
                  </a:lnTo>
                  <a:lnTo>
                    <a:pt x="2181217" y="0"/>
                  </a:lnTo>
                  <a:lnTo>
                    <a:pt x="2200267" y="0"/>
                  </a:lnTo>
                  <a:lnTo>
                    <a:pt x="2200267" y="19049"/>
                  </a:lnTo>
                  <a:close/>
                </a:path>
                <a:path w="2929890" h="682625">
                  <a:moveTo>
                    <a:pt x="2238367" y="19049"/>
                  </a:moveTo>
                  <a:lnTo>
                    <a:pt x="2219317" y="19049"/>
                  </a:lnTo>
                  <a:lnTo>
                    <a:pt x="2219317" y="0"/>
                  </a:lnTo>
                  <a:lnTo>
                    <a:pt x="2238367" y="0"/>
                  </a:lnTo>
                  <a:lnTo>
                    <a:pt x="2238367" y="19049"/>
                  </a:lnTo>
                  <a:close/>
                </a:path>
                <a:path w="2929890" h="682625">
                  <a:moveTo>
                    <a:pt x="2276467" y="19049"/>
                  </a:moveTo>
                  <a:lnTo>
                    <a:pt x="2257417" y="19049"/>
                  </a:lnTo>
                  <a:lnTo>
                    <a:pt x="2257417" y="0"/>
                  </a:lnTo>
                  <a:lnTo>
                    <a:pt x="2276467" y="0"/>
                  </a:lnTo>
                  <a:lnTo>
                    <a:pt x="2276467" y="19049"/>
                  </a:lnTo>
                  <a:close/>
                </a:path>
                <a:path w="2929890" h="682625">
                  <a:moveTo>
                    <a:pt x="2314567" y="19049"/>
                  </a:moveTo>
                  <a:lnTo>
                    <a:pt x="2295517" y="19049"/>
                  </a:lnTo>
                  <a:lnTo>
                    <a:pt x="2295517" y="0"/>
                  </a:lnTo>
                  <a:lnTo>
                    <a:pt x="2314567" y="0"/>
                  </a:lnTo>
                  <a:lnTo>
                    <a:pt x="2314567" y="19049"/>
                  </a:lnTo>
                  <a:close/>
                </a:path>
                <a:path w="2929890" h="682625">
                  <a:moveTo>
                    <a:pt x="2352667" y="19049"/>
                  </a:moveTo>
                  <a:lnTo>
                    <a:pt x="2333617" y="19049"/>
                  </a:lnTo>
                  <a:lnTo>
                    <a:pt x="2333617" y="0"/>
                  </a:lnTo>
                  <a:lnTo>
                    <a:pt x="2352667" y="0"/>
                  </a:lnTo>
                  <a:lnTo>
                    <a:pt x="2352667" y="19049"/>
                  </a:lnTo>
                  <a:close/>
                </a:path>
                <a:path w="2929890" h="682625">
                  <a:moveTo>
                    <a:pt x="2390767" y="19049"/>
                  </a:moveTo>
                  <a:lnTo>
                    <a:pt x="2371717" y="19049"/>
                  </a:lnTo>
                  <a:lnTo>
                    <a:pt x="2371717" y="0"/>
                  </a:lnTo>
                  <a:lnTo>
                    <a:pt x="2390767" y="0"/>
                  </a:lnTo>
                  <a:lnTo>
                    <a:pt x="2390767" y="19049"/>
                  </a:lnTo>
                  <a:close/>
                </a:path>
                <a:path w="2929890" h="682625">
                  <a:moveTo>
                    <a:pt x="2428867" y="19049"/>
                  </a:moveTo>
                  <a:lnTo>
                    <a:pt x="2409817" y="19049"/>
                  </a:lnTo>
                  <a:lnTo>
                    <a:pt x="2409817" y="0"/>
                  </a:lnTo>
                  <a:lnTo>
                    <a:pt x="2428867" y="0"/>
                  </a:lnTo>
                  <a:lnTo>
                    <a:pt x="2428867" y="19049"/>
                  </a:lnTo>
                  <a:close/>
                </a:path>
                <a:path w="2929890" h="682625">
                  <a:moveTo>
                    <a:pt x="2466967" y="19049"/>
                  </a:moveTo>
                  <a:lnTo>
                    <a:pt x="2447917" y="19049"/>
                  </a:lnTo>
                  <a:lnTo>
                    <a:pt x="2447917" y="0"/>
                  </a:lnTo>
                  <a:lnTo>
                    <a:pt x="2466967" y="0"/>
                  </a:lnTo>
                  <a:lnTo>
                    <a:pt x="2466967" y="19049"/>
                  </a:lnTo>
                  <a:close/>
                </a:path>
                <a:path w="2929890" h="682625">
                  <a:moveTo>
                    <a:pt x="2505067" y="19049"/>
                  </a:moveTo>
                  <a:lnTo>
                    <a:pt x="2486017" y="19049"/>
                  </a:lnTo>
                  <a:lnTo>
                    <a:pt x="2486017" y="0"/>
                  </a:lnTo>
                  <a:lnTo>
                    <a:pt x="2505067" y="0"/>
                  </a:lnTo>
                  <a:lnTo>
                    <a:pt x="2505067" y="19049"/>
                  </a:lnTo>
                  <a:close/>
                </a:path>
                <a:path w="2929890" h="682625">
                  <a:moveTo>
                    <a:pt x="2543167" y="19049"/>
                  </a:moveTo>
                  <a:lnTo>
                    <a:pt x="2524117" y="19049"/>
                  </a:lnTo>
                  <a:lnTo>
                    <a:pt x="2524117" y="0"/>
                  </a:lnTo>
                  <a:lnTo>
                    <a:pt x="2543167" y="0"/>
                  </a:lnTo>
                  <a:lnTo>
                    <a:pt x="2543167" y="19049"/>
                  </a:lnTo>
                  <a:close/>
                </a:path>
                <a:path w="2929890" h="682625">
                  <a:moveTo>
                    <a:pt x="2581267" y="19049"/>
                  </a:moveTo>
                  <a:lnTo>
                    <a:pt x="2562217" y="19049"/>
                  </a:lnTo>
                  <a:lnTo>
                    <a:pt x="2562217" y="0"/>
                  </a:lnTo>
                  <a:lnTo>
                    <a:pt x="2581267" y="0"/>
                  </a:lnTo>
                  <a:lnTo>
                    <a:pt x="2581267" y="19049"/>
                  </a:lnTo>
                  <a:close/>
                </a:path>
                <a:path w="2929890" h="682625">
                  <a:moveTo>
                    <a:pt x="2619367" y="19049"/>
                  </a:moveTo>
                  <a:lnTo>
                    <a:pt x="2600317" y="19049"/>
                  </a:lnTo>
                  <a:lnTo>
                    <a:pt x="2600317" y="0"/>
                  </a:lnTo>
                  <a:lnTo>
                    <a:pt x="2619367" y="0"/>
                  </a:lnTo>
                  <a:lnTo>
                    <a:pt x="2619367" y="19049"/>
                  </a:lnTo>
                  <a:close/>
                </a:path>
                <a:path w="2929890" h="682625">
                  <a:moveTo>
                    <a:pt x="2657467" y="19049"/>
                  </a:moveTo>
                  <a:lnTo>
                    <a:pt x="2638417" y="19049"/>
                  </a:lnTo>
                  <a:lnTo>
                    <a:pt x="2638417" y="0"/>
                  </a:lnTo>
                  <a:lnTo>
                    <a:pt x="2657467" y="0"/>
                  </a:lnTo>
                  <a:lnTo>
                    <a:pt x="2657467" y="19049"/>
                  </a:lnTo>
                  <a:close/>
                </a:path>
                <a:path w="2929890" h="682625">
                  <a:moveTo>
                    <a:pt x="2695567" y="19049"/>
                  </a:moveTo>
                  <a:lnTo>
                    <a:pt x="2676517" y="19049"/>
                  </a:lnTo>
                  <a:lnTo>
                    <a:pt x="2676517" y="0"/>
                  </a:lnTo>
                  <a:lnTo>
                    <a:pt x="2695567" y="0"/>
                  </a:lnTo>
                  <a:lnTo>
                    <a:pt x="2695567" y="19049"/>
                  </a:lnTo>
                  <a:close/>
                </a:path>
                <a:path w="2929890" h="682625">
                  <a:moveTo>
                    <a:pt x="2733667" y="19049"/>
                  </a:moveTo>
                  <a:lnTo>
                    <a:pt x="2714617" y="19049"/>
                  </a:lnTo>
                  <a:lnTo>
                    <a:pt x="2714617" y="0"/>
                  </a:lnTo>
                  <a:lnTo>
                    <a:pt x="2733667" y="0"/>
                  </a:lnTo>
                  <a:lnTo>
                    <a:pt x="2733667" y="19049"/>
                  </a:lnTo>
                  <a:close/>
                </a:path>
                <a:path w="2929890" h="682625">
                  <a:moveTo>
                    <a:pt x="2771767" y="19049"/>
                  </a:moveTo>
                  <a:lnTo>
                    <a:pt x="2752717" y="19049"/>
                  </a:lnTo>
                  <a:lnTo>
                    <a:pt x="2752717" y="0"/>
                  </a:lnTo>
                  <a:lnTo>
                    <a:pt x="2771767" y="0"/>
                  </a:lnTo>
                  <a:lnTo>
                    <a:pt x="2771767" y="19049"/>
                  </a:lnTo>
                  <a:close/>
                </a:path>
                <a:path w="2929890" h="682625">
                  <a:moveTo>
                    <a:pt x="2809867" y="19049"/>
                  </a:moveTo>
                  <a:lnTo>
                    <a:pt x="2790817" y="19049"/>
                  </a:lnTo>
                  <a:lnTo>
                    <a:pt x="2790817" y="0"/>
                  </a:lnTo>
                  <a:lnTo>
                    <a:pt x="2809867" y="0"/>
                  </a:lnTo>
                  <a:lnTo>
                    <a:pt x="2809867" y="19049"/>
                  </a:lnTo>
                  <a:close/>
                </a:path>
                <a:path w="2929890" h="682625">
                  <a:moveTo>
                    <a:pt x="2847967" y="19049"/>
                  </a:moveTo>
                  <a:lnTo>
                    <a:pt x="2828917" y="19049"/>
                  </a:lnTo>
                  <a:lnTo>
                    <a:pt x="2828917" y="0"/>
                  </a:lnTo>
                  <a:lnTo>
                    <a:pt x="2847967" y="0"/>
                  </a:lnTo>
                  <a:lnTo>
                    <a:pt x="2847967" y="19049"/>
                  </a:lnTo>
                  <a:close/>
                </a:path>
                <a:path w="2929890" h="682625">
                  <a:moveTo>
                    <a:pt x="2884468" y="19049"/>
                  </a:moveTo>
                  <a:lnTo>
                    <a:pt x="2867017" y="19049"/>
                  </a:lnTo>
                  <a:lnTo>
                    <a:pt x="2867017" y="0"/>
                  </a:lnTo>
                  <a:lnTo>
                    <a:pt x="2881828" y="0"/>
                  </a:lnTo>
                  <a:lnTo>
                    <a:pt x="2886188" y="431"/>
                  </a:lnTo>
                  <a:lnTo>
                    <a:pt x="2884468" y="19049"/>
                  </a:lnTo>
                  <a:close/>
                </a:path>
                <a:path w="2929890" h="682625">
                  <a:moveTo>
                    <a:pt x="2904440" y="30159"/>
                  </a:moveTo>
                  <a:lnTo>
                    <a:pt x="2895556" y="22564"/>
                  </a:lnTo>
                  <a:lnTo>
                    <a:pt x="2904602" y="6054"/>
                  </a:lnTo>
                  <a:lnTo>
                    <a:pt x="2908246" y="8000"/>
                  </a:lnTo>
                  <a:lnTo>
                    <a:pt x="2915498" y="13946"/>
                  </a:lnTo>
                  <a:lnTo>
                    <a:pt x="2919352" y="18646"/>
                  </a:lnTo>
                  <a:lnTo>
                    <a:pt x="2904440" y="30159"/>
                  </a:lnTo>
                  <a:close/>
                </a:path>
                <a:path w="2929890" h="682625">
                  <a:moveTo>
                    <a:pt x="2929445" y="55166"/>
                  </a:moveTo>
                  <a:lnTo>
                    <a:pt x="2910395" y="55166"/>
                  </a:lnTo>
                  <a:lnTo>
                    <a:pt x="2910395" y="45236"/>
                  </a:lnTo>
                  <a:lnTo>
                    <a:pt x="2910103" y="42893"/>
                  </a:lnTo>
                  <a:lnTo>
                    <a:pt x="2909517" y="40588"/>
                  </a:lnTo>
                  <a:lnTo>
                    <a:pt x="2927810" y="35943"/>
                  </a:lnTo>
                  <a:lnTo>
                    <a:pt x="2928522" y="38284"/>
                  </a:lnTo>
                  <a:lnTo>
                    <a:pt x="2929445" y="47617"/>
                  </a:lnTo>
                  <a:lnTo>
                    <a:pt x="2929445" y="55166"/>
                  </a:lnTo>
                  <a:close/>
                </a:path>
                <a:path w="2929890" h="682625">
                  <a:moveTo>
                    <a:pt x="2929445" y="93266"/>
                  </a:moveTo>
                  <a:lnTo>
                    <a:pt x="2910395" y="93266"/>
                  </a:lnTo>
                  <a:lnTo>
                    <a:pt x="2910395" y="74216"/>
                  </a:lnTo>
                  <a:lnTo>
                    <a:pt x="2929445" y="74216"/>
                  </a:lnTo>
                  <a:lnTo>
                    <a:pt x="2929445" y="93266"/>
                  </a:lnTo>
                  <a:close/>
                </a:path>
                <a:path w="2929890" h="682625">
                  <a:moveTo>
                    <a:pt x="2929445" y="131366"/>
                  </a:moveTo>
                  <a:lnTo>
                    <a:pt x="2910395" y="131366"/>
                  </a:lnTo>
                  <a:lnTo>
                    <a:pt x="2910395" y="112316"/>
                  </a:lnTo>
                  <a:lnTo>
                    <a:pt x="2929445" y="112316"/>
                  </a:lnTo>
                  <a:lnTo>
                    <a:pt x="2929445" y="131366"/>
                  </a:lnTo>
                  <a:close/>
                </a:path>
                <a:path w="2929890" h="682625">
                  <a:moveTo>
                    <a:pt x="2929445" y="169466"/>
                  </a:moveTo>
                  <a:lnTo>
                    <a:pt x="2910395" y="169466"/>
                  </a:lnTo>
                  <a:lnTo>
                    <a:pt x="2910395" y="150416"/>
                  </a:lnTo>
                  <a:lnTo>
                    <a:pt x="2929445" y="150416"/>
                  </a:lnTo>
                  <a:lnTo>
                    <a:pt x="2929445" y="169466"/>
                  </a:lnTo>
                  <a:close/>
                </a:path>
                <a:path w="2929890" h="682625">
                  <a:moveTo>
                    <a:pt x="2929445" y="207566"/>
                  </a:moveTo>
                  <a:lnTo>
                    <a:pt x="2910395" y="207566"/>
                  </a:lnTo>
                  <a:lnTo>
                    <a:pt x="2910395" y="188516"/>
                  </a:lnTo>
                  <a:lnTo>
                    <a:pt x="2929445" y="188516"/>
                  </a:lnTo>
                  <a:lnTo>
                    <a:pt x="2929445" y="207566"/>
                  </a:lnTo>
                  <a:close/>
                </a:path>
                <a:path w="2929890" h="682625">
                  <a:moveTo>
                    <a:pt x="2929445" y="245666"/>
                  </a:moveTo>
                  <a:lnTo>
                    <a:pt x="2910395" y="245666"/>
                  </a:lnTo>
                  <a:lnTo>
                    <a:pt x="2910395" y="226616"/>
                  </a:lnTo>
                  <a:lnTo>
                    <a:pt x="2929445" y="226616"/>
                  </a:lnTo>
                  <a:lnTo>
                    <a:pt x="2929445" y="245666"/>
                  </a:lnTo>
                  <a:close/>
                </a:path>
                <a:path w="2929890" h="682625">
                  <a:moveTo>
                    <a:pt x="2929445" y="283766"/>
                  </a:moveTo>
                  <a:lnTo>
                    <a:pt x="2910395" y="283766"/>
                  </a:lnTo>
                  <a:lnTo>
                    <a:pt x="2910395" y="264716"/>
                  </a:lnTo>
                  <a:lnTo>
                    <a:pt x="2929445" y="264716"/>
                  </a:lnTo>
                  <a:lnTo>
                    <a:pt x="2929445" y="283766"/>
                  </a:lnTo>
                  <a:close/>
                </a:path>
                <a:path w="2929890" h="682625">
                  <a:moveTo>
                    <a:pt x="2929445" y="321866"/>
                  </a:moveTo>
                  <a:lnTo>
                    <a:pt x="2910395" y="321866"/>
                  </a:lnTo>
                  <a:lnTo>
                    <a:pt x="2910395" y="302816"/>
                  </a:lnTo>
                  <a:lnTo>
                    <a:pt x="2929445" y="302816"/>
                  </a:lnTo>
                  <a:lnTo>
                    <a:pt x="2929445" y="321866"/>
                  </a:lnTo>
                  <a:close/>
                </a:path>
                <a:path w="2929890" h="682625">
                  <a:moveTo>
                    <a:pt x="2929445" y="359966"/>
                  </a:moveTo>
                  <a:lnTo>
                    <a:pt x="2910395" y="359966"/>
                  </a:lnTo>
                  <a:lnTo>
                    <a:pt x="2910395" y="340916"/>
                  </a:lnTo>
                  <a:lnTo>
                    <a:pt x="2929445" y="340916"/>
                  </a:lnTo>
                  <a:lnTo>
                    <a:pt x="2929445" y="359966"/>
                  </a:lnTo>
                  <a:close/>
                </a:path>
                <a:path w="2929890" h="682625">
                  <a:moveTo>
                    <a:pt x="2929445" y="398066"/>
                  </a:moveTo>
                  <a:lnTo>
                    <a:pt x="2910395" y="398066"/>
                  </a:lnTo>
                  <a:lnTo>
                    <a:pt x="2910395" y="379016"/>
                  </a:lnTo>
                  <a:lnTo>
                    <a:pt x="2929445" y="379016"/>
                  </a:lnTo>
                  <a:lnTo>
                    <a:pt x="2929445" y="398066"/>
                  </a:lnTo>
                  <a:close/>
                </a:path>
                <a:path w="2929890" h="682625">
                  <a:moveTo>
                    <a:pt x="2929445" y="436166"/>
                  </a:moveTo>
                  <a:lnTo>
                    <a:pt x="2910395" y="436166"/>
                  </a:lnTo>
                  <a:lnTo>
                    <a:pt x="2910395" y="417116"/>
                  </a:lnTo>
                  <a:lnTo>
                    <a:pt x="2929445" y="417116"/>
                  </a:lnTo>
                  <a:lnTo>
                    <a:pt x="2929445" y="436166"/>
                  </a:lnTo>
                  <a:close/>
                </a:path>
                <a:path w="2929890" h="682625">
                  <a:moveTo>
                    <a:pt x="2929445" y="474266"/>
                  </a:moveTo>
                  <a:lnTo>
                    <a:pt x="2910395" y="474266"/>
                  </a:lnTo>
                  <a:lnTo>
                    <a:pt x="2910395" y="455216"/>
                  </a:lnTo>
                  <a:lnTo>
                    <a:pt x="2929445" y="455216"/>
                  </a:lnTo>
                  <a:lnTo>
                    <a:pt x="2929445" y="474266"/>
                  </a:lnTo>
                  <a:close/>
                </a:path>
                <a:path w="2929890" h="682625">
                  <a:moveTo>
                    <a:pt x="2929445" y="512366"/>
                  </a:moveTo>
                  <a:lnTo>
                    <a:pt x="2910395" y="512366"/>
                  </a:lnTo>
                  <a:lnTo>
                    <a:pt x="2910395" y="493316"/>
                  </a:lnTo>
                  <a:lnTo>
                    <a:pt x="2929445" y="493316"/>
                  </a:lnTo>
                  <a:lnTo>
                    <a:pt x="2929445" y="512366"/>
                  </a:lnTo>
                  <a:close/>
                </a:path>
                <a:path w="2929890" h="682625">
                  <a:moveTo>
                    <a:pt x="2929445" y="550466"/>
                  </a:moveTo>
                  <a:lnTo>
                    <a:pt x="2910395" y="550466"/>
                  </a:lnTo>
                  <a:lnTo>
                    <a:pt x="2910395" y="531416"/>
                  </a:lnTo>
                  <a:lnTo>
                    <a:pt x="2929445" y="531416"/>
                  </a:lnTo>
                  <a:lnTo>
                    <a:pt x="2929445" y="550466"/>
                  </a:lnTo>
                  <a:close/>
                </a:path>
                <a:path w="2929890" h="682625">
                  <a:moveTo>
                    <a:pt x="2929445" y="588566"/>
                  </a:moveTo>
                  <a:lnTo>
                    <a:pt x="2910395" y="588566"/>
                  </a:lnTo>
                  <a:lnTo>
                    <a:pt x="2910395" y="569516"/>
                  </a:lnTo>
                  <a:lnTo>
                    <a:pt x="2929445" y="569516"/>
                  </a:lnTo>
                  <a:lnTo>
                    <a:pt x="2929445" y="588566"/>
                  </a:lnTo>
                  <a:close/>
                </a:path>
                <a:path w="2929890" h="682625">
                  <a:moveTo>
                    <a:pt x="2929445" y="626666"/>
                  </a:moveTo>
                  <a:lnTo>
                    <a:pt x="2910395" y="626666"/>
                  </a:lnTo>
                  <a:lnTo>
                    <a:pt x="2910395" y="607616"/>
                  </a:lnTo>
                  <a:lnTo>
                    <a:pt x="2929445" y="607616"/>
                  </a:lnTo>
                  <a:lnTo>
                    <a:pt x="2929445" y="626666"/>
                  </a:lnTo>
                  <a:close/>
                </a:path>
                <a:path w="2929890" h="682625">
                  <a:moveTo>
                    <a:pt x="2919609" y="663268"/>
                  </a:moveTo>
                  <a:lnTo>
                    <a:pt x="2904589" y="651874"/>
                  </a:lnTo>
                  <a:lnTo>
                    <a:pt x="2906974" y="648730"/>
                  </a:lnTo>
                  <a:lnTo>
                    <a:pt x="2908637" y="645240"/>
                  </a:lnTo>
                  <a:lnTo>
                    <a:pt x="2909576" y="641405"/>
                  </a:lnTo>
                  <a:lnTo>
                    <a:pt x="2927928" y="645899"/>
                  </a:lnTo>
                  <a:lnTo>
                    <a:pt x="2925820" y="652833"/>
                  </a:lnTo>
                  <a:lnTo>
                    <a:pt x="2921445" y="661029"/>
                  </a:lnTo>
                  <a:lnTo>
                    <a:pt x="2919609" y="663268"/>
                  </a:lnTo>
                  <a:close/>
                </a:path>
                <a:path w="2929890" h="682625">
                  <a:moveTo>
                    <a:pt x="2886591" y="681756"/>
                  </a:moveTo>
                  <a:lnTo>
                    <a:pt x="2884724" y="663268"/>
                  </a:lnTo>
                  <a:lnTo>
                    <a:pt x="2884700" y="663033"/>
                  </a:lnTo>
                  <a:lnTo>
                    <a:pt x="2888630" y="662636"/>
                  </a:lnTo>
                  <a:lnTo>
                    <a:pt x="2892319" y="661474"/>
                  </a:lnTo>
                  <a:lnTo>
                    <a:pt x="2895768" y="659546"/>
                  </a:lnTo>
                  <a:lnTo>
                    <a:pt x="2904956" y="675984"/>
                  </a:lnTo>
                  <a:lnTo>
                    <a:pt x="2900051" y="678603"/>
                  </a:lnTo>
                  <a:lnTo>
                    <a:pt x="2891161" y="681304"/>
                  </a:lnTo>
                  <a:lnTo>
                    <a:pt x="2886591" y="681756"/>
                  </a:lnTo>
                  <a:close/>
                </a:path>
                <a:path w="2929890" h="682625">
                  <a:moveTo>
                    <a:pt x="2867412" y="682228"/>
                  </a:moveTo>
                  <a:lnTo>
                    <a:pt x="2848362" y="682228"/>
                  </a:lnTo>
                  <a:lnTo>
                    <a:pt x="2848362" y="663178"/>
                  </a:lnTo>
                  <a:lnTo>
                    <a:pt x="2867412" y="663178"/>
                  </a:lnTo>
                  <a:lnTo>
                    <a:pt x="2867412" y="682228"/>
                  </a:lnTo>
                  <a:close/>
                </a:path>
                <a:path w="2929890" h="682625">
                  <a:moveTo>
                    <a:pt x="2829312" y="682228"/>
                  </a:moveTo>
                  <a:lnTo>
                    <a:pt x="2810262" y="682228"/>
                  </a:lnTo>
                  <a:lnTo>
                    <a:pt x="2810262" y="663178"/>
                  </a:lnTo>
                  <a:lnTo>
                    <a:pt x="2829312" y="663178"/>
                  </a:lnTo>
                  <a:lnTo>
                    <a:pt x="2829312" y="682228"/>
                  </a:lnTo>
                  <a:close/>
                </a:path>
                <a:path w="2929890" h="682625">
                  <a:moveTo>
                    <a:pt x="2791212" y="682228"/>
                  </a:moveTo>
                  <a:lnTo>
                    <a:pt x="2772162" y="682228"/>
                  </a:lnTo>
                  <a:lnTo>
                    <a:pt x="2772162" y="663178"/>
                  </a:lnTo>
                  <a:lnTo>
                    <a:pt x="2791212" y="663178"/>
                  </a:lnTo>
                  <a:lnTo>
                    <a:pt x="2791212" y="682228"/>
                  </a:lnTo>
                  <a:close/>
                </a:path>
                <a:path w="2929890" h="682625">
                  <a:moveTo>
                    <a:pt x="2753112" y="682228"/>
                  </a:moveTo>
                  <a:lnTo>
                    <a:pt x="2734062" y="682228"/>
                  </a:lnTo>
                  <a:lnTo>
                    <a:pt x="2734062" y="663178"/>
                  </a:lnTo>
                  <a:lnTo>
                    <a:pt x="2753112" y="663178"/>
                  </a:lnTo>
                  <a:lnTo>
                    <a:pt x="2753112" y="682228"/>
                  </a:lnTo>
                  <a:close/>
                </a:path>
                <a:path w="2929890" h="682625">
                  <a:moveTo>
                    <a:pt x="2715012" y="682228"/>
                  </a:moveTo>
                  <a:lnTo>
                    <a:pt x="2695962" y="682228"/>
                  </a:lnTo>
                  <a:lnTo>
                    <a:pt x="2695962" y="663178"/>
                  </a:lnTo>
                  <a:lnTo>
                    <a:pt x="2715012" y="663178"/>
                  </a:lnTo>
                  <a:lnTo>
                    <a:pt x="2715012" y="682228"/>
                  </a:lnTo>
                  <a:close/>
                </a:path>
                <a:path w="2929890" h="682625">
                  <a:moveTo>
                    <a:pt x="2676912" y="682228"/>
                  </a:moveTo>
                  <a:lnTo>
                    <a:pt x="2657862" y="682228"/>
                  </a:lnTo>
                  <a:lnTo>
                    <a:pt x="2657862" y="663178"/>
                  </a:lnTo>
                  <a:lnTo>
                    <a:pt x="2676912" y="663178"/>
                  </a:lnTo>
                  <a:lnTo>
                    <a:pt x="2676912" y="682228"/>
                  </a:lnTo>
                  <a:close/>
                </a:path>
                <a:path w="2929890" h="682625">
                  <a:moveTo>
                    <a:pt x="2638812" y="682228"/>
                  </a:moveTo>
                  <a:lnTo>
                    <a:pt x="2619762" y="682228"/>
                  </a:lnTo>
                  <a:lnTo>
                    <a:pt x="2619762" y="663178"/>
                  </a:lnTo>
                  <a:lnTo>
                    <a:pt x="2638812" y="663178"/>
                  </a:lnTo>
                  <a:lnTo>
                    <a:pt x="2638812" y="682228"/>
                  </a:lnTo>
                  <a:close/>
                </a:path>
                <a:path w="2929890" h="682625">
                  <a:moveTo>
                    <a:pt x="2600712" y="682228"/>
                  </a:moveTo>
                  <a:lnTo>
                    <a:pt x="2581662" y="682228"/>
                  </a:lnTo>
                  <a:lnTo>
                    <a:pt x="2581662" y="663178"/>
                  </a:lnTo>
                  <a:lnTo>
                    <a:pt x="2600712" y="663178"/>
                  </a:lnTo>
                  <a:lnTo>
                    <a:pt x="2600712" y="682228"/>
                  </a:lnTo>
                  <a:close/>
                </a:path>
                <a:path w="2929890" h="682625">
                  <a:moveTo>
                    <a:pt x="2562612" y="682228"/>
                  </a:moveTo>
                  <a:lnTo>
                    <a:pt x="2543562" y="682228"/>
                  </a:lnTo>
                  <a:lnTo>
                    <a:pt x="2543562" y="663178"/>
                  </a:lnTo>
                  <a:lnTo>
                    <a:pt x="2562612" y="663178"/>
                  </a:lnTo>
                  <a:lnTo>
                    <a:pt x="2562612" y="682228"/>
                  </a:lnTo>
                  <a:close/>
                </a:path>
                <a:path w="2929890" h="682625">
                  <a:moveTo>
                    <a:pt x="2524512" y="682228"/>
                  </a:moveTo>
                  <a:lnTo>
                    <a:pt x="2505462" y="682228"/>
                  </a:lnTo>
                  <a:lnTo>
                    <a:pt x="2505462" y="663178"/>
                  </a:lnTo>
                  <a:lnTo>
                    <a:pt x="2524512" y="663178"/>
                  </a:lnTo>
                  <a:lnTo>
                    <a:pt x="2524512" y="682228"/>
                  </a:lnTo>
                  <a:close/>
                </a:path>
                <a:path w="2929890" h="682625">
                  <a:moveTo>
                    <a:pt x="2486412" y="682228"/>
                  </a:moveTo>
                  <a:lnTo>
                    <a:pt x="2467362" y="682228"/>
                  </a:lnTo>
                  <a:lnTo>
                    <a:pt x="2467362" y="663178"/>
                  </a:lnTo>
                  <a:lnTo>
                    <a:pt x="2486412" y="663178"/>
                  </a:lnTo>
                  <a:lnTo>
                    <a:pt x="2486412" y="682228"/>
                  </a:lnTo>
                  <a:close/>
                </a:path>
                <a:path w="2929890" h="682625">
                  <a:moveTo>
                    <a:pt x="2448312" y="682228"/>
                  </a:moveTo>
                  <a:lnTo>
                    <a:pt x="2429262" y="682228"/>
                  </a:lnTo>
                  <a:lnTo>
                    <a:pt x="2429262" y="663178"/>
                  </a:lnTo>
                  <a:lnTo>
                    <a:pt x="2448312" y="663178"/>
                  </a:lnTo>
                  <a:lnTo>
                    <a:pt x="2448312" y="682228"/>
                  </a:lnTo>
                  <a:close/>
                </a:path>
                <a:path w="2929890" h="682625">
                  <a:moveTo>
                    <a:pt x="2410212" y="682228"/>
                  </a:moveTo>
                  <a:lnTo>
                    <a:pt x="2391162" y="682228"/>
                  </a:lnTo>
                  <a:lnTo>
                    <a:pt x="2391162" y="663178"/>
                  </a:lnTo>
                  <a:lnTo>
                    <a:pt x="2410212" y="663178"/>
                  </a:lnTo>
                  <a:lnTo>
                    <a:pt x="2410212" y="682228"/>
                  </a:lnTo>
                  <a:close/>
                </a:path>
                <a:path w="2929890" h="682625">
                  <a:moveTo>
                    <a:pt x="2372112" y="682228"/>
                  </a:moveTo>
                  <a:lnTo>
                    <a:pt x="2353062" y="682228"/>
                  </a:lnTo>
                  <a:lnTo>
                    <a:pt x="2353062" y="663178"/>
                  </a:lnTo>
                  <a:lnTo>
                    <a:pt x="2372112" y="663178"/>
                  </a:lnTo>
                  <a:lnTo>
                    <a:pt x="2372112" y="682228"/>
                  </a:lnTo>
                  <a:close/>
                </a:path>
                <a:path w="2929890" h="682625">
                  <a:moveTo>
                    <a:pt x="2334012" y="682228"/>
                  </a:moveTo>
                  <a:lnTo>
                    <a:pt x="2314962" y="682228"/>
                  </a:lnTo>
                  <a:lnTo>
                    <a:pt x="2314962" y="663178"/>
                  </a:lnTo>
                  <a:lnTo>
                    <a:pt x="2334012" y="663178"/>
                  </a:lnTo>
                  <a:lnTo>
                    <a:pt x="2334012" y="682228"/>
                  </a:lnTo>
                  <a:close/>
                </a:path>
                <a:path w="2929890" h="682625">
                  <a:moveTo>
                    <a:pt x="2295912" y="682228"/>
                  </a:moveTo>
                  <a:lnTo>
                    <a:pt x="2276862" y="682228"/>
                  </a:lnTo>
                  <a:lnTo>
                    <a:pt x="2276862" y="663178"/>
                  </a:lnTo>
                  <a:lnTo>
                    <a:pt x="2295912" y="663178"/>
                  </a:lnTo>
                  <a:lnTo>
                    <a:pt x="2295912" y="682228"/>
                  </a:lnTo>
                  <a:close/>
                </a:path>
                <a:path w="2929890" h="682625">
                  <a:moveTo>
                    <a:pt x="2257812" y="682228"/>
                  </a:moveTo>
                  <a:lnTo>
                    <a:pt x="2238762" y="682228"/>
                  </a:lnTo>
                  <a:lnTo>
                    <a:pt x="2238762" y="663178"/>
                  </a:lnTo>
                  <a:lnTo>
                    <a:pt x="2257812" y="663178"/>
                  </a:lnTo>
                  <a:lnTo>
                    <a:pt x="2257812" y="682228"/>
                  </a:lnTo>
                  <a:close/>
                </a:path>
                <a:path w="2929890" h="682625">
                  <a:moveTo>
                    <a:pt x="2219712" y="682228"/>
                  </a:moveTo>
                  <a:lnTo>
                    <a:pt x="2200662" y="682228"/>
                  </a:lnTo>
                  <a:lnTo>
                    <a:pt x="2200662" y="663178"/>
                  </a:lnTo>
                  <a:lnTo>
                    <a:pt x="2219712" y="663178"/>
                  </a:lnTo>
                  <a:lnTo>
                    <a:pt x="2219712" y="682228"/>
                  </a:lnTo>
                  <a:close/>
                </a:path>
                <a:path w="2929890" h="682625">
                  <a:moveTo>
                    <a:pt x="2181612" y="682228"/>
                  </a:moveTo>
                  <a:lnTo>
                    <a:pt x="2162562" y="682228"/>
                  </a:lnTo>
                  <a:lnTo>
                    <a:pt x="2162562" y="663178"/>
                  </a:lnTo>
                  <a:lnTo>
                    <a:pt x="2181612" y="663178"/>
                  </a:lnTo>
                  <a:lnTo>
                    <a:pt x="2181612" y="682228"/>
                  </a:lnTo>
                  <a:close/>
                </a:path>
                <a:path w="2929890" h="682625">
                  <a:moveTo>
                    <a:pt x="2143512" y="682228"/>
                  </a:moveTo>
                  <a:lnTo>
                    <a:pt x="2124462" y="682228"/>
                  </a:lnTo>
                  <a:lnTo>
                    <a:pt x="2124462" y="663178"/>
                  </a:lnTo>
                  <a:lnTo>
                    <a:pt x="2143512" y="663178"/>
                  </a:lnTo>
                  <a:lnTo>
                    <a:pt x="2143512" y="682228"/>
                  </a:lnTo>
                  <a:close/>
                </a:path>
                <a:path w="2929890" h="682625">
                  <a:moveTo>
                    <a:pt x="2105412" y="682228"/>
                  </a:moveTo>
                  <a:lnTo>
                    <a:pt x="2086362" y="682228"/>
                  </a:lnTo>
                  <a:lnTo>
                    <a:pt x="2086362" y="663178"/>
                  </a:lnTo>
                  <a:lnTo>
                    <a:pt x="2105412" y="663178"/>
                  </a:lnTo>
                  <a:lnTo>
                    <a:pt x="2105412" y="682228"/>
                  </a:lnTo>
                  <a:close/>
                </a:path>
                <a:path w="2929890" h="682625">
                  <a:moveTo>
                    <a:pt x="2067312" y="682228"/>
                  </a:moveTo>
                  <a:lnTo>
                    <a:pt x="2048262" y="682228"/>
                  </a:lnTo>
                  <a:lnTo>
                    <a:pt x="2048262" y="663178"/>
                  </a:lnTo>
                  <a:lnTo>
                    <a:pt x="2067312" y="663178"/>
                  </a:lnTo>
                  <a:lnTo>
                    <a:pt x="2067312" y="682228"/>
                  </a:lnTo>
                  <a:close/>
                </a:path>
                <a:path w="2929890" h="682625">
                  <a:moveTo>
                    <a:pt x="2029212" y="682228"/>
                  </a:moveTo>
                  <a:lnTo>
                    <a:pt x="2010162" y="682228"/>
                  </a:lnTo>
                  <a:lnTo>
                    <a:pt x="2010162" y="663178"/>
                  </a:lnTo>
                  <a:lnTo>
                    <a:pt x="2029212" y="663178"/>
                  </a:lnTo>
                  <a:lnTo>
                    <a:pt x="2029212" y="682228"/>
                  </a:lnTo>
                  <a:close/>
                </a:path>
                <a:path w="2929890" h="682625">
                  <a:moveTo>
                    <a:pt x="1991112" y="682228"/>
                  </a:moveTo>
                  <a:lnTo>
                    <a:pt x="1972062" y="682228"/>
                  </a:lnTo>
                  <a:lnTo>
                    <a:pt x="1972062" y="663178"/>
                  </a:lnTo>
                  <a:lnTo>
                    <a:pt x="1991112" y="663178"/>
                  </a:lnTo>
                  <a:lnTo>
                    <a:pt x="1991112" y="682228"/>
                  </a:lnTo>
                  <a:close/>
                </a:path>
                <a:path w="2929890" h="682625">
                  <a:moveTo>
                    <a:pt x="1953012" y="682228"/>
                  </a:moveTo>
                  <a:lnTo>
                    <a:pt x="1933962" y="682228"/>
                  </a:lnTo>
                  <a:lnTo>
                    <a:pt x="1933962" y="663178"/>
                  </a:lnTo>
                  <a:lnTo>
                    <a:pt x="1953012" y="663178"/>
                  </a:lnTo>
                  <a:lnTo>
                    <a:pt x="1953012" y="682228"/>
                  </a:lnTo>
                  <a:close/>
                </a:path>
                <a:path w="2929890" h="682625">
                  <a:moveTo>
                    <a:pt x="1914912" y="682228"/>
                  </a:moveTo>
                  <a:lnTo>
                    <a:pt x="1895862" y="682228"/>
                  </a:lnTo>
                  <a:lnTo>
                    <a:pt x="1895862" y="663178"/>
                  </a:lnTo>
                  <a:lnTo>
                    <a:pt x="1914912" y="663178"/>
                  </a:lnTo>
                  <a:lnTo>
                    <a:pt x="1914912" y="682228"/>
                  </a:lnTo>
                  <a:close/>
                </a:path>
                <a:path w="2929890" h="682625">
                  <a:moveTo>
                    <a:pt x="1876812" y="682228"/>
                  </a:moveTo>
                  <a:lnTo>
                    <a:pt x="1857762" y="682228"/>
                  </a:lnTo>
                  <a:lnTo>
                    <a:pt x="1857762" y="663178"/>
                  </a:lnTo>
                  <a:lnTo>
                    <a:pt x="1876812" y="663178"/>
                  </a:lnTo>
                  <a:lnTo>
                    <a:pt x="1876812" y="682228"/>
                  </a:lnTo>
                  <a:close/>
                </a:path>
                <a:path w="2929890" h="682625">
                  <a:moveTo>
                    <a:pt x="1838712" y="682228"/>
                  </a:moveTo>
                  <a:lnTo>
                    <a:pt x="1819662" y="682228"/>
                  </a:lnTo>
                  <a:lnTo>
                    <a:pt x="1819662" y="663178"/>
                  </a:lnTo>
                  <a:lnTo>
                    <a:pt x="1838712" y="663178"/>
                  </a:lnTo>
                  <a:lnTo>
                    <a:pt x="1838712" y="682228"/>
                  </a:lnTo>
                  <a:close/>
                </a:path>
                <a:path w="2929890" h="682625">
                  <a:moveTo>
                    <a:pt x="1800612" y="682228"/>
                  </a:moveTo>
                  <a:lnTo>
                    <a:pt x="1781562" y="682228"/>
                  </a:lnTo>
                  <a:lnTo>
                    <a:pt x="1781562" y="663178"/>
                  </a:lnTo>
                  <a:lnTo>
                    <a:pt x="1800612" y="663178"/>
                  </a:lnTo>
                  <a:lnTo>
                    <a:pt x="1800612" y="682228"/>
                  </a:lnTo>
                  <a:close/>
                </a:path>
                <a:path w="2929890" h="682625">
                  <a:moveTo>
                    <a:pt x="1762512" y="682228"/>
                  </a:moveTo>
                  <a:lnTo>
                    <a:pt x="1743462" y="682228"/>
                  </a:lnTo>
                  <a:lnTo>
                    <a:pt x="1743462" y="663178"/>
                  </a:lnTo>
                  <a:lnTo>
                    <a:pt x="1762512" y="663178"/>
                  </a:lnTo>
                  <a:lnTo>
                    <a:pt x="1762512" y="682228"/>
                  </a:lnTo>
                  <a:close/>
                </a:path>
                <a:path w="2929890" h="682625">
                  <a:moveTo>
                    <a:pt x="1724412" y="682228"/>
                  </a:moveTo>
                  <a:lnTo>
                    <a:pt x="1705362" y="682228"/>
                  </a:lnTo>
                  <a:lnTo>
                    <a:pt x="1705362" y="663178"/>
                  </a:lnTo>
                  <a:lnTo>
                    <a:pt x="1724412" y="663178"/>
                  </a:lnTo>
                  <a:lnTo>
                    <a:pt x="1724412" y="682228"/>
                  </a:lnTo>
                  <a:close/>
                </a:path>
                <a:path w="2929890" h="682625">
                  <a:moveTo>
                    <a:pt x="1686312" y="682228"/>
                  </a:moveTo>
                  <a:lnTo>
                    <a:pt x="1667262" y="682228"/>
                  </a:lnTo>
                  <a:lnTo>
                    <a:pt x="1667262" y="663178"/>
                  </a:lnTo>
                  <a:lnTo>
                    <a:pt x="1686312" y="663178"/>
                  </a:lnTo>
                  <a:lnTo>
                    <a:pt x="1686312" y="682228"/>
                  </a:lnTo>
                  <a:close/>
                </a:path>
                <a:path w="2929890" h="682625">
                  <a:moveTo>
                    <a:pt x="1648212" y="682228"/>
                  </a:moveTo>
                  <a:lnTo>
                    <a:pt x="1629162" y="682228"/>
                  </a:lnTo>
                  <a:lnTo>
                    <a:pt x="1629162" y="663178"/>
                  </a:lnTo>
                  <a:lnTo>
                    <a:pt x="1648212" y="663178"/>
                  </a:lnTo>
                  <a:lnTo>
                    <a:pt x="1648212" y="682228"/>
                  </a:lnTo>
                  <a:close/>
                </a:path>
                <a:path w="2929890" h="682625">
                  <a:moveTo>
                    <a:pt x="1610112" y="682228"/>
                  </a:moveTo>
                  <a:lnTo>
                    <a:pt x="1591062" y="682228"/>
                  </a:lnTo>
                  <a:lnTo>
                    <a:pt x="1591062" y="663178"/>
                  </a:lnTo>
                  <a:lnTo>
                    <a:pt x="1610112" y="663178"/>
                  </a:lnTo>
                  <a:lnTo>
                    <a:pt x="1610112" y="682228"/>
                  </a:lnTo>
                  <a:close/>
                </a:path>
                <a:path w="2929890" h="682625">
                  <a:moveTo>
                    <a:pt x="1572012" y="682228"/>
                  </a:moveTo>
                  <a:lnTo>
                    <a:pt x="1552962" y="682228"/>
                  </a:lnTo>
                  <a:lnTo>
                    <a:pt x="1552962" y="663178"/>
                  </a:lnTo>
                  <a:lnTo>
                    <a:pt x="1572012" y="663178"/>
                  </a:lnTo>
                  <a:lnTo>
                    <a:pt x="1572012" y="682228"/>
                  </a:lnTo>
                  <a:close/>
                </a:path>
                <a:path w="2929890" h="682625">
                  <a:moveTo>
                    <a:pt x="1533912" y="682228"/>
                  </a:moveTo>
                  <a:lnTo>
                    <a:pt x="1514862" y="682228"/>
                  </a:lnTo>
                  <a:lnTo>
                    <a:pt x="1514862" y="663178"/>
                  </a:lnTo>
                  <a:lnTo>
                    <a:pt x="1533912" y="663178"/>
                  </a:lnTo>
                  <a:lnTo>
                    <a:pt x="1533912" y="682228"/>
                  </a:lnTo>
                  <a:close/>
                </a:path>
                <a:path w="2929890" h="682625">
                  <a:moveTo>
                    <a:pt x="1495812" y="682228"/>
                  </a:moveTo>
                  <a:lnTo>
                    <a:pt x="1476762" y="682228"/>
                  </a:lnTo>
                  <a:lnTo>
                    <a:pt x="1476762" y="663178"/>
                  </a:lnTo>
                  <a:lnTo>
                    <a:pt x="1495812" y="663178"/>
                  </a:lnTo>
                  <a:lnTo>
                    <a:pt x="1495812" y="682228"/>
                  </a:lnTo>
                  <a:close/>
                </a:path>
                <a:path w="2929890" h="682625">
                  <a:moveTo>
                    <a:pt x="1457712" y="682228"/>
                  </a:moveTo>
                  <a:lnTo>
                    <a:pt x="1438662" y="682228"/>
                  </a:lnTo>
                  <a:lnTo>
                    <a:pt x="1438662" y="663178"/>
                  </a:lnTo>
                  <a:lnTo>
                    <a:pt x="1457712" y="663178"/>
                  </a:lnTo>
                  <a:lnTo>
                    <a:pt x="1457712" y="682228"/>
                  </a:lnTo>
                  <a:close/>
                </a:path>
                <a:path w="2929890" h="682625">
                  <a:moveTo>
                    <a:pt x="1419612" y="682228"/>
                  </a:moveTo>
                  <a:lnTo>
                    <a:pt x="1400562" y="682228"/>
                  </a:lnTo>
                  <a:lnTo>
                    <a:pt x="1400562" y="663178"/>
                  </a:lnTo>
                  <a:lnTo>
                    <a:pt x="1419612" y="663178"/>
                  </a:lnTo>
                  <a:lnTo>
                    <a:pt x="1419612" y="682228"/>
                  </a:lnTo>
                  <a:close/>
                </a:path>
                <a:path w="2929890" h="682625">
                  <a:moveTo>
                    <a:pt x="1381512" y="682228"/>
                  </a:moveTo>
                  <a:lnTo>
                    <a:pt x="1362462" y="682228"/>
                  </a:lnTo>
                  <a:lnTo>
                    <a:pt x="1362462" y="663178"/>
                  </a:lnTo>
                  <a:lnTo>
                    <a:pt x="1381512" y="663178"/>
                  </a:lnTo>
                  <a:lnTo>
                    <a:pt x="1381512" y="682228"/>
                  </a:lnTo>
                  <a:close/>
                </a:path>
                <a:path w="2929890" h="682625">
                  <a:moveTo>
                    <a:pt x="1343411" y="682228"/>
                  </a:moveTo>
                  <a:lnTo>
                    <a:pt x="1324362" y="682228"/>
                  </a:lnTo>
                  <a:lnTo>
                    <a:pt x="1324362" y="663178"/>
                  </a:lnTo>
                  <a:lnTo>
                    <a:pt x="1343411" y="663178"/>
                  </a:lnTo>
                  <a:lnTo>
                    <a:pt x="1343411" y="682228"/>
                  </a:lnTo>
                  <a:close/>
                </a:path>
                <a:path w="2929890" h="682625">
                  <a:moveTo>
                    <a:pt x="1305312" y="682228"/>
                  </a:moveTo>
                  <a:lnTo>
                    <a:pt x="1286262" y="682228"/>
                  </a:lnTo>
                  <a:lnTo>
                    <a:pt x="1286262" y="663178"/>
                  </a:lnTo>
                  <a:lnTo>
                    <a:pt x="1305312" y="663178"/>
                  </a:lnTo>
                  <a:lnTo>
                    <a:pt x="1305312" y="682228"/>
                  </a:lnTo>
                  <a:close/>
                </a:path>
                <a:path w="2929890" h="682625">
                  <a:moveTo>
                    <a:pt x="1267212" y="682228"/>
                  </a:moveTo>
                  <a:lnTo>
                    <a:pt x="1248162" y="682228"/>
                  </a:lnTo>
                  <a:lnTo>
                    <a:pt x="1248162" y="663178"/>
                  </a:lnTo>
                  <a:lnTo>
                    <a:pt x="1267212" y="663178"/>
                  </a:lnTo>
                  <a:lnTo>
                    <a:pt x="1267212" y="682228"/>
                  </a:lnTo>
                  <a:close/>
                </a:path>
                <a:path w="2929890" h="682625">
                  <a:moveTo>
                    <a:pt x="1229111" y="682228"/>
                  </a:moveTo>
                  <a:lnTo>
                    <a:pt x="1210062" y="682228"/>
                  </a:lnTo>
                  <a:lnTo>
                    <a:pt x="1210062" y="663178"/>
                  </a:lnTo>
                  <a:lnTo>
                    <a:pt x="1229111" y="663178"/>
                  </a:lnTo>
                  <a:lnTo>
                    <a:pt x="1229111" y="682228"/>
                  </a:lnTo>
                  <a:close/>
                </a:path>
                <a:path w="2929890" h="682625">
                  <a:moveTo>
                    <a:pt x="1191012" y="682228"/>
                  </a:moveTo>
                  <a:lnTo>
                    <a:pt x="1171962" y="682228"/>
                  </a:lnTo>
                  <a:lnTo>
                    <a:pt x="1171962" y="663178"/>
                  </a:lnTo>
                  <a:lnTo>
                    <a:pt x="1191012" y="663178"/>
                  </a:lnTo>
                  <a:lnTo>
                    <a:pt x="1191012" y="682228"/>
                  </a:lnTo>
                  <a:close/>
                </a:path>
                <a:path w="2929890" h="682625">
                  <a:moveTo>
                    <a:pt x="1152912" y="682228"/>
                  </a:moveTo>
                  <a:lnTo>
                    <a:pt x="1133862" y="682228"/>
                  </a:lnTo>
                  <a:lnTo>
                    <a:pt x="1133862" y="663178"/>
                  </a:lnTo>
                  <a:lnTo>
                    <a:pt x="1152912" y="663178"/>
                  </a:lnTo>
                  <a:lnTo>
                    <a:pt x="1152912" y="682228"/>
                  </a:lnTo>
                  <a:close/>
                </a:path>
                <a:path w="2929890" h="682625">
                  <a:moveTo>
                    <a:pt x="1114812" y="682228"/>
                  </a:moveTo>
                  <a:lnTo>
                    <a:pt x="1095762" y="682228"/>
                  </a:lnTo>
                  <a:lnTo>
                    <a:pt x="1095762" y="663178"/>
                  </a:lnTo>
                  <a:lnTo>
                    <a:pt x="1114812" y="663178"/>
                  </a:lnTo>
                  <a:lnTo>
                    <a:pt x="1114812" y="682228"/>
                  </a:lnTo>
                  <a:close/>
                </a:path>
                <a:path w="2929890" h="682625">
                  <a:moveTo>
                    <a:pt x="1076712" y="682228"/>
                  </a:moveTo>
                  <a:lnTo>
                    <a:pt x="1057662" y="682228"/>
                  </a:lnTo>
                  <a:lnTo>
                    <a:pt x="1057662" y="663178"/>
                  </a:lnTo>
                  <a:lnTo>
                    <a:pt x="1076712" y="663178"/>
                  </a:lnTo>
                  <a:lnTo>
                    <a:pt x="1076712" y="682228"/>
                  </a:lnTo>
                  <a:close/>
                </a:path>
                <a:path w="2929890" h="682625">
                  <a:moveTo>
                    <a:pt x="1038612" y="682228"/>
                  </a:moveTo>
                  <a:lnTo>
                    <a:pt x="1019562" y="682228"/>
                  </a:lnTo>
                  <a:lnTo>
                    <a:pt x="1019562" y="663178"/>
                  </a:lnTo>
                  <a:lnTo>
                    <a:pt x="1038612" y="663178"/>
                  </a:lnTo>
                  <a:lnTo>
                    <a:pt x="1038612" y="682228"/>
                  </a:lnTo>
                  <a:close/>
                </a:path>
                <a:path w="2929890" h="682625">
                  <a:moveTo>
                    <a:pt x="1000512" y="682228"/>
                  </a:moveTo>
                  <a:lnTo>
                    <a:pt x="981462" y="682228"/>
                  </a:lnTo>
                  <a:lnTo>
                    <a:pt x="981462" y="663178"/>
                  </a:lnTo>
                  <a:lnTo>
                    <a:pt x="1000512" y="663178"/>
                  </a:lnTo>
                  <a:lnTo>
                    <a:pt x="1000512" y="682228"/>
                  </a:lnTo>
                  <a:close/>
                </a:path>
                <a:path w="2929890" h="682625">
                  <a:moveTo>
                    <a:pt x="962412" y="682228"/>
                  </a:moveTo>
                  <a:lnTo>
                    <a:pt x="943362" y="682228"/>
                  </a:lnTo>
                  <a:lnTo>
                    <a:pt x="943362" y="663178"/>
                  </a:lnTo>
                  <a:lnTo>
                    <a:pt x="962412" y="663178"/>
                  </a:lnTo>
                  <a:lnTo>
                    <a:pt x="962412" y="682228"/>
                  </a:lnTo>
                  <a:close/>
                </a:path>
                <a:path w="2929890" h="682625">
                  <a:moveTo>
                    <a:pt x="924312" y="682228"/>
                  </a:moveTo>
                  <a:lnTo>
                    <a:pt x="905261" y="682228"/>
                  </a:lnTo>
                  <a:lnTo>
                    <a:pt x="905261" y="663178"/>
                  </a:lnTo>
                  <a:lnTo>
                    <a:pt x="924312" y="663178"/>
                  </a:lnTo>
                  <a:lnTo>
                    <a:pt x="924312" y="682228"/>
                  </a:lnTo>
                  <a:close/>
                </a:path>
                <a:path w="2929890" h="682625">
                  <a:moveTo>
                    <a:pt x="886212" y="682228"/>
                  </a:moveTo>
                  <a:lnTo>
                    <a:pt x="867162" y="682228"/>
                  </a:lnTo>
                  <a:lnTo>
                    <a:pt x="867162" y="663178"/>
                  </a:lnTo>
                  <a:lnTo>
                    <a:pt x="886212" y="663178"/>
                  </a:lnTo>
                  <a:lnTo>
                    <a:pt x="886212" y="682228"/>
                  </a:lnTo>
                  <a:close/>
                </a:path>
                <a:path w="2929890" h="682625">
                  <a:moveTo>
                    <a:pt x="848112" y="682228"/>
                  </a:moveTo>
                  <a:lnTo>
                    <a:pt x="829062" y="682228"/>
                  </a:lnTo>
                  <a:lnTo>
                    <a:pt x="829062" y="663178"/>
                  </a:lnTo>
                  <a:lnTo>
                    <a:pt x="848112" y="663178"/>
                  </a:lnTo>
                  <a:lnTo>
                    <a:pt x="848112" y="682228"/>
                  </a:lnTo>
                  <a:close/>
                </a:path>
                <a:path w="2929890" h="682625">
                  <a:moveTo>
                    <a:pt x="810012" y="682228"/>
                  </a:moveTo>
                  <a:lnTo>
                    <a:pt x="790961" y="682228"/>
                  </a:lnTo>
                  <a:lnTo>
                    <a:pt x="790961" y="663178"/>
                  </a:lnTo>
                  <a:lnTo>
                    <a:pt x="810012" y="663178"/>
                  </a:lnTo>
                  <a:lnTo>
                    <a:pt x="810012" y="682228"/>
                  </a:lnTo>
                  <a:close/>
                </a:path>
                <a:path w="2929890" h="682625">
                  <a:moveTo>
                    <a:pt x="771912" y="682228"/>
                  </a:moveTo>
                  <a:lnTo>
                    <a:pt x="752862" y="682228"/>
                  </a:lnTo>
                  <a:lnTo>
                    <a:pt x="752862" y="663178"/>
                  </a:lnTo>
                  <a:lnTo>
                    <a:pt x="771912" y="663178"/>
                  </a:lnTo>
                  <a:lnTo>
                    <a:pt x="771912" y="682228"/>
                  </a:lnTo>
                  <a:close/>
                </a:path>
                <a:path w="2929890" h="682625">
                  <a:moveTo>
                    <a:pt x="733812" y="682228"/>
                  </a:moveTo>
                  <a:lnTo>
                    <a:pt x="714762" y="682228"/>
                  </a:lnTo>
                  <a:lnTo>
                    <a:pt x="714762" y="663178"/>
                  </a:lnTo>
                  <a:lnTo>
                    <a:pt x="733812" y="663178"/>
                  </a:lnTo>
                  <a:lnTo>
                    <a:pt x="733812" y="682228"/>
                  </a:lnTo>
                  <a:close/>
                </a:path>
                <a:path w="2929890" h="682625">
                  <a:moveTo>
                    <a:pt x="695712" y="682228"/>
                  </a:moveTo>
                  <a:lnTo>
                    <a:pt x="676662" y="682228"/>
                  </a:lnTo>
                  <a:lnTo>
                    <a:pt x="676662" y="663178"/>
                  </a:lnTo>
                  <a:lnTo>
                    <a:pt x="695712" y="663178"/>
                  </a:lnTo>
                  <a:lnTo>
                    <a:pt x="695712" y="682228"/>
                  </a:lnTo>
                  <a:close/>
                </a:path>
                <a:path w="2929890" h="682625">
                  <a:moveTo>
                    <a:pt x="657612" y="682228"/>
                  </a:moveTo>
                  <a:lnTo>
                    <a:pt x="638562" y="682228"/>
                  </a:lnTo>
                  <a:lnTo>
                    <a:pt x="638562" y="663178"/>
                  </a:lnTo>
                  <a:lnTo>
                    <a:pt x="657612" y="663178"/>
                  </a:lnTo>
                  <a:lnTo>
                    <a:pt x="657612" y="682228"/>
                  </a:lnTo>
                  <a:close/>
                </a:path>
                <a:path w="2929890" h="682625">
                  <a:moveTo>
                    <a:pt x="619512" y="682228"/>
                  </a:moveTo>
                  <a:lnTo>
                    <a:pt x="600462" y="682228"/>
                  </a:lnTo>
                  <a:lnTo>
                    <a:pt x="600462" y="663178"/>
                  </a:lnTo>
                  <a:lnTo>
                    <a:pt x="619512" y="663178"/>
                  </a:lnTo>
                  <a:lnTo>
                    <a:pt x="619512" y="682228"/>
                  </a:lnTo>
                  <a:close/>
                </a:path>
                <a:path w="2929890" h="682625">
                  <a:moveTo>
                    <a:pt x="581412" y="682228"/>
                  </a:moveTo>
                  <a:lnTo>
                    <a:pt x="562362" y="682228"/>
                  </a:lnTo>
                  <a:lnTo>
                    <a:pt x="562362" y="663178"/>
                  </a:lnTo>
                  <a:lnTo>
                    <a:pt x="581412" y="663178"/>
                  </a:lnTo>
                  <a:lnTo>
                    <a:pt x="581412" y="682228"/>
                  </a:lnTo>
                  <a:close/>
                </a:path>
                <a:path w="2929890" h="682625">
                  <a:moveTo>
                    <a:pt x="543312" y="682228"/>
                  </a:moveTo>
                  <a:lnTo>
                    <a:pt x="524262" y="682228"/>
                  </a:lnTo>
                  <a:lnTo>
                    <a:pt x="524262" y="663178"/>
                  </a:lnTo>
                  <a:lnTo>
                    <a:pt x="543312" y="663178"/>
                  </a:lnTo>
                  <a:lnTo>
                    <a:pt x="543312" y="682228"/>
                  </a:lnTo>
                  <a:close/>
                </a:path>
                <a:path w="2929890" h="682625">
                  <a:moveTo>
                    <a:pt x="505212" y="682228"/>
                  </a:moveTo>
                  <a:lnTo>
                    <a:pt x="486162" y="682228"/>
                  </a:lnTo>
                  <a:lnTo>
                    <a:pt x="486162" y="663178"/>
                  </a:lnTo>
                  <a:lnTo>
                    <a:pt x="505212" y="663178"/>
                  </a:lnTo>
                  <a:lnTo>
                    <a:pt x="505212" y="682228"/>
                  </a:lnTo>
                  <a:close/>
                </a:path>
                <a:path w="2929890" h="682625">
                  <a:moveTo>
                    <a:pt x="467112" y="682228"/>
                  </a:moveTo>
                  <a:lnTo>
                    <a:pt x="448062" y="682228"/>
                  </a:lnTo>
                  <a:lnTo>
                    <a:pt x="448062" y="663178"/>
                  </a:lnTo>
                  <a:lnTo>
                    <a:pt x="467112" y="663178"/>
                  </a:lnTo>
                  <a:lnTo>
                    <a:pt x="467112" y="682228"/>
                  </a:lnTo>
                  <a:close/>
                </a:path>
                <a:path w="2929890" h="682625">
                  <a:moveTo>
                    <a:pt x="429012" y="682228"/>
                  </a:moveTo>
                  <a:lnTo>
                    <a:pt x="409962" y="682228"/>
                  </a:lnTo>
                  <a:lnTo>
                    <a:pt x="409962" y="663178"/>
                  </a:lnTo>
                  <a:lnTo>
                    <a:pt x="429012" y="663178"/>
                  </a:lnTo>
                  <a:lnTo>
                    <a:pt x="429012" y="682228"/>
                  </a:lnTo>
                  <a:close/>
                </a:path>
                <a:path w="2929890" h="682625">
                  <a:moveTo>
                    <a:pt x="390912" y="682228"/>
                  </a:moveTo>
                  <a:lnTo>
                    <a:pt x="371862" y="682228"/>
                  </a:lnTo>
                  <a:lnTo>
                    <a:pt x="371862" y="663178"/>
                  </a:lnTo>
                  <a:lnTo>
                    <a:pt x="390912" y="663178"/>
                  </a:lnTo>
                  <a:lnTo>
                    <a:pt x="390912" y="682228"/>
                  </a:lnTo>
                  <a:close/>
                </a:path>
                <a:path w="2929890" h="682625">
                  <a:moveTo>
                    <a:pt x="352812" y="682228"/>
                  </a:moveTo>
                  <a:lnTo>
                    <a:pt x="333762" y="682228"/>
                  </a:lnTo>
                  <a:lnTo>
                    <a:pt x="333762" y="663178"/>
                  </a:lnTo>
                  <a:lnTo>
                    <a:pt x="352812" y="663178"/>
                  </a:lnTo>
                  <a:lnTo>
                    <a:pt x="352812" y="682228"/>
                  </a:lnTo>
                  <a:close/>
                </a:path>
                <a:path w="2929890" h="682625">
                  <a:moveTo>
                    <a:pt x="314712" y="682228"/>
                  </a:moveTo>
                  <a:lnTo>
                    <a:pt x="295662" y="682228"/>
                  </a:lnTo>
                  <a:lnTo>
                    <a:pt x="295662" y="663178"/>
                  </a:lnTo>
                  <a:lnTo>
                    <a:pt x="314712" y="663178"/>
                  </a:lnTo>
                  <a:lnTo>
                    <a:pt x="314712" y="682228"/>
                  </a:lnTo>
                  <a:close/>
                </a:path>
                <a:path w="2929890" h="682625">
                  <a:moveTo>
                    <a:pt x="276612" y="682228"/>
                  </a:moveTo>
                  <a:lnTo>
                    <a:pt x="257562" y="682228"/>
                  </a:lnTo>
                  <a:lnTo>
                    <a:pt x="257562" y="663178"/>
                  </a:lnTo>
                  <a:lnTo>
                    <a:pt x="276612" y="663178"/>
                  </a:lnTo>
                  <a:lnTo>
                    <a:pt x="276612" y="682228"/>
                  </a:lnTo>
                  <a:close/>
                </a:path>
                <a:path w="2929890" h="682625">
                  <a:moveTo>
                    <a:pt x="238512" y="682228"/>
                  </a:moveTo>
                  <a:lnTo>
                    <a:pt x="219462" y="682228"/>
                  </a:lnTo>
                  <a:lnTo>
                    <a:pt x="219462" y="663178"/>
                  </a:lnTo>
                  <a:lnTo>
                    <a:pt x="238512" y="663178"/>
                  </a:lnTo>
                  <a:lnTo>
                    <a:pt x="238512" y="682228"/>
                  </a:lnTo>
                  <a:close/>
                </a:path>
                <a:path w="2929890" h="682625">
                  <a:moveTo>
                    <a:pt x="200412" y="682228"/>
                  </a:moveTo>
                  <a:lnTo>
                    <a:pt x="181362" y="682228"/>
                  </a:lnTo>
                  <a:lnTo>
                    <a:pt x="181362" y="663178"/>
                  </a:lnTo>
                  <a:lnTo>
                    <a:pt x="200412" y="663178"/>
                  </a:lnTo>
                  <a:lnTo>
                    <a:pt x="200412" y="682228"/>
                  </a:lnTo>
                  <a:close/>
                </a:path>
                <a:path w="2929890" h="682625">
                  <a:moveTo>
                    <a:pt x="162312" y="682228"/>
                  </a:moveTo>
                  <a:lnTo>
                    <a:pt x="143262" y="682228"/>
                  </a:lnTo>
                  <a:lnTo>
                    <a:pt x="143262" y="663178"/>
                  </a:lnTo>
                  <a:lnTo>
                    <a:pt x="162312" y="663178"/>
                  </a:lnTo>
                  <a:lnTo>
                    <a:pt x="162312" y="682228"/>
                  </a:lnTo>
                  <a:close/>
                </a:path>
                <a:path w="2929890" h="682625">
                  <a:moveTo>
                    <a:pt x="124212" y="682228"/>
                  </a:moveTo>
                  <a:lnTo>
                    <a:pt x="105162" y="682228"/>
                  </a:lnTo>
                  <a:lnTo>
                    <a:pt x="105162" y="663178"/>
                  </a:lnTo>
                  <a:lnTo>
                    <a:pt x="124212" y="663178"/>
                  </a:lnTo>
                  <a:lnTo>
                    <a:pt x="124212" y="682228"/>
                  </a:lnTo>
                  <a:close/>
                </a:path>
                <a:path w="2929890" h="682625">
                  <a:moveTo>
                    <a:pt x="86112" y="682228"/>
                  </a:moveTo>
                  <a:lnTo>
                    <a:pt x="67062" y="682228"/>
                  </a:lnTo>
                  <a:lnTo>
                    <a:pt x="67062" y="663178"/>
                  </a:lnTo>
                  <a:lnTo>
                    <a:pt x="86112" y="663178"/>
                  </a:lnTo>
                  <a:lnTo>
                    <a:pt x="86112" y="682228"/>
                  </a:lnTo>
                  <a:close/>
                </a:path>
                <a:path w="2929890" h="682625">
                  <a:moveTo>
                    <a:pt x="48012" y="682228"/>
                  </a:moveTo>
                  <a:lnTo>
                    <a:pt x="47617" y="682228"/>
                  </a:lnTo>
                  <a:lnTo>
                    <a:pt x="38284" y="681304"/>
                  </a:lnTo>
                  <a:lnTo>
                    <a:pt x="29395" y="678603"/>
                  </a:lnTo>
                  <a:lnTo>
                    <a:pt x="29003" y="678394"/>
                  </a:lnTo>
                  <a:lnTo>
                    <a:pt x="36440" y="660900"/>
                  </a:lnTo>
                  <a:lnTo>
                    <a:pt x="40011" y="662419"/>
                  </a:lnTo>
                  <a:lnTo>
                    <a:pt x="43737" y="663178"/>
                  </a:lnTo>
                  <a:lnTo>
                    <a:pt x="48012" y="663178"/>
                  </a:lnTo>
                  <a:lnTo>
                    <a:pt x="48012" y="682228"/>
                  </a:lnTo>
                  <a:close/>
                </a:path>
                <a:path w="2929890" h="682625">
                  <a:moveTo>
                    <a:pt x="13115" y="667267"/>
                  </a:moveTo>
                  <a:lnTo>
                    <a:pt x="8000" y="661029"/>
                  </a:lnTo>
                  <a:lnTo>
                    <a:pt x="3624" y="652833"/>
                  </a:lnTo>
                  <a:lnTo>
                    <a:pt x="3004" y="650793"/>
                  </a:lnTo>
                  <a:lnTo>
                    <a:pt x="20761" y="644351"/>
                  </a:lnTo>
                  <a:lnTo>
                    <a:pt x="22112" y="648074"/>
                  </a:lnTo>
                  <a:lnTo>
                    <a:pt x="24148" y="651373"/>
                  </a:lnTo>
                  <a:lnTo>
                    <a:pt x="26869" y="654247"/>
                  </a:lnTo>
                  <a:lnTo>
                    <a:pt x="13115" y="667267"/>
                  </a:lnTo>
                  <a:close/>
                </a:path>
                <a:path w="2929890" h="682625">
                  <a:moveTo>
                    <a:pt x="19049" y="631695"/>
                  </a:moveTo>
                  <a:lnTo>
                    <a:pt x="0" y="631695"/>
                  </a:lnTo>
                  <a:lnTo>
                    <a:pt x="0" y="612645"/>
                  </a:lnTo>
                  <a:lnTo>
                    <a:pt x="19049" y="612645"/>
                  </a:lnTo>
                  <a:lnTo>
                    <a:pt x="19049" y="631695"/>
                  </a:lnTo>
                  <a:close/>
                </a:path>
                <a:path w="2929890" h="682625">
                  <a:moveTo>
                    <a:pt x="19049" y="593595"/>
                  </a:moveTo>
                  <a:lnTo>
                    <a:pt x="0" y="593595"/>
                  </a:lnTo>
                  <a:lnTo>
                    <a:pt x="0" y="574545"/>
                  </a:lnTo>
                  <a:lnTo>
                    <a:pt x="19049" y="574545"/>
                  </a:lnTo>
                  <a:lnTo>
                    <a:pt x="19049" y="593595"/>
                  </a:lnTo>
                  <a:close/>
                </a:path>
                <a:path w="2929890" h="682625">
                  <a:moveTo>
                    <a:pt x="19049" y="555495"/>
                  </a:moveTo>
                  <a:lnTo>
                    <a:pt x="0" y="555495"/>
                  </a:lnTo>
                  <a:lnTo>
                    <a:pt x="0" y="536445"/>
                  </a:lnTo>
                  <a:lnTo>
                    <a:pt x="19049" y="536445"/>
                  </a:lnTo>
                  <a:lnTo>
                    <a:pt x="19049" y="555495"/>
                  </a:lnTo>
                  <a:close/>
                </a:path>
                <a:path w="2929890" h="682625">
                  <a:moveTo>
                    <a:pt x="19049" y="517395"/>
                  </a:moveTo>
                  <a:lnTo>
                    <a:pt x="0" y="517395"/>
                  </a:lnTo>
                  <a:lnTo>
                    <a:pt x="0" y="498345"/>
                  </a:lnTo>
                  <a:lnTo>
                    <a:pt x="19049" y="498345"/>
                  </a:lnTo>
                  <a:lnTo>
                    <a:pt x="19049" y="517395"/>
                  </a:lnTo>
                  <a:close/>
                </a:path>
                <a:path w="2929890" h="682625">
                  <a:moveTo>
                    <a:pt x="19049" y="479295"/>
                  </a:moveTo>
                  <a:lnTo>
                    <a:pt x="0" y="479295"/>
                  </a:lnTo>
                  <a:lnTo>
                    <a:pt x="0" y="460245"/>
                  </a:lnTo>
                  <a:lnTo>
                    <a:pt x="19049" y="460245"/>
                  </a:lnTo>
                  <a:lnTo>
                    <a:pt x="19049" y="479295"/>
                  </a:lnTo>
                  <a:close/>
                </a:path>
                <a:path w="2929890" h="682625">
                  <a:moveTo>
                    <a:pt x="19049" y="441195"/>
                  </a:moveTo>
                  <a:lnTo>
                    <a:pt x="0" y="441195"/>
                  </a:lnTo>
                  <a:lnTo>
                    <a:pt x="0" y="422145"/>
                  </a:lnTo>
                  <a:lnTo>
                    <a:pt x="19049" y="422145"/>
                  </a:lnTo>
                  <a:lnTo>
                    <a:pt x="19049" y="441195"/>
                  </a:lnTo>
                  <a:close/>
                </a:path>
                <a:path w="2929890" h="682625">
                  <a:moveTo>
                    <a:pt x="19049" y="403095"/>
                  </a:moveTo>
                  <a:lnTo>
                    <a:pt x="0" y="403095"/>
                  </a:lnTo>
                  <a:lnTo>
                    <a:pt x="0" y="384045"/>
                  </a:lnTo>
                  <a:lnTo>
                    <a:pt x="19049" y="384045"/>
                  </a:lnTo>
                  <a:lnTo>
                    <a:pt x="19049" y="403095"/>
                  </a:lnTo>
                  <a:close/>
                </a:path>
                <a:path w="2929890" h="682625">
                  <a:moveTo>
                    <a:pt x="19049" y="364995"/>
                  </a:moveTo>
                  <a:lnTo>
                    <a:pt x="0" y="364995"/>
                  </a:lnTo>
                  <a:lnTo>
                    <a:pt x="0" y="345945"/>
                  </a:lnTo>
                  <a:lnTo>
                    <a:pt x="19049" y="345945"/>
                  </a:lnTo>
                  <a:lnTo>
                    <a:pt x="19049" y="364995"/>
                  </a:lnTo>
                  <a:close/>
                </a:path>
                <a:path w="2929890" h="682625">
                  <a:moveTo>
                    <a:pt x="19049" y="326895"/>
                  </a:moveTo>
                  <a:lnTo>
                    <a:pt x="0" y="326895"/>
                  </a:lnTo>
                  <a:lnTo>
                    <a:pt x="0" y="307845"/>
                  </a:lnTo>
                  <a:lnTo>
                    <a:pt x="19049" y="307845"/>
                  </a:lnTo>
                  <a:lnTo>
                    <a:pt x="19049" y="326895"/>
                  </a:lnTo>
                  <a:close/>
                </a:path>
                <a:path w="2929890" h="682625">
                  <a:moveTo>
                    <a:pt x="19049" y="288795"/>
                  </a:moveTo>
                  <a:lnTo>
                    <a:pt x="0" y="288795"/>
                  </a:lnTo>
                  <a:lnTo>
                    <a:pt x="0" y="269745"/>
                  </a:lnTo>
                  <a:lnTo>
                    <a:pt x="19049" y="269745"/>
                  </a:lnTo>
                  <a:lnTo>
                    <a:pt x="19049" y="288795"/>
                  </a:lnTo>
                  <a:close/>
                </a:path>
                <a:path w="2929890" h="682625">
                  <a:moveTo>
                    <a:pt x="19049" y="250695"/>
                  </a:moveTo>
                  <a:lnTo>
                    <a:pt x="0" y="250695"/>
                  </a:lnTo>
                  <a:lnTo>
                    <a:pt x="0" y="231645"/>
                  </a:lnTo>
                  <a:lnTo>
                    <a:pt x="19049" y="231645"/>
                  </a:lnTo>
                  <a:lnTo>
                    <a:pt x="19049" y="250695"/>
                  </a:lnTo>
                  <a:close/>
                </a:path>
                <a:path w="2929890" h="682625">
                  <a:moveTo>
                    <a:pt x="19049" y="212595"/>
                  </a:moveTo>
                  <a:lnTo>
                    <a:pt x="0" y="212595"/>
                  </a:lnTo>
                  <a:lnTo>
                    <a:pt x="0" y="193545"/>
                  </a:lnTo>
                  <a:lnTo>
                    <a:pt x="19049" y="193545"/>
                  </a:lnTo>
                  <a:lnTo>
                    <a:pt x="19049" y="212595"/>
                  </a:lnTo>
                  <a:close/>
                </a:path>
                <a:path w="2929890" h="682625">
                  <a:moveTo>
                    <a:pt x="19049" y="174495"/>
                  </a:moveTo>
                  <a:lnTo>
                    <a:pt x="0" y="174495"/>
                  </a:lnTo>
                  <a:lnTo>
                    <a:pt x="0" y="155445"/>
                  </a:lnTo>
                  <a:lnTo>
                    <a:pt x="19049" y="155445"/>
                  </a:lnTo>
                  <a:lnTo>
                    <a:pt x="19049" y="174495"/>
                  </a:lnTo>
                  <a:close/>
                </a:path>
                <a:path w="2929890" h="682625">
                  <a:moveTo>
                    <a:pt x="19049" y="136395"/>
                  </a:moveTo>
                  <a:lnTo>
                    <a:pt x="0" y="136395"/>
                  </a:lnTo>
                  <a:lnTo>
                    <a:pt x="0" y="117345"/>
                  </a:lnTo>
                  <a:lnTo>
                    <a:pt x="19049" y="117345"/>
                  </a:lnTo>
                  <a:lnTo>
                    <a:pt x="19049" y="136395"/>
                  </a:lnTo>
                  <a:close/>
                </a:path>
                <a:path w="2929890" h="682625">
                  <a:moveTo>
                    <a:pt x="19049" y="98295"/>
                  </a:moveTo>
                  <a:lnTo>
                    <a:pt x="0" y="98295"/>
                  </a:lnTo>
                  <a:lnTo>
                    <a:pt x="0" y="79245"/>
                  </a:lnTo>
                  <a:lnTo>
                    <a:pt x="19049" y="79245"/>
                  </a:lnTo>
                  <a:lnTo>
                    <a:pt x="19049" y="98295"/>
                  </a:lnTo>
                  <a:close/>
                </a:path>
                <a:path w="2929890" h="682625">
                  <a:moveTo>
                    <a:pt x="19049" y="60195"/>
                  </a:moveTo>
                  <a:lnTo>
                    <a:pt x="0" y="60195"/>
                  </a:lnTo>
                  <a:lnTo>
                    <a:pt x="0" y="47617"/>
                  </a:lnTo>
                  <a:lnTo>
                    <a:pt x="656" y="40979"/>
                  </a:lnTo>
                  <a:lnTo>
                    <a:pt x="19330" y="43618"/>
                  </a:lnTo>
                  <a:lnTo>
                    <a:pt x="19143" y="44944"/>
                  </a:lnTo>
                  <a:lnTo>
                    <a:pt x="19049" y="60195"/>
                  </a:lnTo>
                  <a:close/>
                </a:path>
                <a:path w="2929890" h="682625">
                  <a:moveTo>
                    <a:pt x="23250" y="32704"/>
                  </a:moveTo>
                  <a:lnTo>
                    <a:pt x="7125" y="22837"/>
                  </a:lnTo>
                  <a:lnTo>
                    <a:pt x="8000" y="21199"/>
                  </a:lnTo>
                  <a:lnTo>
                    <a:pt x="13946" y="13946"/>
                  </a:lnTo>
                  <a:lnTo>
                    <a:pt x="20417" y="8641"/>
                  </a:lnTo>
                  <a:lnTo>
                    <a:pt x="31268" y="24190"/>
                  </a:lnTo>
                  <a:lnTo>
                    <a:pt x="29890" y="25152"/>
                  </a:lnTo>
                  <a:lnTo>
                    <a:pt x="28606" y="26227"/>
                  </a:lnTo>
                  <a:lnTo>
                    <a:pt x="25818" y="29015"/>
                  </a:lnTo>
                  <a:lnTo>
                    <a:pt x="24429" y="30778"/>
                  </a:lnTo>
                  <a:lnTo>
                    <a:pt x="23250" y="32704"/>
                  </a:lnTo>
                  <a:close/>
                </a:path>
                <a:path w="2929890" h="682625">
                  <a:moveTo>
                    <a:pt x="41924" y="19622"/>
                  </a:moveTo>
                  <a:lnTo>
                    <a:pt x="38120" y="923"/>
                  </a:lnTo>
                  <a:lnTo>
                    <a:pt x="38284" y="923"/>
                  </a:lnTo>
                  <a:lnTo>
                    <a:pt x="47617" y="0"/>
                  </a:lnTo>
                  <a:lnTo>
                    <a:pt x="66667" y="0"/>
                  </a:lnTo>
                  <a:lnTo>
                    <a:pt x="66667" y="19049"/>
                  </a:lnTo>
                  <a:lnTo>
                    <a:pt x="45699" y="19049"/>
                  </a:lnTo>
                  <a:lnTo>
                    <a:pt x="43801" y="19240"/>
                  </a:lnTo>
                  <a:lnTo>
                    <a:pt x="41924" y="19622"/>
                  </a:lnTo>
                  <a:close/>
                </a:path>
              </a:pathLst>
            </a:custGeom>
            <a:solidFill>
              <a:srgbClr val="737373"/>
            </a:solidFill>
          </p:spPr>
          <p:txBody>
            <a:bodyPr wrap="square" lIns="0" tIns="0" rIns="0" bIns="0" rtlCol="0"/>
            <a:lstStyle/>
            <a:p>
              <a:endParaRPr dirty="0"/>
            </a:p>
          </p:txBody>
        </p:sp>
        <p:sp>
          <p:nvSpPr>
            <p:cNvPr id="101" name="object 101"/>
            <p:cNvSpPr/>
            <p:nvPr/>
          </p:nvSpPr>
          <p:spPr>
            <a:xfrm>
              <a:off x="6426558" y="3645494"/>
              <a:ext cx="386080" cy="396875"/>
            </a:xfrm>
            <a:custGeom>
              <a:avLst/>
              <a:gdLst/>
              <a:ahLst/>
              <a:cxnLst/>
              <a:rect l="l" t="t" r="r" b="b"/>
              <a:pathLst>
                <a:path w="386079" h="396875">
                  <a:moveTo>
                    <a:pt x="348704" y="261528"/>
                  </a:moveTo>
                  <a:lnTo>
                    <a:pt x="348704" y="301153"/>
                  </a:lnTo>
                  <a:lnTo>
                    <a:pt x="344552" y="321719"/>
                  </a:lnTo>
                  <a:lnTo>
                    <a:pt x="333229" y="338513"/>
                  </a:lnTo>
                  <a:lnTo>
                    <a:pt x="316436" y="349835"/>
                  </a:lnTo>
                  <a:lnTo>
                    <a:pt x="295870" y="353987"/>
                  </a:lnTo>
                  <a:lnTo>
                    <a:pt x="258886" y="353987"/>
                  </a:lnTo>
                </a:path>
                <a:path w="386079" h="396875">
                  <a:moveTo>
                    <a:pt x="0" y="261528"/>
                  </a:moveTo>
                  <a:lnTo>
                    <a:pt x="0" y="301153"/>
                  </a:lnTo>
                  <a:lnTo>
                    <a:pt x="4151" y="321719"/>
                  </a:lnTo>
                  <a:lnTo>
                    <a:pt x="15474" y="338513"/>
                  </a:lnTo>
                  <a:lnTo>
                    <a:pt x="32268" y="349835"/>
                  </a:lnTo>
                  <a:lnTo>
                    <a:pt x="52833" y="353987"/>
                  </a:lnTo>
                  <a:lnTo>
                    <a:pt x="87176" y="353987"/>
                  </a:lnTo>
                </a:path>
                <a:path w="386079" h="396875">
                  <a:moveTo>
                    <a:pt x="0" y="84534"/>
                  </a:moveTo>
                  <a:lnTo>
                    <a:pt x="0" y="52833"/>
                  </a:lnTo>
                  <a:lnTo>
                    <a:pt x="4151" y="32268"/>
                  </a:lnTo>
                  <a:lnTo>
                    <a:pt x="15474" y="15474"/>
                  </a:lnTo>
                  <a:lnTo>
                    <a:pt x="32268" y="4151"/>
                  </a:lnTo>
                  <a:lnTo>
                    <a:pt x="52833" y="0"/>
                  </a:lnTo>
                  <a:lnTo>
                    <a:pt x="87176" y="0"/>
                  </a:lnTo>
                </a:path>
                <a:path w="386079" h="396875">
                  <a:moveTo>
                    <a:pt x="348704" y="84534"/>
                  </a:moveTo>
                  <a:lnTo>
                    <a:pt x="348704" y="52833"/>
                  </a:lnTo>
                  <a:lnTo>
                    <a:pt x="344552" y="32268"/>
                  </a:lnTo>
                  <a:lnTo>
                    <a:pt x="333229" y="15474"/>
                  </a:lnTo>
                  <a:lnTo>
                    <a:pt x="316436" y="4151"/>
                  </a:lnTo>
                  <a:lnTo>
                    <a:pt x="295870" y="0"/>
                  </a:lnTo>
                  <a:lnTo>
                    <a:pt x="258886" y="0"/>
                  </a:lnTo>
                </a:path>
                <a:path w="386079" h="396875">
                  <a:moveTo>
                    <a:pt x="0" y="206712"/>
                  </a:moveTo>
                  <a:lnTo>
                    <a:pt x="0" y="139349"/>
                  </a:lnTo>
                </a:path>
                <a:path w="386079" h="396875">
                  <a:moveTo>
                    <a:pt x="348704" y="206712"/>
                  </a:moveTo>
                  <a:lnTo>
                    <a:pt x="348704" y="139349"/>
                  </a:lnTo>
                </a:path>
                <a:path w="386079" h="396875">
                  <a:moveTo>
                    <a:pt x="202750" y="0"/>
                  </a:moveTo>
                  <a:lnTo>
                    <a:pt x="138028" y="0"/>
                  </a:lnTo>
                </a:path>
                <a:path w="386079" h="396875">
                  <a:moveTo>
                    <a:pt x="202750" y="353987"/>
                  </a:moveTo>
                  <a:lnTo>
                    <a:pt x="138028" y="353987"/>
                  </a:lnTo>
                </a:path>
                <a:path w="386079" h="396875">
                  <a:moveTo>
                    <a:pt x="79250" y="237752"/>
                  </a:moveTo>
                  <a:lnTo>
                    <a:pt x="143095" y="112055"/>
                  </a:lnTo>
                  <a:lnTo>
                    <a:pt x="143467" y="111318"/>
                  </a:lnTo>
                  <a:lnTo>
                    <a:pt x="144065" y="110949"/>
                  </a:lnTo>
                  <a:lnTo>
                    <a:pt x="144891" y="110951"/>
                  </a:lnTo>
                  <a:lnTo>
                    <a:pt x="145673" y="110951"/>
                  </a:lnTo>
                  <a:lnTo>
                    <a:pt x="146387" y="111400"/>
                  </a:lnTo>
                  <a:lnTo>
                    <a:pt x="146719" y="112108"/>
                  </a:lnTo>
                  <a:lnTo>
                    <a:pt x="206052" y="237752"/>
                  </a:lnTo>
                </a:path>
                <a:path w="386079" h="396875">
                  <a:moveTo>
                    <a:pt x="110951" y="206052"/>
                  </a:moveTo>
                  <a:lnTo>
                    <a:pt x="169068" y="206052"/>
                  </a:lnTo>
                </a:path>
                <a:path w="386079" h="396875">
                  <a:moveTo>
                    <a:pt x="264169" y="237752"/>
                  </a:moveTo>
                  <a:lnTo>
                    <a:pt x="264169" y="110951"/>
                  </a:lnTo>
                </a:path>
                <a:path w="386079" h="396875">
                  <a:moveTo>
                    <a:pt x="348704" y="258886"/>
                  </a:moveTo>
                  <a:lnTo>
                    <a:pt x="385688" y="258886"/>
                  </a:lnTo>
                </a:path>
                <a:path w="386079" h="396875">
                  <a:moveTo>
                    <a:pt x="89817" y="353987"/>
                  </a:moveTo>
                  <a:lnTo>
                    <a:pt x="89817" y="396254"/>
                  </a:lnTo>
                </a:path>
              </a:pathLst>
            </a:custGeom>
            <a:ln w="31700">
              <a:solidFill>
                <a:srgbClr val="1B1B1B"/>
              </a:solidFill>
            </a:ln>
          </p:spPr>
          <p:txBody>
            <a:bodyPr wrap="square" lIns="0" tIns="0" rIns="0" bIns="0" rtlCol="0"/>
            <a:lstStyle/>
            <a:p>
              <a:endParaRPr/>
            </a:p>
          </p:txBody>
        </p:sp>
        <p:sp>
          <p:nvSpPr>
            <p:cNvPr id="102" name="object 102"/>
            <p:cNvSpPr/>
            <p:nvPr/>
          </p:nvSpPr>
          <p:spPr>
            <a:xfrm>
              <a:off x="6384290" y="3904381"/>
              <a:ext cx="42545" cy="0"/>
            </a:xfrm>
            <a:custGeom>
              <a:avLst/>
              <a:gdLst/>
              <a:ahLst/>
              <a:cxnLst/>
              <a:rect l="l" t="t" r="r" b="b"/>
              <a:pathLst>
                <a:path w="42545">
                  <a:moveTo>
                    <a:pt x="42267" y="0"/>
                  </a:moveTo>
                  <a:lnTo>
                    <a:pt x="0" y="0"/>
                  </a:lnTo>
                </a:path>
              </a:pathLst>
            </a:custGeom>
            <a:ln w="31700">
              <a:solidFill>
                <a:srgbClr val="1B1B1B"/>
              </a:solidFill>
            </a:ln>
          </p:spPr>
          <p:txBody>
            <a:bodyPr wrap="square" lIns="0" tIns="0" rIns="0" bIns="0" rtlCol="0"/>
            <a:lstStyle/>
            <a:p>
              <a:endParaRPr/>
            </a:p>
          </p:txBody>
        </p:sp>
        <p:sp>
          <p:nvSpPr>
            <p:cNvPr id="103" name="object 103"/>
            <p:cNvSpPr/>
            <p:nvPr/>
          </p:nvSpPr>
          <p:spPr>
            <a:xfrm>
              <a:off x="6516375" y="3603227"/>
              <a:ext cx="0" cy="42545"/>
            </a:xfrm>
            <a:custGeom>
              <a:avLst/>
              <a:gdLst/>
              <a:ahLst/>
              <a:cxnLst/>
              <a:rect l="l" t="t" r="r" b="b"/>
              <a:pathLst>
                <a:path h="42545">
                  <a:moveTo>
                    <a:pt x="0" y="42267"/>
                  </a:moveTo>
                  <a:lnTo>
                    <a:pt x="0" y="0"/>
                  </a:lnTo>
                </a:path>
              </a:pathLst>
            </a:custGeom>
            <a:ln w="31700">
              <a:solidFill>
                <a:srgbClr val="1B1B1B"/>
              </a:solidFill>
            </a:ln>
          </p:spPr>
          <p:txBody>
            <a:bodyPr wrap="square" lIns="0" tIns="0" rIns="0" bIns="0" rtlCol="0"/>
            <a:lstStyle/>
            <a:p>
              <a:endParaRPr/>
            </a:p>
          </p:txBody>
        </p:sp>
        <p:sp>
          <p:nvSpPr>
            <p:cNvPr id="104" name="object 104"/>
            <p:cNvSpPr/>
            <p:nvPr/>
          </p:nvSpPr>
          <p:spPr>
            <a:xfrm>
              <a:off x="6775262" y="3730028"/>
              <a:ext cx="37465" cy="0"/>
            </a:xfrm>
            <a:custGeom>
              <a:avLst/>
              <a:gdLst/>
              <a:ahLst/>
              <a:cxnLst/>
              <a:rect l="l" t="t" r="r" b="b"/>
              <a:pathLst>
                <a:path w="37465">
                  <a:moveTo>
                    <a:pt x="0" y="0"/>
                  </a:moveTo>
                  <a:lnTo>
                    <a:pt x="36983" y="0"/>
                  </a:lnTo>
                </a:path>
              </a:pathLst>
            </a:custGeom>
            <a:ln w="31700">
              <a:solidFill>
                <a:srgbClr val="1B1B1B"/>
              </a:solidFill>
            </a:ln>
          </p:spPr>
          <p:txBody>
            <a:bodyPr wrap="square" lIns="0" tIns="0" rIns="0" bIns="0" rtlCol="0"/>
            <a:lstStyle/>
            <a:p>
              <a:endParaRPr/>
            </a:p>
          </p:txBody>
        </p:sp>
        <p:sp>
          <p:nvSpPr>
            <p:cNvPr id="105" name="object 105"/>
            <p:cNvSpPr/>
            <p:nvPr/>
          </p:nvSpPr>
          <p:spPr>
            <a:xfrm>
              <a:off x="6685444" y="3999482"/>
              <a:ext cx="0" cy="42545"/>
            </a:xfrm>
            <a:custGeom>
              <a:avLst/>
              <a:gdLst/>
              <a:ahLst/>
              <a:cxnLst/>
              <a:rect l="l" t="t" r="r" b="b"/>
              <a:pathLst>
                <a:path h="42545">
                  <a:moveTo>
                    <a:pt x="0" y="0"/>
                  </a:moveTo>
                  <a:lnTo>
                    <a:pt x="0" y="42267"/>
                  </a:lnTo>
                </a:path>
              </a:pathLst>
            </a:custGeom>
            <a:ln w="31700">
              <a:solidFill>
                <a:srgbClr val="1B1B1B"/>
              </a:solidFill>
            </a:ln>
          </p:spPr>
          <p:txBody>
            <a:bodyPr wrap="square" lIns="0" tIns="0" rIns="0" bIns="0" rtlCol="0"/>
            <a:lstStyle/>
            <a:p>
              <a:endParaRPr/>
            </a:p>
          </p:txBody>
        </p:sp>
        <p:sp>
          <p:nvSpPr>
            <p:cNvPr id="106" name="object 106"/>
            <p:cNvSpPr/>
            <p:nvPr/>
          </p:nvSpPr>
          <p:spPr>
            <a:xfrm>
              <a:off x="6331456" y="3545110"/>
              <a:ext cx="539115" cy="544195"/>
            </a:xfrm>
            <a:custGeom>
              <a:avLst/>
              <a:gdLst/>
              <a:ahLst/>
              <a:cxnLst/>
              <a:rect l="l" t="t" r="r" b="b"/>
              <a:pathLst>
                <a:path w="539115" h="544195">
                  <a:moveTo>
                    <a:pt x="464939" y="290586"/>
                  </a:moveTo>
                  <a:lnTo>
                    <a:pt x="449088" y="290586"/>
                  </a:lnTo>
                  <a:lnTo>
                    <a:pt x="449088" y="258886"/>
                  </a:lnTo>
                  <a:lnTo>
                    <a:pt x="464939" y="258886"/>
                  </a:lnTo>
                  <a:lnTo>
                    <a:pt x="464939" y="290586"/>
                  </a:lnTo>
                  <a:close/>
                </a:path>
                <a:path w="539115" h="544195">
                  <a:moveTo>
                    <a:pt x="523056" y="290586"/>
                  </a:moveTo>
                  <a:lnTo>
                    <a:pt x="464939" y="290586"/>
                  </a:lnTo>
                  <a:lnTo>
                    <a:pt x="464939" y="258886"/>
                  </a:lnTo>
                  <a:lnTo>
                    <a:pt x="523056" y="258886"/>
                  </a:lnTo>
                  <a:lnTo>
                    <a:pt x="523056" y="290586"/>
                  </a:lnTo>
                  <a:close/>
                </a:path>
                <a:path w="539115" h="544195">
                  <a:moveTo>
                    <a:pt x="525158" y="290586"/>
                  </a:moveTo>
                  <a:lnTo>
                    <a:pt x="523056" y="290586"/>
                  </a:lnTo>
                  <a:lnTo>
                    <a:pt x="523056" y="258886"/>
                  </a:lnTo>
                  <a:lnTo>
                    <a:pt x="525158" y="258886"/>
                  </a:lnTo>
                  <a:lnTo>
                    <a:pt x="527180" y="259288"/>
                  </a:lnTo>
                  <a:lnTo>
                    <a:pt x="538906" y="272634"/>
                  </a:lnTo>
                  <a:lnTo>
                    <a:pt x="538906" y="276838"/>
                  </a:lnTo>
                  <a:lnTo>
                    <a:pt x="525158" y="290586"/>
                  </a:lnTo>
                  <a:close/>
                </a:path>
                <a:path w="539115" h="544195">
                  <a:moveTo>
                    <a:pt x="266271" y="544189"/>
                  </a:moveTo>
                  <a:lnTo>
                    <a:pt x="262068" y="544189"/>
                  </a:lnTo>
                  <a:lnTo>
                    <a:pt x="260046" y="543787"/>
                  </a:lnTo>
                  <a:lnTo>
                    <a:pt x="248319" y="530441"/>
                  </a:lnTo>
                  <a:lnTo>
                    <a:pt x="248319" y="454372"/>
                  </a:lnTo>
                  <a:lnTo>
                    <a:pt x="280020" y="454372"/>
                  </a:lnTo>
                  <a:lnTo>
                    <a:pt x="280020" y="530441"/>
                  </a:lnTo>
                  <a:lnTo>
                    <a:pt x="266271" y="544189"/>
                  </a:lnTo>
                  <a:close/>
                </a:path>
                <a:path w="539115" h="544195">
                  <a:moveTo>
                    <a:pt x="15850" y="290586"/>
                  </a:moveTo>
                  <a:lnTo>
                    <a:pt x="13748" y="290586"/>
                  </a:lnTo>
                  <a:lnTo>
                    <a:pt x="11726" y="290184"/>
                  </a:lnTo>
                  <a:lnTo>
                    <a:pt x="0" y="276838"/>
                  </a:lnTo>
                  <a:lnTo>
                    <a:pt x="0" y="272634"/>
                  </a:lnTo>
                  <a:lnTo>
                    <a:pt x="13748" y="258886"/>
                  </a:lnTo>
                  <a:lnTo>
                    <a:pt x="15850" y="258886"/>
                  </a:lnTo>
                  <a:lnTo>
                    <a:pt x="15850" y="290586"/>
                  </a:lnTo>
                  <a:close/>
                </a:path>
                <a:path w="539115" h="544195">
                  <a:moveTo>
                    <a:pt x="73967" y="290586"/>
                  </a:moveTo>
                  <a:lnTo>
                    <a:pt x="15850" y="290586"/>
                  </a:lnTo>
                  <a:lnTo>
                    <a:pt x="15850" y="258886"/>
                  </a:lnTo>
                  <a:lnTo>
                    <a:pt x="73967" y="258886"/>
                  </a:lnTo>
                  <a:lnTo>
                    <a:pt x="73967" y="290586"/>
                  </a:lnTo>
                  <a:close/>
                </a:path>
                <a:path w="539115" h="544195">
                  <a:moveTo>
                    <a:pt x="89817" y="290586"/>
                  </a:moveTo>
                  <a:lnTo>
                    <a:pt x="73967" y="290586"/>
                  </a:lnTo>
                  <a:lnTo>
                    <a:pt x="73967" y="258886"/>
                  </a:lnTo>
                  <a:lnTo>
                    <a:pt x="89817" y="258886"/>
                  </a:lnTo>
                  <a:lnTo>
                    <a:pt x="89817" y="290586"/>
                  </a:lnTo>
                  <a:close/>
                </a:path>
                <a:path w="539115" h="544195">
                  <a:moveTo>
                    <a:pt x="280020" y="89817"/>
                  </a:moveTo>
                  <a:lnTo>
                    <a:pt x="248319" y="89817"/>
                  </a:lnTo>
                  <a:lnTo>
                    <a:pt x="248319" y="13748"/>
                  </a:lnTo>
                  <a:lnTo>
                    <a:pt x="262068" y="0"/>
                  </a:lnTo>
                  <a:lnTo>
                    <a:pt x="266271" y="0"/>
                  </a:lnTo>
                  <a:lnTo>
                    <a:pt x="280020" y="89817"/>
                  </a:lnTo>
                  <a:close/>
                </a:path>
              </a:pathLst>
            </a:custGeom>
            <a:solidFill>
              <a:srgbClr val="1B1B1B"/>
            </a:solidFill>
          </p:spPr>
          <p:txBody>
            <a:bodyPr wrap="square" lIns="0" tIns="0" rIns="0" bIns="0" rtlCol="0"/>
            <a:lstStyle/>
            <a:p>
              <a:endParaRPr/>
            </a:p>
          </p:txBody>
        </p:sp>
        <p:sp>
          <p:nvSpPr>
            <p:cNvPr id="107" name="object 107"/>
            <p:cNvSpPr/>
            <p:nvPr/>
          </p:nvSpPr>
          <p:spPr>
            <a:xfrm>
              <a:off x="6384290" y="3730028"/>
              <a:ext cx="42545" cy="0"/>
            </a:xfrm>
            <a:custGeom>
              <a:avLst/>
              <a:gdLst/>
              <a:ahLst/>
              <a:cxnLst/>
              <a:rect l="l" t="t" r="r" b="b"/>
              <a:pathLst>
                <a:path w="42545">
                  <a:moveTo>
                    <a:pt x="42267" y="0"/>
                  </a:moveTo>
                  <a:lnTo>
                    <a:pt x="0" y="0"/>
                  </a:lnTo>
                </a:path>
              </a:pathLst>
            </a:custGeom>
            <a:ln w="31700">
              <a:solidFill>
                <a:srgbClr val="1B1B1B"/>
              </a:solidFill>
            </a:ln>
          </p:spPr>
          <p:txBody>
            <a:bodyPr wrap="square" lIns="0" tIns="0" rIns="0" bIns="0" rtlCol="0"/>
            <a:lstStyle/>
            <a:p>
              <a:endParaRPr/>
            </a:p>
          </p:txBody>
        </p:sp>
        <p:sp>
          <p:nvSpPr>
            <p:cNvPr id="108" name="object 108"/>
            <p:cNvSpPr/>
            <p:nvPr/>
          </p:nvSpPr>
          <p:spPr>
            <a:xfrm>
              <a:off x="6685444" y="3603227"/>
              <a:ext cx="0" cy="42545"/>
            </a:xfrm>
            <a:custGeom>
              <a:avLst/>
              <a:gdLst/>
              <a:ahLst/>
              <a:cxnLst/>
              <a:rect l="l" t="t" r="r" b="b"/>
              <a:pathLst>
                <a:path h="42545">
                  <a:moveTo>
                    <a:pt x="0" y="42267"/>
                  </a:moveTo>
                  <a:lnTo>
                    <a:pt x="0" y="0"/>
                  </a:lnTo>
                </a:path>
              </a:pathLst>
            </a:custGeom>
            <a:ln w="31700">
              <a:solidFill>
                <a:srgbClr val="1B1B1B"/>
              </a:solidFill>
            </a:ln>
          </p:spPr>
          <p:txBody>
            <a:bodyPr wrap="square" lIns="0" tIns="0" rIns="0" bIns="0" rtlCol="0"/>
            <a:lstStyle/>
            <a:p>
              <a:endParaRPr/>
            </a:p>
          </p:txBody>
        </p:sp>
        <p:pic>
          <p:nvPicPr>
            <p:cNvPr id="109" name="object 109"/>
            <p:cNvPicPr/>
            <p:nvPr/>
          </p:nvPicPr>
          <p:blipFill>
            <a:blip r:embed="rId28" cstate="print"/>
            <a:stretch>
              <a:fillRect/>
            </a:stretch>
          </p:blipFill>
          <p:spPr>
            <a:xfrm>
              <a:off x="16492476" y="4469800"/>
              <a:ext cx="619124" cy="619124"/>
            </a:xfrm>
            <a:prstGeom prst="rect">
              <a:avLst/>
            </a:prstGeom>
          </p:spPr>
        </p:pic>
        <p:sp>
          <p:nvSpPr>
            <p:cNvPr id="110" name="object 110"/>
            <p:cNvSpPr/>
            <p:nvPr/>
          </p:nvSpPr>
          <p:spPr>
            <a:xfrm>
              <a:off x="10966556" y="3461617"/>
              <a:ext cx="2929890" cy="759739"/>
            </a:xfrm>
            <a:custGeom>
              <a:avLst/>
              <a:gdLst/>
              <a:ahLst/>
              <a:cxnLst/>
              <a:rect l="l" t="t" r="r" b="b"/>
              <a:pathLst>
                <a:path w="2929890" h="682625">
                  <a:moveTo>
                    <a:pt x="104767" y="19049"/>
                  </a:moveTo>
                  <a:lnTo>
                    <a:pt x="85717" y="19049"/>
                  </a:lnTo>
                  <a:lnTo>
                    <a:pt x="85717" y="0"/>
                  </a:lnTo>
                  <a:lnTo>
                    <a:pt x="104767" y="0"/>
                  </a:lnTo>
                  <a:lnTo>
                    <a:pt x="104767" y="19049"/>
                  </a:lnTo>
                  <a:close/>
                </a:path>
                <a:path w="2929890" h="682625">
                  <a:moveTo>
                    <a:pt x="142867" y="19049"/>
                  </a:moveTo>
                  <a:lnTo>
                    <a:pt x="123817" y="19049"/>
                  </a:lnTo>
                  <a:lnTo>
                    <a:pt x="123817" y="0"/>
                  </a:lnTo>
                  <a:lnTo>
                    <a:pt x="142867" y="0"/>
                  </a:lnTo>
                  <a:lnTo>
                    <a:pt x="142867" y="19049"/>
                  </a:lnTo>
                  <a:close/>
                </a:path>
                <a:path w="2929890" h="682625">
                  <a:moveTo>
                    <a:pt x="180967" y="19049"/>
                  </a:moveTo>
                  <a:lnTo>
                    <a:pt x="161917" y="19049"/>
                  </a:lnTo>
                  <a:lnTo>
                    <a:pt x="161917" y="0"/>
                  </a:lnTo>
                  <a:lnTo>
                    <a:pt x="180967" y="0"/>
                  </a:lnTo>
                  <a:lnTo>
                    <a:pt x="180967" y="19049"/>
                  </a:lnTo>
                  <a:close/>
                </a:path>
                <a:path w="2929890" h="682625">
                  <a:moveTo>
                    <a:pt x="219067" y="19049"/>
                  </a:moveTo>
                  <a:lnTo>
                    <a:pt x="200017" y="19049"/>
                  </a:lnTo>
                  <a:lnTo>
                    <a:pt x="200017" y="0"/>
                  </a:lnTo>
                  <a:lnTo>
                    <a:pt x="219067" y="0"/>
                  </a:lnTo>
                  <a:lnTo>
                    <a:pt x="219067" y="19049"/>
                  </a:lnTo>
                  <a:close/>
                </a:path>
                <a:path w="2929890" h="682625">
                  <a:moveTo>
                    <a:pt x="257167" y="19049"/>
                  </a:moveTo>
                  <a:lnTo>
                    <a:pt x="238117" y="19049"/>
                  </a:lnTo>
                  <a:lnTo>
                    <a:pt x="238117" y="0"/>
                  </a:lnTo>
                  <a:lnTo>
                    <a:pt x="257167" y="0"/>
                  </a:lnTo>
                  <a:lnTo>
                    <a:pt x="257167" y="19049"/>
                  </a:lnTo>
                  <a:close/>
                </a:path>
                <a:path w="2929890" h="682625">
                  <a:moveTo>
                    <a:pt x="295267" y="19049"/>
                  </a:moveTo>
                  <a:lnTo>
                    <a:pt x="276217" y="19049"/>
                  </a:lnTo>
                  <a:lnTo>
                    <a:pt x="276217" y="0"/>
                  </a:lnTo>
                  <a:lnTo>
                    <a:pt x="295267" y="0"/>
                  </a:lnTo>
                  <a:lnTo>
                    <a:pt x="295267" y="19049"/>
                  </a:lnTo>
                  <a:close/>
                </a:path>
                <a:path w="2929890" h="682625">
                  <a:moveTo>
                    <a:pt x="333367" y="19049"/>
                  </a:moveTo>
                  <a:lnTo>
                    <a:pt x="314317" y="19049"/>
                  </a:lnTo>
                  <a:lnTo>
                    <a:pt x="314317" y="0"/>
                  </a:lnTo>
                  <a:lnTo>
                    <a:pt x="333367" y="0"/>
                  </a:lnTo>
                  <a:lnTo>
                    <a:pt x="333367" y="19049"/>
                  </a:lnTo>
                  <a:close/>
                </a:path>
                <a:path w="2929890" h="682625">
                  <a:moveTo>
                    <a:pt x="371467" y="19049"/>
                  </a:moveTo>
                  <a:lnTo>
                    <a:pt x="352417" y="19049"/>
                  </a:lnTo>
                  <a:lnTo>
                    <a:pt x="352417" y="0"/>
                  </a:lnTo>
                  <a:lnTo>
                    <a:pt x="371467" y="0"/>
                  </a:lnTo>
                  <a:lnTo>
                    <a:pt x="371467" y="19049"/>
                  </a:lnTo>
                  <a:close/>
                </a:path>
                <a:path w="2929890" h="682625">
                  <a:moveTo>
                    <a:pt x="409567" y="19049"/>
                  </a:moveTo>
                  <a:lnTo>
                    <a:pt x="390517" y="19049"/>
                  </a:lnTo>
                  <a:lnTo>
                    <a:pt x="390517" y="0"/>
                  </a:lnTo>
                  <a:lnTo>
                    <a:pt x="409567" y="0"/>
                  </a:lnTo>
                  <a:lnTo>
                    <a:pt x="409567" y="19049"/>
                  </a:lnTo>
                  <a:close/>
                </a:path>
                <a:path w="2929890" h="682625">
                  <a:moveTo>
                    <a:pt x="447667" y="19049"/>
                  </a:moveTo>
                  <a:lnTo>
                    <a:pt x="428617" y="19049"/>
                  </a:lnTo>
                  <a:lnTo>
                    <a:pt x="428617" y="0"/>
                  </a:lnTo>
                  <a:lnTo>
                    <a:pt x="447667" y="0"/>
                  </a:lnTo>
                  <a:lnTo>
                    <a:pt x="447667" y="19049"/>
                  </a:lnTo>
                  <a:close/>
                </a:path>
                <a:path w="2929890" h="682625">
                  <a:moveTo>
                    <a:pt x="485767" y="19049"/>
                  </a:moveTo>
                  <a:lnTo>
                    <a:pt x="466717" y="19049"/>
                  </a:lnTo>
                  <a:lnTo>
                    <a:pt x="466717" y="0"/>
                  </a:lnTo>
                  <a:lnTo>
                    <a:pt x="485767" y="0"/>
                  </a:lnTo>
                  <a:lnTo>
                    <a:pt x="485767" y="19049"/>
                  </a:lnTo>
                  <a:close/>
                </a:path>
                <a:path w="2929890" h="682625">
                  <a:moveTo>
                    <a:pt x="523867" y="19049"/>
                  </a:moveTo>
                  <a:lnTo>
                    <a:pt x="504817" y="19049"/>
                  </a:lnTo>
                  <a:lnTo>
                    <a:pt x="504817" y="0"/>
                  </a:lnTo>
                  <a:lnTo>
                    <a:pt x="523867" y="0"/>
                  </a:lnTo>
                  <a:lnTo>
                    <a:pt x="523867" y="19049"/>
                  </a:lnTo>
                  <a:close/>
                </a:path>
                <a:path w="2929890" h="682625">
                  <a:moveTo>
                    <a:pt x="561967" y="19049"/>
                  </a:moveTo>
                  <a:lnTo>
                    <a:pt x="542917" y="19049"/>
                  </a:lnTo>
                  <a:lnTo>
                    <a:pt x="542917" y="0"/>
                  </a:lnTo>
                  <a:lnTo>
                    <a:pt x="561967" y="0"/>
                  </a:lnTo>
                  <a:lnTo>
                    <a:pt x="561967" y="19049"/>
                  </a:lnTo>
                  <a:close/>
                </a:path>
                <a:path w="2929890" h="682625">
                  <a:moveTo>
                    <a:pt x="600067" y="19049"/>
                  </a:moveTo>
                  <a:lnTo>
                    <a:pt x="581017" y="19049"/>
                  </a:lnTo>
                  <a:lnTo>
                    <a:pt x="581017" y="0"/>
                  </a:lnTo>
                  <a:lnTo>
                    <a:pt x="600067" y="0"/>
                  </a:lnTo>
                  <a:lnTo>
                    <a:pt x="600067" y="19049"/>
                  </a:lnTo>
                  <a:close/>
                </a:path>
                <a:path w="2929890" h="682625">
                  <a:moveTo>
                    <a:pt x="638167" y="19049"/>
                  </a:moveTo>
                  <a:lnTo>
                    <a:pt x="619117" y="19049"/>
                  </a:lnTo>
                  <a:lnTo>
                    <a:pt x="619117" y="0"/>
                  </a:lnTo>
                  <a:lnTo>
                    <a:pt x="638167" y="0"/>
                  </a:lnTo>
                  <a:lnTo>
                    <a:pt x="638167" y="19049"/>
                  </a:lnTo>
                  <a:close/>
                </a:path>
                <a:path w="2929890" h="682625">
                  <a:moveTo>
                    <a:pt x="676267" y="19049"/>
                  </a:moveTo>
                  <a:lnTo>
                    <a:pt x="657217" y="19049"/>
                  </a:lnTo>
                  <a:lnTo>
                    <a:pt x="657217" y="0"/>
                  </a:lnTo>
                  <a:lnTo>
                    <a:pt x="676267" y="0"/>
                  </a:lnTo>
                  <a:lnTo>
                    <a:pt x="676267" y="19049"/>
                  </a:lnTo>
                  <a:close/>
                </a:path>
                <a:path w="2929890" h="682625">
                  <a:moveTo>
                    <a:pt x="714367" y="19049"/>
                  </a:moveTo>
                  <a:lnTo>
                    <a:pt x="695317" y="19049"/>
                  </a:lnTo>
                  <a:lnTo>
                    <a:pt x="695317" y="0"/>
                  </a:lnTo>
                  <a:lnTo>
                    <a:pt x="714367" y="0"/>
                  </a:lnTo>
                  <a:lnTo>
                    <a:pt x="714367" y="19049"/>
                  </a:lnTo>
                  <a:close/>
                </a:path>
                <a:path w="2929890" h="682625">
                  <a:moveTo>
                    <a:pt x="752467" y="19049"/>
                  </a:moveTo>
                  <a:lnTo>
                    <a:pt x="733417" y="19049"/>
                  </a:lnTo>
                  <a:lnTo>
                    <a:pt x="733417" y="0"/>
                  </a:lnTo>
                  <a:lnTo>
                    <a:pt x="752467" y="0"/>
                  </a:lnTo>
                  <a:lnTo>
                    <a:pt x="752467" y="19049"/>
                  </a:lnTo>
                  <a:close/>
                </a:path>
                <a:path w="2929890" h="682625">
                  <a:moveTo>
                    <a:pt x="790567" y="19049"/>
                  </a:moveTo>
                  <a:lnTo>
                    <a:pt x="771517" y="19049"/>
                  </a:lnTo>
                  <a:lnTo>
                    <a:pt x="771517" y="0"/>
                  </a:lnTo>
                  <a:lnTo>
                    <a:pt x="790567" y="0"/>
                  </a:lnTo>
                  <a:lnTo>
                    <a:pt x="790567" y="19049"/>
                  </a:lnTo>
                  <a:close/>
                </a:path>
                <a:path w="2929890" h="682625">
                  <a:moveTo>
                    <a:pt x="828667" y="19049"/>
                  </a:moveTo>
                  <a:lnTo>
                    <a:pt x="809617" y="19049"/>
                  </a:lnTo>
                  <a:lnTo>
                    <a:pt x="809617" y="0"/>
                  </a:lnTo>
                  <a:lnTo>
                    <a:pt x="828667" y="0"/>
                  </a:lnTo>
                  <a:lnTo>
                    <a:pt x="828667" y="19049"/>
                  </a:lnTo>
                  <a:close/>
                </a:path>
                <a:path w="2929890" h="682625">
                  <a:moveTo>
                    <a:pt x="866767" y="19049"/>
                  </a:moveTo>
                  <a:lnTo>
                    <a:pt x="847717" y="19049"/>
                  </a:lnTo>
                  <a:lnTo>
                    <a:pt x="847717" y="0"/>
                  </a:lnTo>
                  <a:lnTo>
                    <a:pt x="866767" y="0"/>
                  </a:lnTo>
                  <a:lnTo>
                    <a:pt x="866767" y="19049"/>
                  </a:lnTo>
                  <a:close/>
                </a:path>
                <a:path w="2929890" h="682625">
                  <a:moveTo>
                    <a:pt x="904867" y="19049"/>
                  </a:moveTo>
                  <a:lnTo>
                    <a:pt x="885817" y="19049"/>
                  </a:lnTo>
                  <a:lnTo>
                    <a:pt x="885817" y="0"/>
                  </a:lnTo>
                  <a:lnTo>
                    <a:pt x="904867" y="0"/>
                  </a:lnTo>
                  <a:lnTo>
                    <a:pt x="904867" y="19049"/>
                  </a:lnTo>
                  <a:close/>
                </a:path>
                <a:path w="2929890" h="682625">
                  <a:moveTo>
                    <a:pt x="942967" y="19049"/>
                  </a:moveTo>
                  <a:lnTo>
                    <a:pt x="923917" y="19049"/>
                  </a:lnTo>
                  <a:lnTo>
                    <a:pt x="923917" y="0"/>
                  </a:lnTo>
                  <a:lnTo>
                    <a:pt x="942967" y="0"/>
                  </a:lnTo>
                  <a:lnTo>
                    <a:pt x="942967" y="19049"/>
                  </a:lnTo>
                  <a:close/>
                </a:path>
                <a:path w="2929890" h="682625">
                  <a:moveTo>
                    <a:pt x="981067" y="19049"/>
                  </a:moveTo>
                  <a:lnTo>
                    <a:pt x="962017" y="19049"/>
                  </a:lnTo>
                  <a:lnTo>
                    <a:pt x="962017" y="0"/>
                  </a:lnTo>
                  <a:lnTo>
                    <a:pt x="981067" y="0"/>
                  </a:lnTo>
                  <a:lnTo>
                    <a:pt x="981067" y="19049"/>
                  </a:lnTo>
                  <a:close/>
                </a:path>
                <a:path w="2929890" h="682625">
                  <a:moveTo>
                    <a:pt x="1019167" y="19049"/>
                  </a:moveTo>
                  <a:lnTo>
                    <a:pt x="1000117" y="19049"/>
                  </a:lnTo>
                  <a:lnTo>
                    <a:pt x="1000117" y="0"/>
                  </a:lnTo>
                  <a:lnTo>
                    <a:pt x="1019167" y="0"/>
                  </a:lnTo>
                  <a:lnTo>
                    <a:pt x="1019167" y="19049"/>
                  </a:lnTo>
                  <a:close/>
                </a:path>
                <a:path w="2929890" h="682625">
                  <a:moveTo>
                    <a:pt x="1057267" y="19049"/>
                  </a:moveTo>
                  <a:lnTo>
                    <a:pt x="1038217" y="19049"/>
                  </a:lnTo>
                  <a:lnTo>
                    <a:pt x="1038217" y="0"/>
                  </a:lnTo>
                  <a:lnTo>
                    <a:pt x="1057267" y="0"/>
                  </a:lnTo>
                  <a:lnTo>
                    <a:pt x="1057267" y="19049"/>
                  </a:lnTo>
                  <a:close/>
                </a:path>
                <a:path w="2929890" h="682625">
                  <a:moveTo>
                    <a:pt x="1095367" y="19049"/>
                  </a:moveTo>
                  <a:lnTo>
                    <a:pt x="1076317" y="19049"/>
                  </a:lnTo>
                  <a:lnTo>
                    <a:pt x="1076317" y="0"/>
                  </a:lnTo>
                  <a:lnTo>
                    <a:pt x="1095367" y="0"/>
                  </a:lnTo>
                  <a:lnTo>
                    <a:pt x="1095367" y="19049"/>
                  </a:lnTo>
                  <a:close/>
                </a:path>
                <a:path w="2929890" h="682625">
                  <a:moveTo>
                    <a:pt x="1133467" y="19049"/>
                  </a:moveTo>
                  <a:lnTo>
                    <a:pt x="1114417" y="19049"/>
                  </a:lnTo>
                  <a:lnTo>
                    <a:pt x="1114417" y="0"/>
                  </a:lnTo>
                  <a:lnTo>
                    <a:pt x="1133467" y="0"/>
                  </a:lnTo>
                  <a:lnTo>
                    <a:pt x="1133467" y="19049"/>
                  </a:lnTo>
                  <a:close/>
                </a:path>
                <a:path w="2929890" h="682625">
                  <a:moveTo>
                    <a:pt x="1171567" y="19049"/>
                  </a:moveTo>
                  <a:lnTo>
                    <a:pt x="1152517" y="19049"/>
                  </a:lnTo>
                  <a:lnTo>
                    <a:pt x="1152517" y="0"/>
                  </a:lnTo>
                  <a:lnTo>
                    <a:pt x="1171567" y="0"/>
                  </a:lnTo>
                  <a:lnTo>
                    <a:pt x="1171567" y="19049"/>
                  </a:lnTo>
                  <a:close/>
                </a:path>
                <a:path w="2929890" h="682625">
                  <a:moveTo>
                    <a:pt x="1209667" y="19049"/>
                  </a:moveTo>
                  <a:lnTo>
                    <a:pt x="1190617" y="19049"/>
                  </a:lnTo>
                  <a:lnTo>
                    <a:pt x="1190617" y="0"/>
                  </a:lnTo>
                  <a:lnTo>
                    <a:pt x="1209667" y="0"/>
                  </a:lnTo>
                  <a:lnTo>
                    <a:pt x="1209667" y="19049"/>
                  </a:lnTo>
                  <a:close/>
                </a:path>
                <a:path w="2929890" h="682625">
                  <a:moveTo>
                    <a:pt x="1247767" y="19049"/>
                  </a:moveTo>
                  <a:lnTo>
                    <a:pt x="1228717" y="19049"/>
                  </a:lnTo>
                  <a:lnTo>
                    <a:pt x="1228717" y="0"/>
                  </a:lnTo>
                  <a:lnTo>
                    <a:pt x="1247767" y="0"/>
                  </a:lnTo>
                  <a:lnTo>
                    <a:pt x="1247767" y="19049"/>
                  </a:lnTo>
                  <a:close/>
                </a:path>
                <a:path w="2929890" h="682625">
                  <a:moveTo>
                    <a:pt x="1285867" y="19049"/>
                  </a:moveTo>
                  <a:lnTo>
                    <a:pt x="1266817" y="19049"/>
                  </a:lnTo>
                  <a:lnTo>
                    <a:pt x="1266817" y="0"/>
                  </a:lnTo>
                  <a:lnTo>
                    <a:pt x="1285867" y="0"/>
                  </a:lnTo>
                  <a:lnTo>
                    <a:pt x="1285867" y="19049"/>
                  </a:lnTo>
                  <a:close/>
                </a:path>
                <a:path w="2929890" h="682625">
                  <a:moveTo>
                    <a:pt x="1323967" y="19049"/>
                  </a:moveTo>
                  <a:lnTo>
                    <a:pt x="1304917" y="19049"/>
                  </a:lnTo>
                  <a:lnTo>
                    <a:pt x="1304917" y="0"/>
                  </a:lnTo>
                  <a:lnTo>
                    <a:pt x="1323967" y="0"/>
                  </a:lnTo>
                  <a:lnTo>
                    <a:pt x="1323967" y="19049"/>
                  </a:lnTo>
                  <a:close/>
                </a:path>
                <a:path w="2929890" h="682625">
                  <a:moveTo>
                    <a:pt x="1362067" y="19049"/>
                  </a:moveTo>
                  <a:lnTo>
                    <a:pt x="1343017" y="19049"/>
                  </a:lnTo>
                  <a:lnTo>
                    <a:pt x="1343017" y="0"/>
                  </a:lnTo>
                  <a:lnTo>
                    <a:pt x="1362067" y="0"/>
                  </a:lnTo>
                  <a:lnTo>
                    <a:pt x="1362067" y="19049"/>
                  </a:lnTo>
                  <a:close/>
                </a:path>
                <a:path w="2929890" h="682625">
                  <a:moveTo>
                    <a:pt x="1400167" y="19049"/>
                  </a:moveTo>
                  <a:lnTo>
                    <a:pt x="1381117" y="19049"/>
                  </a:lnTo>
                  <a:lnTo>
                    <a:pt x="1381117" y="0"/>
                  </a:lnTo>
                  <a:lnTo>
                    <a:pt x="1400167" y="0"/>
                  </a:lnTo>
                  <a:lnTo>
                    <a:pt x="1400167" y="19049"/>
                  </a:lnTo>
                  <a:close/>
                </a:path>
                <a:path w="2929890" h="682625">
                  <a:moveTo>
                    <a:pt x="1438267" y="19049"/>
                  </a:moveTo>
                  <a:lnTo>
                    <a:pt x="1419217" y="19049"/>
                  </a:lnTo>
                  <a:lnTo>
                    <a:pt x="1419217" y="0"/>
                  </a:lnTo>
                  <a:lnTo>
                    <a:pt x="1438267" y="0"/>
                  </a:lnTo>
                  <a:lnTo>
                    <a:pt x="1438267" y="19049"/>
                  </a:lnTo>
                  <a:close/>
                </a:path>
                <a:path w="2929890" h="682625">
                  <a:moveTo>
                    <a:pt x="1476367" y="19049"/>
                  </a:moveTo>
                  <a:lnTo>
                    <a:pt x="1457317" y="19049"/>
                  </a:lnTo>
                  <a:lnTo>
                    <a:pt x="1457317" y="0"/>
                  </a:lnTo>
                  <a:lnTo>
                    <a:pt x="1476367" y="0"/>
                  </a:lnTo>
                  <a:lnTo>
                    <a:pt x="1476367" y="19049"/>
                  </a:lnTo>
                  <a:close/>
                </a:path>
                <a:path w="2929890" h="682625">
                  <a:moveTo>
                    <a:pt x="1514467" y="19049"/>
                  </a:moveTo>
                  <a:lnTo>
                    <a:pt x="1495417" y="19049"/>
                  </a:lnTo>
                  <a:lnTo>
                    <a:pt x="1495417" y="0"/>
                  </a:lnTo>
                  <a:lnTo>
                    <a:pt x="1514467" y="0"/>
                  </a:lnTo>
                  <a:lnTo>
                    <a:pt x="1514467" y="19049"/>
                  </a:lnTo>
                  <a:close/>
                </a:path>
                <a:path w="2929890" h="682625">
                  <a:moveTo>
                    <a:pt x="1552567" y="19049"/>
                  </a:moveTo>
                  <a:lnTo>
                    <a:pt x="1533517" y="19049"/>
                  </a:lnTo>
                  <a:lnTo>
                    <a:pt x="1533517" y="0"/>
                  </a:lnTo>
                  <a:lnTo>
                    <a:pt x="1552567" y="0"/>
                  </a:lnTo>
                  <a:lnTo>
                    <a:pt x="1552567" y="19049"/>
                  </a:lnTo>
                  <a:close/>
                </a:path>
                <a:path w="2929890" h="682625">
                  <a:moveTo>
                    <a:pt x="1590667" y="19049"/>
                  </a:moveTo>
                  <a:lnTo>
                    <a:pt x="1571617" y="19049"/>
                  </a:lnTo>
                  <a:lnTo>
                    <a:pt x="1571617" y="0"/>
                  </a:lnTo>
                  <a:lnTo>
                    <a:pt x="1590667" y="0"/>
                  </a:lnTo>
                  <a:lnTo>
                    <a:pt x="1590667" y="19049"/>
                  </a:lnTo>
                  <a:close/>
                </a:path>
                <a:path w="2929890" h="682625">
                  <a:moveTo>
                    <a:pt x="1628767" y="19049"/>
                  </a:moveTo>
                  <a:lnTo>
                    <a:pt x="1609717" y="19049"/>
                  </a:lnTo>
                  <a:lnTo>
                    <a:pt x="1609717" y="0"/>
                  </a:lnTo>
                  <a:lnTo>
                    <a:pt x="1628767" y="0"/>
                  </a:lnTo>
                  <a:lnTo>
                    <a:pt x="1628767" y="19049"/>
                  </a:lnTo>
                  <a:close/>
                </a:path>
                <a:path w="2929890" h="682625">
                  <a:moveTo>
                    <a:pt x="1666867" y="19049"/>
                  </a:moveTo>
                  <a:lnTo>
                    <a:pt x="1647817" y="19049"/>
                  </a:lnTo>
                  <a:lnTo>
                    <a:pt x="1647817" y="0"/>
                  </a:lnTo>
                  <a:lnTo>
                    <a:pt x="1666867" y="0"/>
                  </a:lnTo>
                  <a:lnTo>
                    <a:pt x="1666867" y="19049"/>
                  </a:lnTo>
                  <a:close/>
                </a:path>
                <a:path w="2929890" h="682625">
                  <a:moveTo>
                    <a:pt x="1704967" y="19049"/>
                  </a:moveTo>
                  <a:lnTo>
                    <a:pt x="1685917" y="19049"/>
                  </a:lnTo>
                  <a:lnTo>
                    <a:pt x="1685917" y="0"/>
                  </a:lnTo>
                  <a:lnTo>
                    <a:pt x="1704967" y="0"/>
                  </a:lnTo>
                  <a:lnTo>
                    <a:pt x="1704967" y="19049"/>
                  </a:lnTo>
                  <a:close/>
                </a:path>
                <a:path w="2929890" h="682625">
                  <a:moveTo>
                    <a:pt x="1743067" y="19049"/>
                  </a:moveTo>
                  <a:lnTo>
                    <a:pt x="1724017" y="19049"/>
                  </a:lnTo>
                  <a:lnTo>
                    <a:pt x="1724017" y="0"/>
                  </a:lnTo>
                  <a:lnTo>
                    <a:pt x="1743067" y="0"/>
                  </a:lnTo>
                  <a:lnTo>
                    <a:pt x="1743067" y="19049"/>
                  </a:lnTo>
                  <a:close/>
                </a:path>
                <a:path w="2929890" h="682625">
                  <a:moveTo>
                    <a:pt x="1781167" y="19049"/>
                  </a:moveTo>
                  <a:lnTo>
                    <a:pt x="1762117" y="19049"/>
                  </a:lnTo>
                  <a:lnTo>
                    <a:pt x="1762117" y="0"/>
                  </a:lnTo>
                  <a:lnTo>
                    <a:pt x="1781167" y="0"/>
                  </a:lnTo>
                  <a:lnTo>
                    <a:pt x="1781167" y="19049"/>
                  </a:lnTo>
                  <a:close/>
                </a:path>
                <a:path w="2929890" h="682625">
                  <a:moveTo>
                    <a:pt x="1819267" y="19049"/>
                  </a:moveTo>
                  <a:lnTo>
                    <a:pt x="1800217" y="19049"/>
                  </a:lnTo>
                  <a:lnTo>
                    <a:pt x="1800217" y="0"/>
                  </a:lnTo>
                  <a:lnTo>
                    <a:pt x="1819267" y="0"/>
                  </a:lnTo>
                  <a:lnTo>
                    <a:pt x="1819267" y="19049"/>
                  </a:lnTo>
                  <a:close/>
                </a:path>
                <a:path w="2929890" h="682625">
                  <a:moveTo>
                    <a:pt x="1857367" y="19049"/>
                  </a:moveTo>
                  <a:lnTo>
                    <a:pt x="1838317" y="19049"/>
                  </a:lnTo>
                  <a:lnTo>
                    <a:pt x="1838317" y="0"/>
                  </a:lnTo>
                  <a:lnTo>
                    <a:pt x="1857367" y="0"/>
                  </a:lnTo>
                  <a:lnTo>
                    <a:pt x="1857367" y="19049"/>
                  </a:lnTo>
                  <a:close/>
                </a:path>
                <a:path w="2929890" h="682625">
                  <a:moveTo>
                    <a:pt x="1895467" y="19049"/>
                  </a:moveTo>
                  <a:lnTo>
                    <a:pt x="1876417" y="19049"/>
                  </a:lnTo>
                  <a:lnTo>
                    <a:pt x="1876417" y="0"/>
                  </a:lnTo>
                  <a:lnTo>
                    <a:pt x="1895467" y="0"/>
                  </a:lnTo>
                  <a:lnTo>
                    <a:pt x="1895467" y="19049"/>
                  </a:lnTo>
                  <a:close/>
                </a:path>
                <a:path w="2929890" h="682625">
                  <a:moveTo>
                    <a:pt x="1933567" y="19049"/>
                  </a:moveTo>
                  <a:lnTo>
                    <a:pt x="1914517" y="19049"/>
                  </a:lnTo>
                  <a:lnTo>
                    <a:pt x="1914517" y="0"/>
                  </a:lnTo>
                  <a:lnTo>
                    <a:pt x="1933567" y="0"/>
                  </a:lnTo>
                  <a:lnTo>
                    <a:pt x="1933567" y="19049"/>
                  </a:lnTo>
                  <a:close/>
                </a:path>
                <a:path w="2929890" h="682625">
                  <a:moveTo>
                    <a:pt x="1971667" y="19049"/>
                  </a:moveTo>
                  <a:lnTo>
                    <a:pt x="1952617" y="19049"/>
                  </a:lnTo>
                  <a:lnTo>
                    <a:pt x="1952617" y="0"/>
                  </a:lnTo>
                  <a:lnTo>
                    <a:pt x="1971667" y="0"/>
                  </a:lnTo>
                  <a:lnTo>
                    <a:pt x="1971667" y="19049"/>
                  </a:lnTo>
                  <a:close/>
                </a:path>
                <a:path w="2929890" h="682625">
                  <a:moveTo>
                    <a:pt x="2009767" y="19049"/>
                  </a:moveTo>
                  <a:lnTo>
                    <a:pt x="1990717" y="19049"/>
                  </a:lnTo>
                  <a:lnTo>
                    <a:pt x="1990717" y="0"/>
                  </a:lnTo>
                  <a:lnTo>
                    <a:pt x="2009767" y="0"/>
                  </a:lnTo>
                  <a:lnTo>
                    <a:pt x="2009767" y="19049"/>
                  </a:lnTo>
                  <a:close/>
                </a:path>
                <a:path w="2929890" h="682625">
                  <a:moveTo>
                    <a:pt x="2047867" y="19049"/>
                  </a:moveTo>
                  <a:lnTo>
                    <a:pt x="2028817" y="19049"/>
                  </a:lnTo>
                  <a:lnTo>
                    <a:pt x="2028817" y="0"/>
                  </a:lnTo>
                  <a:lnTo>
                    <a:pt x="2047867" y="0"/>
                  </a:lnTo>
                  <a:lnTo>
                    <a:pt x="2047867" y="19049"/>
                  </a:lnTo>
                  <a:close/>
                </a:path>
                <a:path w="2929890" h="682625">
                  <a:moveTo>
                    <a:pt x="2085967" y="19049"/>
                  </a:moveTo>
                  <a:lnTo>
                    <a:pt x="2066917" y="19049"/>
                  </a:lnTo>
                  <a:lnTo>
                    <a:pt x="2066917" y="0"/>
                  </a:lnTo>
                  <a:lnTo>
                    <a:pt x="2085967" y="0"/>
                  </a:lnTo>
                  <a:lnTo>
                    <a:pt x="2085967" y="19049"/>
                  </a:lnTo>
                  <a:close/>
                </a:path>
                <a:path w="2929890" h="682625">
                  <a:moveTo>
                    <a:pt x="2124067" y="19049"/>
                  </a:moveTo>
                  <a:lnTo>
                    <a:pt x="2105017" y="19049"/>
                  </a:lnTo>
                  <a:lnTo>
                    <a:pt x="2105017" y="0"/>
                  </a:lnTo>
                  <a:lnTo>
                    <a:pt x="2124067" y="0"/>
                  </a:lnTo>
                  <a:lnTo>
                    <a:pt x="2124067" y="19049"/>
                  </a:lnTo>
                  <a:close/>
                </a:path>
                <a:path w="2929890" h="682625">
                  <a:moveTo>
                    <a:pt x="2162167" y="19049"/>
                  </a:moveTo>
                  <a:lnTo>
                    <a:pt x="2143117" y="19049"/>
                  </a:lnTo>
                  <a:lnTo>
                    <a:pt x="2143117" y="0"/>
                  </a:lnTo>
                  <a:lnTo>
                    <a:pt x="2162167" y="0"/>
                  </a:lnTo>
                  <a:lnTo>
                    <a:pt x="2162167" y="19049"/>
                  </a:lnTo>
                  <a:close/>
                </a:path>
                <a:path w="2929890" h="682625">
                  <a:moveTo>
                    <a:pt x="2200267" y="19049"/>
                  </a:moveTo>
                  <a:lnTo>
                    <a:pt x="2181217" y="19049"/>
                  </a:lnTo>
                  <a:lnTo>
                    <a:pt x="2181217" y="0"/>
                  </a:lnTo>
                  <a:lnTo>
                    <a:pt x="2200267" y="0"/>
                  </a:lnTo>
                  <a:lnTo>
                    <a:pt x="2200267" y="19049"/>
                  </a:lnTo>
                  <a:close/>
                </a:path>
                <a:path w="2929890" h="682625">
                  <a:moveTo>
                    <a:pt x="2238367" y="19049"/>
                  </a:moveTo>
                  <a:lnTo>
                    <a:pt x="2219317" y="19049"/>
                  </a:lnTo>
                  <a:lnTo>
                    <a:pt x="2219317" y="0"/>
                  </a:lnTo>
                  <a:lnTo>
                    <a:pt x="2238367" y="0"/>
                  </a:lnTo>
                  <a:lnTo>
                    <a:pt x="2238367" y="19049"/>
                  </a:lnTo>
                  <a:close/>
                </a:path>
                <a:path w="2929890" h="682625">
                  <a:moveTo>
                    <a:pt x="2276467" y="19049"/>
                  </a:moveTo>
                  <a:lnTo>
                    <a:pt x="2257417" y="19049"/>
                  </a:lnTo>
                  <a:lnTo>
                    <a:pt x="2257417" y="0"/>
                  </a:lnTo>
                  <a:lnTo>
                    <a:pt x="2276467" y="0"/>
                  </a:lnTo>
                  <a:lnTo>
                    <a:pt x="2276467" y="19049"/>
                  </a:lnTo>
                  <a:close/>
                </a:path>
                <a:path w="2929890" h="682625">
                  <a:moveTo>
                    <a:pt x="2314567" y="19049"/>
                  </a:moveTo>
                  <a:lnTo>
                    <a:pt x="2295517" y="19049"/>
                  </a:lnTo>
                  <a:lnTo>
                    <a:pt x="2295517" y="0"/>
                  </a:lnTo>
                  <a:lnTo>
                    <a:pt x="2314567" y="0"/>
                  </a:lnTo>
                  <a:lnTo>
                    <a:pt x="2314567" y="19049"/>
                  </a:lnTo>
                  <a:close/>
                </a:path>
                <a:path w="2929890" h="682625">
                  <a:moveTo>
                    <a:pt x="2352667" y="19049"/>
                  </a:moveTo>
                  <a:lnTo>
                    <a:pt x="2333617" y="19049"/>
                  </a:lnTo>
                  <a:lnTo>
                    <a:pt x="2333617" y="0"/>
                  </a:lnTo>
                  <a:lnTo>
                    <a:pt x="2352667" y="0"/>
                  </a:lnTo>
                  <a:lnTo>
                    <a:pt x="2352667" y="19049"/>
                  </a:lnTo>
                  <a:close/>
                </a:path>
                <a:path w="2929890" h="682625">
                  <a:moveTo>
                    <a:pt x="2390767" y="19049"/>
                  </a:moveTo>
                  <a:lnTo>
                    <a:pt x="2371717" y="19049"/>
                  </a:lnTo>
                  <a:lnTo>
                    <a:pt x="2371717" y="0"/>
                  </a:lnTo>
                  <a:lnTo>
                    <a:pt x="2390767" y="0"/>
                  </a:lnTo>
                  <a:lnTo>
                    <a:pt x="2390767" y="19049"/>
                  </a:lnTo>
                  <a:close/>
                </a:path>
                <a:path w="2929890" h="682625">
                  <a:moveTo>
                    <a:pt x="2428867" y="19049"/>
                  </a:moveTo>
                  <a:lnTo>
                    <a:pt x="2409817" y="19049"/>
                  </a:lnTo>
                  <a:lnTo>
                    <a:pt x="2409817" y="0"/>
                  </a:lnTo>
                  <a:lnTo>
                    <a:pt x="2428867" y="0"/>
                  </a:lnTo>
                  <a:lnTo>
                    <a:pt x="2428867" y="19049"/>
                  </a:lnTo>
                  <a:close/>
                </a:path>
                <a:path w="2929890" h="682625">
                  <a:moveTo>
                    <a:pt x="2466967" y="19049"/>
                  </a:moveTo>
                  <a:lnTo>
                    <a:pt x="2447917" y="19049"/>
                  </a:lnTo>
                  <a:lnTo>
                    <a:pt x="2447917" y="0"/>
                  </a:lnTo>
                  <a:lnTo>
                    <a:pt x="2466967" y="0"/>
                  </a:lnTo>
                  <a:lnTo>
                    <a:pt x="2466967" y="19049"/>
                  </a:lnTo>
                  <a:close/>
                </a:path>
                <a:path w="2929890" h="682625">
                  <a:moveTo>
                    <a:pt x="2505067" y="19049"/>
                  </a:moveTo>
                  <a:lnTo>
                    <a:pt x="2486017" y="19049"/>
                  </a:lnTo>
                  <a:lnTo>
                    <a:pt x="2486017" y="0"/>
                  </a:lnTo>
                  <a:lnTo>
                    <a:pt x="2505067" y="0"/>
                  </a:lnTo>
                  <a:lnTo>
                    <a:pt x="2505067" y="19049"/>
                  </a:lnTo>
                  <a:close/>
                </a:path>
                <a:path w="2929890" h="682625">
                  <a:moveTo>
                    <a:pt x="2543167" y="19049"/>
                  </a:moveTo>
                  <a:lnTo>
                    <a:pt x="2524117" y="19049"/>
                  </a:lnTo>
                  <a:lnTo>
                    <a:pt x="2524117" y="0"/>
                  </a:lnTo>
                  <a:lnTo>
                    <a:pt x="2543167" y="0"/>
                  </a:lnTo>
                  <a:lnTo>
                    <a:pt x="2543167" y="19049"/>
                  </a:lnTo>
                  <a:close/>
                </a:path>
                <a:path w="2929890" h="682625">
                  <a:moveTo>
                    <a:pt x="2581267" y="19049"/>
                  </a:moveTo>
                  <a:lnTo>
                    <a:pt x="2562217" y="19049"/>
                  </a:lnTo>
                  <a:lnTo>
                    <a:pt x="2562217" y="0"/>
                  </a:lnTo>
                  <a:lnTo>
                    <a:pt x="2581267" y="0"/>
                  </a:lnTo>
                  <a:lnTo>
                    <a:pt x="2581267" y="19049"/>
                  </a:lnTo>
                  <a:close/>
                </a:path>
                <a:path w="2929890" h="682625">
                  <a:moveTo>
                    <a:pt x="2619367" y="19049"/>
                  </a:moveTo>
                  <a:lnTo>
                    <a:pt x="2600317" y="19049"/>
                  </a:lnTo>
                  <a:lnTo>
                    <a:pt x="2600317" y="0"/>
                  </a:lnTo>
                  <a:lnTo>
                    <a:pt x="2619367" y="0"/>
                  </a:lnTo>
                  <a:lnTo>
                    <a:pt x="2619367" y="19049"/>
                  </a:lnTo>
                  <a:close/>
                </a:path>
                <a:path w="2929890" h="682625">
                  <a:moveTo>
                    <a:pt x="2657467" y="19049"/>
                  </a:moveTo>
                  <a:lnTo>
                    <a:pt x="2638417" y="19049"/>
                  </a:lnTo>
                  <a:lnTo>
                    <a:pt x="2638417" y="0"/>
                  </a:lnTo>
                  <a:lnTo>
                    <a:pt x="2657467" y="0"/>
                  </a:lnTo>
                  <a:lnTo>
                    <a:pt x="2657467" y="19049"/>
                  </a:lnTo>
                  <a:close/>
                </a:path>
                <a:path w="2929890" h="682625">
                  <a:moveTo>
                    <a:pt x="2695567" y="19049"/>
                  </a:moveTo>
                  <a:lnTo>
                    <a:pt x="2676517" y="19049"/>
                  </a:lnTo>
                  <a:lnTo>
                    <a:pt x="2676517" y="0"/>
                  </a:lnTo>
                  <a:lnTo>
                    <a:pt x="2695567" y="0"/>
                  </a:lnTo>
                  <a:lnTo>
                    <a:pt x="2695567" y="19049"/>
                  </a:lnTo>
                  <a:close/>
                </a:path>
                <a:path w="2929890" h="682625">
                  <a:moveTo>
                    <a:pt x="2733667" y="19049"/>
                  </a:moveTo>
                  <a:lnTo>
                    <a:pt x="2714617" y="19049"/>
                  </a:lnTo>
                  <a:lnTo>
                    <a:pt x="2714617" y="0"/>
                  </a:lnTo>
                  <a:lnTo>
                    <a:pt x="2733667" y="0"/>
                  </a:lnTo>
                  <a:lnTo>
                    <a:pt x="2733667" y="19049"/>
                  </a:lnTo>
                  <a:close/>
                </a:path>
                <a:path w="2929890" h="682625">
                  <a:moveTo>
                    <a:pt x="2771767" y="19049"/>
                  </a:moveTo>
                  <a:lnTo>
                    <a:pt x="2752717" y="19049"/>
                  </a:lnTo>
                  <a:lnTo>
                    <a:pt x="2752717" y="0"/>
                  </a:lnTo>
                  <a:lnTo>
                    <a:pt x="2771767" y="0"/>
                  </a:lnTo>
                  <a:lnTo>
                    <a:pt x="2771767" y="19049"/>
                  </a:lnTo>
                  <a:close/>
                </a:path>
                <a:path w="2929890" h="682625">
                  <a:moveTo>
                    <a:pt x="2809867" y="19049"/>
                  </a:moveTo>
                  <a:lnTo>
                    <a:pt x="2790817" y="19049"/>
                  </a:lnTo>
                  <a:lnTo>
                    <a:pt x="2790817" y="0"/>
                  </a:lnTo>
                  <a:lnTo>
                    <a:pt x="2809867" y="0"/>
                  </a:lnTo>
                  <a:lnTo>
                    <a:pt x="2809867" y="19049"/>
                  </a:lnTo>
                  <a:close/>
                </a:path>
                <a:path w="2929890" h="682625">
                  <a:moveTo>
                    <a:pt x="2847967" y="19049"/>
                  </a:moveTo>
                  <a:lnTo>
                    <a:pt x="2828917" y="19049"/>
                  </a:lnTo>
                  <a:lnTo>
                    <a:pt x="2828917" y="0"/>
                  </a:lnTo>
                  <a:lnTo>
                    <a:pt x="2847967" y="0"/>
                  </a:lnTo>
                  <a:lnTo>
                    <a:pt x="2847967" y="19049"/>
                  </a:lnTo>
                  <a:close/>
                </a:path>
                <a:path w="2929890" h="682625">
                  <a:moveTo>
                    <a:pt x="2884468" y="19049"/>
                  </a:moveTo>
                  <a:lnTo>
                    <a:pt x="2867017" y="19049"/>
                  </a:lnTo>
                  <a:lnTo>
                    <a:pt x="2867017" y="0"/>
                  </a:lnTo>
                  <a:lnTo>
                    <a:pt x="2881828" y="0"/>
                  </a:lnTo>
                  <a:lnTo>
                    <a:pt x="2886188" y="431"/>
                  </a:lnTo>
                  <a:lnTo>
                    <a:pt x="2884468" y="19049"/>
                  </a:lnTo>
                  <a:close/>
                </a:path>
                <a:path w="2929890" h="682625">
                  <a:moveTo>
                    <a:pt x="2904440" y="30159"/>
                  </a:moveTo>
                  <a:lnTo>
                    <a:pt x="2895556" y="22564"/>
                  </a:lnTo>
                  <a:lnTo>
                    <a:pt x="2904602" y="6054"/>
                  </a:lnTo>
                  <a:lnTo>
                    <a:pt x="2908246" y="8000"/>
                  </a:lnTo>
                  <a:lnTo>
                    <a:pt x="2915499" y="13946"/>
                  </a:lnTo>
                  <a:lnTo>
                    <a:pt x="2919352" y="18646"/>
                  </a:lnTo>
                  <a:lnTo>
                    <a:pt x="2904440" y="30159"/>
                  </a:lnTo>
                  <a:close/>
                </a:path>
                <a:path w="2929890" h="682625">
                  <a:moveTo>
                    <a:pt x="2929446" y="55166"/>
                  </a:moveTo>
                  <a:lnTo>
                    <a:pt x="2910395" y="55166"/>
                  </a:lnTo>
                  <a:lnTo>
                    <a:pt x="2910395" y="45236"/>
                  </a:lnTo>
                  <a:lnTo>
                    <a:pt x="2910103" y="42893"/>
                  </a:lnTo>
                  <a:lnTo>
                    <a:pt x="2909517" y="40588"/>
                  </a:lnTo>
                  <a:lnTo>
                    <a:pt x="2927811" y="35943"/>
                  </a:lnTo>
                  <a:lnTo>
                    <a:pt x="2928522" y="38284"/>
                  </a:lnTo>
                  <a:lnTo>
                    <a:pt x="2929446" y="47617"/>
                  </a:lnTo>
                  <a:lnTo>
                    <a:pt x="2929446" y="55166"/>
                  </a:lnTo>
                  <a:close/>
                </a:path>
                <a:path w="2929890" h="682625">
                  <a:moveTo>
                    <a:pt x="2929446" y="93266"/>
                  </a:moveTo>
                  <a:lnTo>
                    <a:pt x="2910395" y="93266"/>
                  </a:lnTo>
                  <a:lnTo>
                    <a:pt x="2910395" y="74216"/>
                  </a:lnTo>
                  <a:lnTo>
                    <a:pt x="2929446" y="74216"/>
                  </a:lnTo>
                  <a:lnTo>
                    <a:pt x="2929446" y="93266"/>
                  </a:lnTo>
                  <a:close/>
                </a:path>
                <a:path w="2929890" h="682625">
                  <a:moveTo>
                    <a:pt x="2929446" y="131366"/>
                  </a:moveTo>
                  <a:lnTo>
                    <a:pt x="2910395" y="131366"/>
                  </a:lnTo>
                  <a:lnTo>
                    <a:pt x="2910395" y="112316"/>
                  </a:lnTo>
                  <a:lnTo>
                    <a:pt x="2929446" y="112316"/>
                  </a:lnTo>
                  <a:lnTo>
                    <a:pt x="2929446" y="131366"/>
                  </a:lnTo>
                  <a:close/>
                </a:path>
                <a:path w="2929890" h="682625">
                  <a:moveTo>
                    <a:pt x="2929446" y="169466"/>
                  </a:moveTo>
                  <a:lnTo>
                    <a:pt x="2910395" y="169466"/>
                  </a:lnTo>
                  <a:lnTo>
                    <a:pt x="2910395" y="150416"/>
                  </a:lnTo>
                  <a:lnTo>
                    <a:pt x="2929446" y="150416"/>
                  </a:lnTo>
                  <a:lnTo>
                    <a:pt x="2929446" y="169466"/>
                  </a:lnTo>
                  <a:close/>
                </a:path>
                <a:path w="2929890" h="682625">
                  <a:moveTo>
                    <a:pt x="2929446" y="207566"/>
                  </a:moveTo>
                  <a:lnTo>
                    <a:pt x="2910395" y="207566"/>
                  </a:lnTo>
                  <a:lnTo>
                    <a:pt x="2910395" y="188516"/>
                  </a:lnTo>
                  <a:lnTo>
                    <a:pt x="2929446" y="188516"/>
                  </a:lnTo>
                  <a:lnTo>
                    <a:pt x="2929446" y="207566"/>
                  </a:lnTo>
                  <a:close/>
                </a:path>
                <a:path w="2929890" h="682625">
                  <a:moveTo>
                    <a:pt x="2929446" y="245666"/>
                  </a:moveTo>
                  <a:lnTo>
                    <a:pt x="2910395" y="245666"/>
                  </a:lnTo>
                  <a:lnTo>
                    <a:pt x="2910395" y="226616"/>
                  </a:lnTo>
                  <a:lnTo>
                    <a:pt x="2929446" y="226616"/>
                  </a:lnTo>
                  <a:lnTo>
                    <a:pt x="2929446" y="245666"/>
                  </a:lnTo>
                  <a:close/>
                </a:path>
                <a:path w="2929890" h="682625">
                  <a:moveTo>
                    <a:pt x="2929446" y="283766"/>
                  </a:moveTo>
                  <a:lnTo>
                    <a:pt x="2910395" y="283766"/>
                  </a:lnTo>
                  <a:lnTo>
                    <a:pt x="2910395" y="264716"/>
                  </a:lnTo>
                  <a:lnTo>
                    <a:pt x="2929446" y="264716"/>
                  </a:lnTo>
                  <a:lnTo>
                    <a:pt x="2929446" y="283766"/>
                  </a:lnTo>
                  <a:close/>
                </a:path>
                <a:path w="2929890" h="682625">
                  <a:moveTo>
                    <a:pt x="2929446" y="321866"/>
                  </a:moveTo>
                  <a:lnTo>
                    <a:pt x="2910395" y="321866"/>
                  </a:lnTo>
                  <a:lnTo>
                    <a:pt x="2910395" y="302816"/>
                  </a:lnTo>
                  <a:lnTo>
                    <a:pt x="2929446" y="302816"/>
                  </a:lnTo>
                  <a:lnTo>
                    <a:pt x="2929446" y="321866"/>
                  </a:lnTo>
                  <a:close/>
                </a:path>
                <a:path w="2929890" h="682625">
                  <a:moveTo>
                    <a:pt x="2929446" y="359966"/>
                  </a:moveTo>
                  <a:lnTo>
                    <a:pt x="2910395" y="359966"/>
                  </a:lnTo>
                  <a:lnTo>
                    <a:pt x="2910395" y="340916"/>
                  </a:lnTo>
                  <a:lnTo>
                    <a:pt x="2929446" y="340916"/>
                  </a:lnTo>
                  <a:lnTo>
                    <a:pt x="2929446" y="359966"/>
                  </a:lnTo>
                  <a:close/>
                </a:path>
                <a:path w="2929890" h="682625">
                  <a:moveTo>
                    <a:pt x="2929446" y="398066"/>
                  </a:moveTo>
                  <a:lnTo>
                    <a:pt x="2910395" y="398066"/>
                  </a:lnTo>
                  <a:lnTo>
                    <a:pt x="2910395" y="379016"/>
                  </a:lnTo>
                  <a:lnTo>
                    <a:pt x="2929446" y="379016"/>
                  </a:lnTo>
                  <a:lnTo>
                    <a:pt x="2929446" y="398066"/>
                  </a:lnTo>
                  <a:close/>
                </a:path>
                <a:path w="2929890" h="682625">
                  <a:moveTo>
                    <a:pt x="2929446" y="436166"/>
                  </a:moveTo>
                  <a:lnTo>
                    <a:pt x="2910395" y="436166"/>
                  </a:lnTo>
                  <a:lnTo>
                    <a:pt x="2910395" y="417116"/>
                  </a:lnTo>
                  <a:lnTo>
                    <a:pt x="2929446" y="417116"/>
                  </a:lnTo>
                  <a:lnTo>
                    <a:pt x="2929446" y="436166"/>
                  </a:lnTo>
                  <a:close/>
                </a:path>
                <a:path w="2929890" h="682625">
                  <a:moveTo>
                    <a:pt x="2929446" y="474266"/>
                  </a:moveTo>
                  <a:lnTo>
                    <a:pt x="2910395" y="474266"/>
                  </a:lnTo>
                  <a:lnTo>
                    <a:pt x="2910395" y="455216"/>
                  </a:lnTo>
                  <a:lnTo>
                    <a:pt x="2929446" y="455216"/>
                  </a:lnTo>
                  <a:lnTo>
                    <a:pt x="2929446" y="474266"/>
                  </a:lnTo>
                  <a:close/>
                </a:path>
                <a:path w="2929890" h="682625">
                  <a:moveTo>
                    <a:pt x="2929446" y="512366"/>
                  </a:moveTo>
                  <a:lnTo>
                    <a:pt x="2910395" y="512366"/>
                  </a:lnTo>
                  <a:lnTo>
                    <a:pt x="2910395" y="493316"/>
                  </a:lnTo>
                  <a:lnTo>
                    <a:pt x="2929446" y="493316"/>
                  </a:lnTo>
                  <a:lnTo>
                    <a:pt x="2929446" y="512366"/>
                  </a:lnTo>
                  <a:close/>
                </a:path>
                <a:path w="2929890" h="682625">
                  <a:moveTo>
                    <a:pt x="2929446" y="550466"/>
                  </a:moveTo>
                  <a:lnTo>
                    <a:pt x="2910395" y="550466"/>
                  </a:lnTo>
                  <a:lnTo>
                    <a:pt x="2910395" y="531416"/>
                  </a:lnTo>
                  <a:lnTo>
                    <a:pt x="2929446" y="531416"/>
                  </a:lnTo>
                  <a:lnTo>
                    <a:pt x="2929446" y="550466"/>
                  </a:lnTo>
                  <a:close/>
                </a:path>
                <a:path w="2929890" h="682625">
                  <a:moveTo>
                    <a:pt x="2929446" y="588566"/>
                  </a:moveTo>
                  <a:lnTo>
                    <a:pt x="2910395" y="588566"/>
                  </a:lnTo>
                  <a:lnTo>
                    <a:pt x="2910395" y="569516"/>
                  </a:lnTo>
                  <a:lnTo>
                    <a:pt x="2929446" y="569516"/>
                  </a:lnTo>
                  <a:lnTo>
                    <a:pt x="2929446" y="588566"/>
                  </a:lnTo>
                  <a:close/>
                </a:path>
                <a:path w="2929890" h="682625">
                  <a:moveTo>
                    <a:pt x="2929446" y="626666"/>
                  </a:moveTo>
                  <a:lnTo>
                    <a:pt x="2910395" y="626666"/>
                  </a:lnTo>
                  <a:lnTo>
                    <a:pt x="2910395" y="607616"/>
                  </a:lnTo>
                  <a:lnTo>
                    <a:pt x="2929446" y="607616"/>
                  </a:lnTo>
                  <a:lnTo>
                    <a:pt x="2929446" y="626666"/>
                  </a:lnTo>
                  <a:close/>
                </a:path>
                <a:path w="2929890" h="682625">
                  <a:moveTo>
                    <a:pt x="2919609" y="663268"/>
                  </a:moveTo>
                  <a:lnTo>
                    <a:pt x="2904589" y="651874"/>
                  </a:lnTo>
                  <a:lnTo>
                    <a:pt x="2906974" y="648730"/>
                  </a:lnTo>
                  <a:lnTo>
                    <a:pt x="2908636" y="645240"/>
                  </a:lnTo>
                  <a:lnTo>
                    <a:pt x="2909576" y="641405"/>
                  </a:lnTo>
                  <a:lnTo>
                    <a:pt x="2927928" y="645899"/>
                  </a:lnTo>
                  <a:lnTo>
                    <a:pt x="2925821" y="652833"/>
                  </a:lnTo>
                  <a:lnTo>
                    <a:pt x="2921445" y="661029"/>
                  </a:lnTo>
                  <a:lnTo>
                    <a:pt x="2919609" y="663268"/>
                  </a:lnTo>
                  <a:close/>
                </a:path>
                <a:path w="2929890" h="682625">
                  <a:moveTo>
                    <a:pt x="2886591" y="681756"/>
                  </a:moveTo>
                  <a:lnTo>
                    <a:pt x="2884724" y="663268"/>
                  </a:lnTo>
                  <a:lnTo>
                    <a:pt x="2884700" y="663033"/>
                  </a:lnTo>
                  <a:lnTo>
                    <a:pt x="2888630" y="662636"/>
                  </a:lnTo>
                  <a:lnTo>
                    <a:pt x="2892319" y="661474"/>
                  </a:lnTo>
                  <a:lnTo>
                    <a:pt x="2895767" y="659546"/>
                  </a:lnTo>
                  <a:lnTo>
                    <a:pt x="2904956" y="675984"/>
                  </a:lnTo>
                  <a:lnTo>
                    <a:pt x="2900051" y="678603"/>
                  </a:lnTo>
                  <a:lnTo>
                    <a:pt x="2891161" y="681304"/>
                  </a:lnTo>
                  <a:lnTo>
                    <a:pt x="2886591" y="681756"/>
                  </a:lnTo>
                  <a:close/>
                </a:path>
                <a:path w="2929890" h="682625">
                  <a:moveTo>
                    <a:pt x="2867412" y="682228"/>
                  </a:moveTo>
                  <a:lnTo>
                    <a:pt x="2848362" y="682228"/>
                  </a:lnTo>
                  <a:lnTo>
                    <a:pt x="2848362" y="663178"/>
                  </a:lnTo>
                  <a:lnTo>
                    <a:pt x="2867412" y="663178"/>
                  </a:lnTo>
                  <a:lnTo>
                    <a:pt x="2867412" y="682228"/>
                  </a:lnTo>
                  <a:close/>
                </a:path>
                <a:path w="2929890" h="682625">
                  <a:moveTo>
                    <a:pt x="2829312" y="682228"/>
                  </a:moveTo>
                  <a:lnTo>
                    <a:pt x="2810262" y="682228"/>
                  </a:lnTo>
                  <a:lnTo>
                    <a:pt x="2810262" y="663178"/>
                  </a:lnTo>
                  <a:lnTo>
                    <a:pt x="2829312" y="663178"/>
                  </a:lnTo>
                  <a:lnTo>
                    <a:pt x="2829312" y="682228"/>
                  </a:lnTo>
                  <a:close/>
                </a:path>
                <a:path w="2929890" h="682625">
                  <a:moveTo>
                    <a:pt x="2791212" y="682228"/>
                  </a:moveTo>
                  <a:lnTo>
                    <a:pt x="2772162" y="682228"/>
                  </a:lnTo>
                  <a:lnTo>
                    <a:pt x="2772162" y="663178"/>
                  </a:lnTo>
                  <a:lnTo>
                    <a:pt x="2791212" y="663178"/>
                  </a:lnTo>
                  <a:lnTo>
                    <a:pt x="2791212" y="682228"/>
                  </a:lnTo>
                  <a:close/>
                </a:path>
                <a:path w="2929890" h="682625">
                  <a:moveTo>
                    <a:pt x="2753112" y="682228"/>
                  </a:moveTo>
                  <a:lnTo>
                    <a:pt x="2734062" y="682228"/>
                  </a:lnTo>
                  <a:lnTo>
                    <a:pt x="2734062" y="663178"/>
                  </a:lnTo>
                  <a:lnTo>
                    <a:pt x="2753112" y="663178"/>
                  </a:lnTo>
                  <a:lnTo>
                    <a:pt x="2753112" y="682228"/>
                  </a:lnTo>
                  <a:close/>
                </a:path>
                <a:path w="2929890" h="682625">
                  <a:moveTo>
                    <a:pt x="2715012" y="682228"/>
                  </a:moveTo>
                  <a:lnTo>
                    <a:pt x="2695962" y="682228"/>
                  </a:lnTo>
                  <a:lnTo>
                    <a:pt x="2695962" y="663178"/>
                  </a:lnTo>
                  <a:lnTo>
                    <a:pt x="2715012" y="663178"/>
                  </a:lnTo>
                  <a:lnTo>
                    <a:pt x="2715012" y="682228"/>
                  </a:lnTo>
                  <a:close/>
                </a:path>
                <a:path w="2929890" h="682625">
                  <a:moveTo>
                    <a:pt x="2676912" y="682228"/>
                  </a:moveTo>
                  <a:lnTo>
                    <a:pt x="2657862" y="682228"/>
                  </a:lnTo>
                  <a:lnTo>
                    <a:pt x="2657862" y="663178"/>
                  </a:lnTo>
                  <a:lnTo>
                    <a:pt x="2676912" y="663178"/>
                  </a:lnTo>
                  <a:lnTo>
                    <a:pt x="2676912" y="682228"/>
                  </a:lnTo>
                  <a:close/>
                </a:path>
                <a:path w="2929890" h="682625">
                  <a:moveTo>
                    <a:pt x="2638812" y="682228"/>
                  </a:moveTo>
                  <a:lnTo>
                    <a:pt x="2619762" y="682228"/>
                  </a:lnTo>
                  <a:lnTo>
                    <a:pt x="2619762" y="663178"/>
                  </a:lnTo>
                  <a:lnTo>
                    <a:pt x="2638812" y="663178"/>
                  </a:lnTo>
                  <a:lnTo>
                    <a:pt x="2638812" y="682228"/>
                  </a:lnTo>
                  <a:close/>
                </a:path>
                <a:path w="2929890" h="682625">
                  <a:moveTo>
                    <a:pt x="2600712" y="682228"/>
                  </a:moveTo>
                  <a:lnTo>
                    <a:pt x="2581662" y="682228"/>
                  </a:lnTo>
                  <a:lnTo>
                    <a:pt x="2581662" y="663178"/>
                  </a:lnTo>
                  <a:lnTo>
                    <a:pt x="2600712" y="663178"/>
                  </a:lnTo>
                  <a:lnTo>
                    <a:pt x="2600712" y="682228"/>
                  </a:lnTo>
                  <a:close/>
                </a:path>
                <a:path w="2929890" h="682625">
                  <a:moveTo>
                    <a:pt x="2562612" y="682228"/>
                  </a:moveTo>
                  <a:lnTo>
                    <a:pt x="2543562" y="682228"/>
                  </a:lnTo>
                  <a:lnTo>
                    <a:pt x="2543562" y="663178"/>
                  </a:lnTo>
                  <a:lnTo>
                    <a:pt x="2562612" y="663178"/>
                  </a:lnTo>
                  <a:lnTo>
                    <a:pt x="2562612" y="682228"/>
                  </a:lnTo>
                  <a:close/>
                </a:path>
                <a:path w="2929890" h="682625">
                  <a:moveTo>
                    <a:pt x="2524512" y="682228"/>
                  </a:moveTo>
                  <a:lnTo>
                    <a:pt x="2505462" y="682228"/>
                  </a:lnTo>
                  <a:lnTo>
                    <a:pt x="2505462" y="663178"/>
                  </a:lnTo>
                  <a:lnTo>
                    <a:pt x="2524512" y="663178"/>
                  </a:lnTo>
                  <a:lnTo>
                    <a:pt x="2524512" y="682228"/>
                  </a:lnTo>
                  <a:close/>
                </a:path>
                <a:path w="2929890" h="682625">
                  <a:moveTo>
                    <a:pt x="2486412" y="682228"/>
                  </a:moveTo>
                  <a:lnTo>
                    <a:pt x="2467362" y="682228"/>
                  </a:lnTo>
                  <a:lnTo>
                    <a:pt x="2467362" y="663178"/>
                  </a:lnTo>
                  <a:lnTo>
                    <a:pt x="2486412" y="663178"/>
                  </a:lnTo>
                  <a:lnTo>
                    <a:pt x="2486412" y="682228"/>
                  </a:lnTo>
                  <a:close/>
                </a:path>
                <a:path w="2929890" h="682625">
                  <a:moveTo>
                    <a:pt x="2448312" y="682228"/>
                  </a:moveTo>
                  <a:lnTo>
                    <a:pt x="2429262" y="682228"/>
                  </a:lnTo>
                  <a:lnTo>
                    <a:pt x="2429262" y="663178"/>
                  </a:lnTo>
                  <a:lnTo>
                    <a:pt x="2448312" y="663178"/>
                  </a:lnTo>
                  <a:lnTo>
                    <a:pt x="2448312" y="682228"/>
                  </a:lnTo>
                  <a:close/>
                </a:path>
                <a:path w="2929890" h="682625">
                  <a:moveTo>
                    <a:pt x="2410212" y="682228"/>
                  </a:moveTo>
                  <a:lnTo>
                    <a:pt x="2391162" y="682228"/>
                  </a:lnTo>
                  <a:lnTo>
                    <a:pt x="2391162" y="663178"/>
                  </a:lnTo>
                  <a:lnTo>
                    <a:pt x="2410212" y="663178"/>
                  </a:lnTo>
                  <a:lnTo>
                    <a:pt x="2410212" y="682228"/>
                  </a:lnTo>
                  <a:close/>
                </a:path>
                <a:path w="2929890" h="682625">
                  <a:moveTo>
                    <a:pt x="2372112" y="682228"/>
                  </a:moveTo>
                  <a:lnTo>
                    <a:pt x="2353062" y="682228"/>
                  </a:lnTo>
                  <a:lnTo>
                    <a:pt x="2353062" y="663178"/>
                  </a:lnTo>
                  <a:lnTo>
                    <a:pt x="2372112" y="663178"/>
                  </a:lnTo>
                  <a:lnTo>
                    <a:pt x="2372112" y="682228"/>
                  </a:lnTo>
                  <a:close/>
                </a:path>
                <a:path w="2929890" h="682625">
                  <a:moveTo>
                    <a:pt x="2334012" y="682228"/>
                  </a:moveTo>
                  <a:lnTo>
                    <a:pt x="2314962" y="682228"/>
                  </a:lnTo>
                  <a:lnTo>
                    <a:pt x="2314962" y="663178"/>
                  </a:lnTo>
                  <a:lnTo>
                    <a:pt x="2334012" y="663178"/>
                  </a:lnTo>
                  <a:lnTo>
                    <a:pt x="2334012" y="682228"/>
                  </a:lnTo>
                  <a:close/>
                </a:path>
                <a:path w="2929890" h="682625">
                  <a:moveTo>
                    <a:pt x="2295912" y="682228"/>
                  </a:moveTo>
                  <a:lnTo>
                    <a:pt x="2276862" y="682228"/>
                  </a:lnTo>
                  <a:lnTo>
                    <a:pt x="2276862" y="663178"/>
                  </a:lnTo>
                  <a:lnTo>
                    <a:pt x="2295912" y="663178"/>
                  </a:lnTo>
                  <a:lnTo>
                    <a:pt x="2295912" y="682228"/>
                  </a:lnTo>
                  <a:close/>
                </a:path>
                <a:path w="2929890" h="682625">
                  <a:moveTo>
                    <a:pt x="2257812" y="682228"/>
                  </a:moveTo>
                  <a:lnTo>
                    <a:pt x="2238762" y="682228"/>
                  </a:lnTo>
                  <a:lnTo>
                    <a:pt x="2238762" y="663178"/>
                  </a:lnTo>
                  <a:lnTo>
                    <a:pt x="2257812" y="663178"/>
                  </a:lnTo>
                  <a:lnTo>
                    <a:pt x="2257812" y="682228"/>
                  </a:lnTo>
                  <a:close/>
                </a:path>
                <a:path w="2929890" h="682625">
                  <a:moveTo>
                    <a:pt x="2219712" y="682228"/>
                  </a:moveTo>
                  <a:lnTo>
                    <a:pt x="2200662" y="682228"/>
                  </a:lnTo>
                  <a:lnTo>
                    <a:pt x="2200662" y="663178"/>
                  </a:lnTo>
                  <a:lnTo>
                    <a:pt x="2219712" y="663178"/>
                  </a:lnTo>
                  <a:lnTo>
                    <a:pt x="2219712" y="682228"/>
                  </a:lnTo>
                  <a:close/>
                </a:path>
                <a:path w="2929890" h="682625">
                  <a:moveTo>
                    <a:pt x="2181612" y="682228"/>
                  </a:moveTo>
                  <a:lnTo>
                    <a:pt x="2162562" y="682228"/>
                  </a:lnTo>
                  <a:lnTo>
                    <a:pt x="2162562" y="663178"/>
                  </a:lnTo>
                  <a:lnTo>
                    <a:pt x="2181612" y="663178"/>
                  </a:lnTo>
                  <a:lnTo>
                    <a:pt x="2181612" y="682228"/>
                  </a:lnTo>
                  <a:close/>
                </a:path>
                <a:path w="2929890" h="682625">
                  <a:moveTo>
                    <a:pt x="2143512" y="682228"/>
                  </a:moveTo>
                  <a:lnTo>
                    <a:pt x="2124462" y="682228"/>
                  </a:lnTo>
                  <a:lnTo>
                    <a:pt x="2124462" y="663178"/>
                  </a:lnTo>
                  <a:lnTo>
                    <a:pt x="2143512" y="663178"/>
                  </a:lnTo>
                  <a:lnTo>
                    <a:pt x="2143512" y="682228"/>
                  </a:lnTo>
                  <a:close/>
                </a:path>
                <a:path w="2929890" h="682625">
                  <a:moveTo>
                    <a:pt x="2105412" y="682228"/>
                  </a:moveTo>
                  <a:lnTo>
                    <a:pt x="2086362" y="682228"/>
                  </a:lnTo>
                  <a:lnTo>
                    <a:pt x="2086362" y="663178"/>
                  </a:lnTo>
                  <a:lnTo>
                    <a:pt x="2105412" y="663178"/>
                  </a:lnTo>
                  <a:lnTo>
                    <a:pt x="2105412" y="682228"/>
                  </a:lnTo>
                  <a:close/>
                </a:path>
                <a:path w="2929890" h="682625">
                  <a:moveTo>
                    <a:pt x="2067312" y="682228"/>
                  </a:moveTo>
                  <a:lnTo>
                    <a:pt x="2048262" y="682228"/>
                  </a:lnTo>
                  <a:lnTo>
                    <a:pt x="2048262" y="663178"/>
                  </a:lnTo>
                  <a:lnTo>
                    <a:pt x="2067312" y="663178"/>
                  </a:lnTo>
                  <a:lnTo>
                    <a:pt x="2067312" y="682228"/>
                  </a:lnTo>
                  <a:close/>
                </a:path>
                <a:path w="2929890" h="682625">
                  <a:moveTo>
                    <a:pt x="2029212" y="682228"/>
                  </a:moveTo>
                  <a:lnTo>
                    <a:pt x="2010162" y="682228"/>
                  </a:lnTo>
                  <a:lnTo>
                    <a:pt x="2010162" y="663178"/>
                  </a:lnTo>
                  <a:lnTo>
                    <a:pt x="2029212" y="663178"/>
                  </a:lnTo>
                  <a:lnTo>
                    <a:pt x="2029212" y="682228"/>
                  </a:lnTo>
                  <a:close/>
                </a:path>
                <a:path w="2929890" h="682625">
                  <a:moveTo>
                    <a:pt x="1991112" y="682228"/>
                  </a:moveTo>
                  <a:lnTo>
                    <a:pt x="1972062" y="682228"/>
                  </a:lnTo>
                  <a:lnTo>
                    <a:pt x="1972062" y="663178"/>
                  </a:lnTo>
                  <a:lnTo>
                    <a:pt x="1991112" y="663178"/>
                  </a:lnTo>
                  <a:lnTo>
                    <a:pt x="1991112" y="682228"/>
                  </a:lnTo>
                  <a:close/>
                </a:path>
                <a:path w="2929890" h="682625">
                  <a:moveTo>
                    <a:pt x="1953012" y="682228"/>
                  </a:moveTo>
                  <a:lnTo>
                    <a:pt x="1933962" y="682228"/>
                  </a:lnTo>
                  <a:lnTo>
                    <a:pt x="1933962" y="663178"/>
                  </a:lnTo>
                  <a:lnTo>
                    <a:pt x="1953012" y="663178"/>
                  </a:lnTo>
                  <a:lnTo>
                    <a:pt x="1953012" y="682228"/>
                  </a:lnTo>
                  <a:close/>
                </a:path>
                <a:path w="2929890" h="682625">
                  <a:moveTo>
                    <a:pt x="1914912" y="682228"/>
                  </a:moveTo>
                  <a:lnTo>
                    <a:pt x="1895862" y="682228"/>
                  </a:lnTo>
                  <a:lnTo>
                    <a:pt x="1895862" y="663178"/>
                  </a:lnTo>
                  <a:lnTo>
                    <a:pt x="1914912" y="663178"/>
                  </a:lnTo>
                  <a:lnTo>
                    <a:pt x="1914912" y="682228"/>
                  </a:lnTo>
                  <a:close/>
                </a:path>
                <a:path w="2929890" h="682625">
                  <a:moveTo>
                    <a:pt x="1876812" y="682228"/>
                  </a:moveTo>
                  <a:lnTo>
                    <a:pt x="1857762" y="682228"/>
                  </a:lnTo>
                  <a:lnTo>
                    <a:pt x="1857762" y="663178"/>
                  </a:lnTo>
                  <a:lnTo>
                    <a:pt x="1876812" y="663178"/>
                  </a:lnTo>
                  <a:lnTo>
                    <a:pt x="1876812" y="682228"/>
                  </a:lnTo>
                  <a:close/>
                </a:path>
                <a:path w="2929890" h="682625">
                  <a:moveTo>
                    <a:pt x="1838712" y="682228"/>
                  </a:moveTo>
                  <a:lnTo>
                    <a:pt x="1819662" y="682228"/>
                  </a:lnTo>
                  <a:lnTo>
                    <a:pt x="1819662" y="663178"/>
                  </a:lnTo>
                  <a:lnTo>
                    <a:pt x="1838712" y="663178"/>
                  </a:lnTo>
                  <a:lnTo>
                    <a:pt x="1838712" y="682228"/>
                  </a:lnTo>
                  <a:close/>
                </a:path>
                <a:path w="2929890" h="682625">
                  <a:moveTo>
                    <a:pt x="1800612" y="682228"/>
                  </a:moveTo>
                  <a:lnTo>
                    <a:pt x="1781562" y="682228"/>
                  </a:lnTo>
                  <a:lnTo>
                    <a:pt x="1781562" y="663178"/>
                  </a:lnTo>
                  <a:lnTo>
                    <a:pt x="1800612" y="663178"/>
                  </a:lnTo>
                  <a:lnTo>
                    <a:pt x="1800612" y="682228"/>
                  </a:lnTo>
                  <a:close/>
                </a:path>
                <a:path w="2929890" h="682625">
                  <a:moveTo>
                    <a:pt x="1762512" y="682228"/>
                  </a:moveTo>
                  <a:lnTo>
                    <a:pt x="1743462" y="682228"/>
                  </a:lnTo>
                  <a:lnTo>
                    <a:pt x="1743462" y="663178"/>
                  </a:lnTo>
                  <a:lnTo>
                    <a:pt x="1762512" y="663178"/>
                  </a:lnTo>
                  <a:lnTo>
                    <a:pt x="1762512" y="682228"/>
                  </a:lnTo>
                  <a:close/>
                </a:path>
                <a:path w="2929890" h="682625">
                  <a:moveTo>
                    <a:pt x="1724412" y="682228"/>
                  </a:moveTo>
                  <a:lnTo>
                    <a:pt x="1705362" y="682228"/>
                  </a:lnTo>
                  <a:lnTo>
                    <a:pt x="1705362" y="663178"/>
                  </a:lnTo>
                  <a:lnTo>
                    <a:pt x="1724412" y="663178"/>
                  </a:lnTo>
                  <a:lnTo>
                    <a:pt x="1724412" y="682228"/>
                  </a:lnTo>
                  <a:close/>
                </a:path>
                <a:path w="2929890" h="682625">
                  <a:moveTo>
                    <a:pt x="1686312" y="682228"/>
                  </a:moveTo>
                  <a:lnTo>
                    <a:pt x="1667262" y="682228"/>
                  </a:lnTo>
                  <a:lnTo>
                    <a:pt x="1667262" y="663178"/>
                  </a:lnTo>
                  <a:lnTo>
                    <a:pt x="1686312" y="663178"/>
                  </a:lnTo>
                  <a:lnTo>
                    <a:pt x="1686312" y="682228"/>
                  </a:lnTo>
                  <a:close/>
                </a:path>
                <a:path w="2929890" h="682625">
                  <a:moveTo>
                    <a:pt x="1648212" y="682228"/>
                  </a:moveTo>
                  <a:lnTo>
                    <a:pt x="1629162" y="682228"/>
                  </a:lnTo>
                  <a:lnTo>
                    <a:pt x="1629162" y="663178"/>
                  </a:lnTo>
                  <a:lnTo>
                    <a:pt x="1648212" y="663178"/>
                  </a:lnTo>
                  <a:lnTo>
                    <a:pt x="1648212" y="682228"/>
                  </a:lnTo>
                  <a:close/>
                </a:path>
                <a:path w="2929890" h="682625">
                  <a:moveTo>
                    <a:pt x="1610112" y="682228"/>
                  </a:moveTo>
                  <a:lnTo>
                    <a:pt x="1591062" y="682228"/>
                  </a:lnTo>
                  <a:lnTo>
                    <a:pt x="1591062" y="663178"/>
                  </a:lnTo>
                  <a:lnTo>
                    <a:pt x="1610112" y="663178"/>
                  </a:lnTo>
                  <a:lnTo>
                    <a:pt x="1610112" y="682228"/>
                  </a:lnTo>
                  <a:close/>
                </a:path>
                <a:path w="2929890" h="682625">
                  <a:moveTo>
                    <a:pt x="1572012" y="682228"/>
                  </a:moveTo>
                  <a:lnTo>
                    <a:pt x="1552962" y="682228"/>
                  </a:lnTo>
                  <a:lnTo>
                    <a:pt x="1552962" y="663178"/>
                  </a:lnTo>
                  <a:lnTo>
                    <a:pt x="1572012" y="663178"/>
                  </a:lnTo>
                  <a:lnTo>
                    <a:pt x="1572012" y="682228"/>
                  </a:lnTo>
                  <a:close/>
                </a:path>
                <a:path w="2929890" h="682625">
                  <a:moveTo>
                    <a:pt x="1533912" y="682228"/>
                  </a:moveTo>
                  <a:lnTo>
                    <a:pt x="1514862" y="682228"/>
                  </a:lnTo>
                  <a:lnTo>
                    <a:pt x="1514862" y="663178"/>
                  </a:lnTo>
                  <a:lnTo>
                    <a:pt x="1533912" y="663178"/>
                  </a:lnTo>
                  <a:lnTo>
                    <a:pt x="1533912" y="682228"/>
                  </a:lnTo>
                  <a:close/>
                </a:path>
                <a:path w="2929890" h="682625">
                  <a:moveTo>
                    <a:pt x="1495812" y="682228"/>
                  </a:moveTo>
                  <a:lnTo>
                    <a:pt x="1476762" y="682228"/>
                  </a:lnTo>
                  <a:lnTo>
                    <a:pt x="1476762" y="663178"/>
                  </a:lnTo>
                  <a:lnTo>
                    <a:pt x="1495812" y="663178"/>
                  </a:lnTo>
                  <a:lnTo>
                    <a:pt x="1495812" y="682228"/>
                  </a:lnTo>
                  <a:close/>
                </a:path>
                <a:path w="2929890" h="682625">
                  <a:moveTo>
                    <a:pt x="1457712" y="682228"/>
                  </a:moveTo>
                  <a:lnTo>
                    <a:pt x="1438662" y="682228"/>
                  </a:lnTo>
                  <a:lnTo>
                    <a:pt x="1438662" y="663178"/>
                  </a:lnTo>
                  <a:lnTo>
                    <a:pt x="1457712" y="663178"/>
                  </a:lnTo>
                  <a:lnTo>
                    <a:pt x="1457712" y="682228"/>
                  </a:lnTo>
                  <a:close/>
                </a:path>
                <a:path w="2929890" h="682625">
                  <a:moveTo>
                    <a:pt x="1419612" y="682228"/>
                  </a:moveTo>
                  <a:lnTo>
                    <a:pt x="1400562" y="682228"/>
                  </a:lnTo>
                  <a:lnTo>
                    <a:pt x="1400562" y="663178"/>
                  </a:lnTo>
                  <a:lnTo>
                    <a:pt x="1419612" y="663178"/>
                  </a:lnTo>
                  <a:lnTo>
                    <a:pt x="1419612" y="682228"/>
                  </a:lnTo>
                  <a:close/>
                </a:path>
                <a:path w="2929890" h="682625">
                  <a:moveTo>
                    <a:pt x="1381512" y="682228"/>
                  </a:moveTo>
                  <a:lnTo>
                    <a:pt x="1362462" y="682228"/>
                  </a:lnTo>
                  <a:lnTo>
                    <a:pt x="1362462" y="663178"/>
                  </a:lnTo>
                  <a:lnTo>
                    <a:pt x="1381512" y="663178"/>
                  </a:lnTo>
                  <a:lnTo>
                    <a:pt x="1381512" y="682228"/>
                  </a:lnTo>
                  <a:close/>
                </a:path>
                <a:path w="2929890" h="682625">
                  <a:moveTo>
                    <a:pt x="1343411" y="682228"/>
                  </a:moveTo>
                  <a:lnTo>
                    <a:pt x="1324362" y="682228"/>
                  </a:lnTo>
                  <a:lnTo>
                    <a:pt x="1324362" y="663178"/>
                  </a:lnTo>
                  <a:lnTo>
                    <a:pt x="1343411" y="663178"/>
                  </a:lnTo>
                  <a:lnTo>
                    <a:pt x="1343411" y="682228"/>
                  </a:lnTo>
                  <a:close/>
                </a:path>
                <a:path w="2929890" h="682625">
                  <a:moveTo>
                    <a:pt x="1305312" y="682228"/>
                  </a:moveTo>
                  <a:lnTo>
                    <a:pt x="1286262" y="682228"/>
                  </a:lnTo>
                  <a:lnTo>
                    <a:pt x="1286262" y="663178"/>
                  </a:lnTo>
                  <a:lnTo>
                    <a:pt x="1305312" y="663178"/>
                  </a:lnTo>
                  <a:lnTo>
                    <a:pt x="1305312" y="682228"/>
                  </a:lnTo>
                  <a:close/>
                </a:path>
                <a:path w="2929890" h="682625">
                  <a:moveTo>
                    <a:pt x="1267212" y="682228"/>
                  </a:moveTo>
                  <a:lnTo>
                    <a:pt x="1248162" y="682228"/>
                  </a:lnTo>
                  <a:lnTo>
                    <a:pt x="1248162" y="663178"/>
                  </a:lnTo>
                  <a:lnTo>
                    <a:pt x="1267212" y="663178"/>
                  </a:lnTo>
                  <a:lnTo>
                    <a:pt x="1267212" y="682228"/>
                  </a:lnTo>
                  <a:close/>
                </a:path>
                <a:path w="2929890" h="682625">
                  <a:moveTo>
                    <a:pt x="1229111" y="682228"/>
                  </a:moveTo>
                  <a:lnTo>
                    <a:pt x="1210062" y="682228"/>
                  </a:lnTo>
                  <a:lnTo>
                    <a:pt x="1210062" y="663178"/>
                  </a:lnTo>
                  <a:lnTo>
                    <a:pt x="1229111" y="663178"/>
                  </a:lnTo>
                  <a:lnTo>
                    <a:pt x="1229111" y="682228"/>
                  </a:lnTo>
                  <a:close/>
                </a:path>
                <a:path w="2929890" h="682625">
                  <a:moveTo>
                    <a:pt x="1191012" y="682228"/>
                  </a:moveTo>
                  <a:lnTo>
                    <a:pt x="1171962" y="682228"/>
                  </a:lnTo>
                  <a:lnTo>
                    <a:pt x="1171962" y="663178"/>
                  </a:lnTo>
                  <a:lnTo>
                    <a:pt x="1191012" y="663178"/>
                  </a:lnTo>
                  <a:lnTo>
                    <a:pt x="1191012" y="682228"/>
                  </a:lnTo>
                  <a:close/>
                </a:path>
                <a:path w="2929890" h="682625">
                  <a:moveTo>
                    <a:pt x="1152912" y="682228"/>
                  </a:moveTo>
                  <a:lnTo>
                    <a:pt x="1133862" y="682228"/>
                  </a:lnTo>
                  <a:lnTo>
                    <a:pt x="1133862" y="663178"/>
                  </a:lnTo>
                  <a:lnTo>
                    <a:pt x="1152912" y="663178"/>
                  </a:lnTo>
                  <a:lnTo>
                    <a:pt x="1152912" y="682228"/>
                  </a:lnTo>
                  <a:close/>
                </a:path>
                <a:path w="2929890" h="682625">
                  <a:moveTo>
                    <a:pt x="1114812" y="682228"/>
                  </a:moveTo>
                  <a:lnTo>
                    <a:pt x="1095762" y="682228"/>
                  </a:lnTo>
                  <a:lnTo>
                    <a:pt x="1095762" y="663178"/>
                  </a:lnTo>
                  <a:lnTo>
                    <a:pt x="1114812" y="663178"/>
                  </a:lnTo>
                  <a:lnTo>
                    <a:pt x="1114812" y="682228"/>
                  </a:lnTo>
                  <a:close/>
                </a:path>
                <a:path w="2929890" h="682625">
                  <a:moveTo>
                    <a:pt x="1076712" y="682228"/>
                  </a:moveTo>
                  <a:lnTo>
                    <a:pt x="1057662" y="682228"/>
                  </a:lnTo>
                  <a:lnTo>
                    <a:pt x="1057662" y="663178"/>
                  </a:lnTo>
                  <a:lnTo>
                    <a:pt x="1076712" y="663178"/>
                  </a:lnTo>
                  <a:lnTo>
                    <a:pt x="1076712" y="682228"/>
                  </a:lnTo>
                  <a:close/>
                </a:path>
                <a:path w="2929890" h="682625">
                  <a:moveTo>
                    <a:pt x="1038612" y="682228"/>
                  </a:moveTo>
                  <a:lnTo>
                    <a:pt x="1019562" y="682228"/>
                  </a:lnTo>
                  <a:lnTo>
                    <a:pt x="1019562" y="663178"/>
                  </a:lnTo>
                  <a:lnTo>
                    <a:pt x="1038612" y="663178"/>
                  </a:lnTo>
                  <a:lnTo>
                    <a:pt x="1038612" y="682228"/>
                  </a:lnTo>
                  <a:close/>
                </a:path>
                <a:path w="2929890" h="682625">
                  <a:moveTo>
                    <a:pt x="1000512" y="682228"/>
                  </a:moveTo>
                  <a:lnTo>
                    <a:pt x="981462" y="682228"/>
                  </a:lnTo>
                  <a:lnTo>
                    <a:pt x="981462" y="663178"/>
                  </a:lnTo>
                  <a:lnTo>
                    <a:pt x="1000512" y="663178"/>
                  </a:lnTo>
                  <a:lnTo>
                    <a:pt x="1000512" y="682228"/>
                  </a:lnTo>
                  <a:close/>
                </a:path>
                <a:path w="2929890" h="682625">
                  <a:moveTo>
                    <a:pt x="962412" y="682228"/>
                  </a:moveTo>
                  <a:lnTo>
                    <a:pt x="943362" y="682228"/>
                  </a:lnTo>
                  <a:lnTo>
                    <a:pt x="943362" y="663178"/>
                  </a:lnTo>
                  <a:lnTo>
                    <a:pt x="962412" y="663178"/>
                  </a:lnTo>
                  <a:lnTo>
                    <a:pt x="962412" y="682228"/>
                  </a:lnTo>
                  <a:close/>
                </a:path>
                <a:path w="2929890" h="682625">
                  <a:moveTo>
                    <a:pt x="924312" y="682228"/>
                  </a:moveTo>
                  <a:lnTo>
                    <a:pt x="905261" y="682228"/>
                  </a:lnTo>
                  <a:lnTo>
                    <a:pt x="905261" y="663178"/>
                  </a:lnTo>
                  <a:lnTo>
                    <a:pt x="924312" y="663178"/>
                  </a:lnTo>
                  <a:lnTo>
                    <a:pt x="924312" y="682228"/>
                  </a:lnTo>
                  <a:close/>
                </a:path>
                <a:path w="2929890" h="682625">
                  <a:moveTo>
                    <a:pt x="886212" y="682228"/>
                  </a:moveTo>
                  <a:lnTo>
                    <a:pt x="867162" y="682228"/>
                  </a:lnTo>
                  <a:lnTo>
                    <a:pt x="867162" y="663178"/>
                  </a:lnTo>
                  <a:lnTo>
                    <a:pt x="886212" y="663178"/>
                  </a:lnTo>
                  <a:lnTo>
                    <a:pt x="886212" y="682228"/>
                  </a:lnTo>
                  <a:close/>
                </a:path>
                <a:path w="2929890" h="682625">
                  <a:moveTo>
                    <a:pt x="848112" y="682228"/>
                  </a:moveTo>
                  <a:lnTo>
                    <a:pt x="829062" y="682228"/>
                  </a:lnTo>
                  <a:lnTo>
                    <a:pt x="829062" y="663178"/>
                  </a:lnTo>
                  <a:lnTo>
                    <a:pt x="848112" y="663178"/>
                  </a:lnTo>
                  <a:lnTo>
                    <a:pt x="848112" y="682228"/>
                  </a:lnTo>
                  <a:close/>
                </a:path>
                <a:path w="2929890" h="682625">
                  <a:moveTo>
                    <a:pt x="810012" y="682228"/>
                  </a:moveTo>
                  <a:lnTo>
                    <a:pt x="790961" y="682228"/>
                  </a:lnTo>
                  <a:lnTo>
                    <a:pt x="790961" y="663178"/>
                  </a:lnTo>
                  <a:lnTo>
                    <a:pt x="810012" y="663178"/>
                  </a:lnTo>
                  <a:lnTo>
                    <a:pt x="810012" y="682228"/>
                  </a:lnTo>
                  <a:close/>
                </a:path>
                <a:path w="2929890" h="682625">
                  <a:moveTo>
                    <a:pt x="771912" y="682228"/>
                  </a:moveTo>
                  <a:lnTo>
                    <a:pt x="752862" y="682228"/>
                  </a:lnTo>
                  <a:lnTo>
                    <a:pt x="752862" y="663178"/>
                  </a:lnTo>
                  <a:lnTo>
                    <a:pt x="771912" y="663178"/>
                  </a:lnTo>
                  <a:lnTo>
                    <a:pt x="771912" y="682228"/>
                  </a:lnTo>
                  <a:close/>
                </a:path>
                <a:path w="2929890" h="682625">
                  <a:moveTo>
                    <a:pt x="733812" y="682228"/>
                  </a:moveTo>
                  <a:lnTo>
                    <a:pt x="714762" y="682228"/>
                  </a:lnTo>
                  <a:lnTo>
                    <a:pt x="714762" y="663178"/>
                  </a:lnTo>
                  <a:lnTo>
                    <a:pt x="733812" y="663178"/>
                  </a:lnTo>
                  <a:lnTo>
                    <a:pt x="733812" y="682228"/>
                  </a:lnTo>
                  <a:close/>
                </a:path>
                <a:path w="2929890" h="682625">
                  <a:moveTo>
                    <a:pt x="695712" y="682228"/>
                  </a:moveTo>
                  <a:lnTo>
                    <a:pt x="676662" y="682228"/>
                  </a:lnTo>
                  <a:lnTo>
                    <a:pt x="676662" y="663178"/>
                  </a:lnTo>
                  <a:lnTo>
                    <a:pt x="695712" y="663178"/>
                  </a:lnTo>
                  <a:lnTo>
                    <a:pt x="695712" y="682228"/>
                  </a:lnTo>
                  <a:close/>
                </a:path>
                <a:path w="2929890" h="682625">
                  <a:moveTo>
                    <a:pt x="657612" y="682228"/>
                  </a:moveTo>
                  <a:lnTo>
                    <a:pt x="638562" y="682228"/>
                  </a:lnTo>
                  <a:lnTo>
                    <a:pt x="638562" y="663178"/>
                  </a:lnTo>
                  <a:lnTo>
                    <a:pt x="657612" y="663178"/>
                  </a:lnTo>
                  <a:lnTo>
                    <a:pt x="657612" y="682228"/>
                  </a:lnTo>
                  <a:close/>
                </a:path>
                <a:path w="2929890" h="682625">
                  <a:moveTo>
                    <a:pt x="619512" y="682228"/>
                  </a:moveTo>
                  <a:lnTo>
                    <a:pt x="600462" y="682228"/>
                  </a:lnTo>
                  <a:lnTo>
                    <a:pt x="600462" y="663178"/>
                  </a:lnTo>
                  <a:lnTo>
                    <a:pt x="619512" y="663178"/>
                  </a:lnTo>
                  <a:lnTo>
                    <a:pt x="619512" y="682228"/>
                  </a:lnTo>
                  <a:close/>
                </a:path>
                <a:path w="2929890" h="682625">
                  <a:moveTo>
                    <a:pt x="581412" y="682228"/>
                  </a:moveTo>
                  <a:lnTo>
                    <a:pt x="562362" y="682228"/>
                  </a:lnTo>
                  <a:lnTo>
                    <a:pt x="562362" y="663178"/>
                  </a:lnTo>
                  <a:lnTo>
                    <a:pt x="581412" y="663178"/>
                  </a:lnTo>
                  <a:lnTo>
                    <a:pt x="581412" y="682228"/>
                  </a:lnTo>
                  <a:close/>
                </a:path>
                <a:path w="2929890" h="682625">
                  <a:moveTo>
                    <a:pt x="543312" y="682228"/>
                  </a:moveTo>
                  <a:lnTo>
                    <a:pt x="524262" y="682228"/>
                  </a:lnTo>
                  <a:lnTo>
                    <a:pt x="524262" y="663178"/>
                  </a:lnTo>
                  <a:lnTo>
                    <a:pt x="543312" y="663178"/>
                  </a:lnTo>
                  <a:lnTo>
                    <a:pt x="543312" y="682228"/>
                  </a:lnTo>
                  <a:close/>
                </a:path>
                <a:path w="2929890" h="682625">
                  <a:moveTo>
                    <a:pt x="505212" y="682228"/>
                  </a:moveTo>
                  <a:lnTo>
                    <a:pt x="486161" y="682228"/>
                  </a:lnTo>
                  <a:lnTo>
                    <a:pt x="486161" y="663178"/>
                  </a:lnTo>
                  <a:lnTo>
                    <a:pt x="505212" y="663178"/>
                  </a:lnTo>
                  <a:lnTo>
                    <a:pt x="505212" y="682228"/>
                  </a:lnTo>
                  <a:close/>
                </a:path>
                <a:path w="2929890" h="682625">
                  <a:moveTo>
                    <a:pt x="467112" y="682228"/>
                  </a:moveTo>
                  <a:lnTo>
                    <a:pt x="448061" y="682228"/>
                  </a:lnTo>
                  <a:lnTo>
                    <a:pt x="448061" y="663178"/>
                  </a:lnTo>
                  <a:lnTo>
                    <a:pt x="467112" y="663178"/>
                  </a:lnTo>
                  <a:lnTo>
                    <a:pt x="467112" y="682228"/>
                  </a:lnTo>
                  <a:close/>
                </a:path>
                <a:path w="2929890" h="682625">
                  <a:moveTo>
                    <a:pt x="429011" y="682228"/>
                  </a:moveTo>
                  <a:lnTo>
                    <a:pt x="409961" y="682228"/>
                  </a:lnTo>
                  <a:lnTo>
                    <a:pt x="409961" y="663178"/>
                  </a:lnTo>
                  <a:lnTo>
                    <a:pt x="429011" y="663178"/>
                  </a:lnTo>
                  <a:lnTo>
                    <a:pt x="429011" y="682228"/>
                  </a:lnTo>
                  <a:close/>
                </a:path>
                <a:path w="2929890" h="682625">
                  <a:moveTo>
                    <a:pt x="390911" y="682228"/>
                  </a:moveTo>
                  <a:lnTo>
                    <a:pt x="371861" y="682228"/>
                  </a:lnTo>
                  <a:lnTo>
                    <a:pt x="371861" y="663178"/>
                  </a:lnTo>
                  <a:lnTo>
                    <a:pt x="390911" y="663178"/>
                  </a:lnTo>
                  <a:lnTo>
                    <a:pt x="390911" y="682228"/>
                  </a:lnTo>
                  <a:close/>
                </a:path>
                <a:path w="2929890" h="682625">
                  <a:moveTo>
                    <a:pt x="352811" y="682228"/>
                  </a:moveTo>
                  <a:lnTo>
                    <a:pt x="333761" y="682228"/>
                  </a:lnTo>
                  <a:lnTo>
                    <a:pt x="333761" y="663178"/>
                  </a:lnTo>
                  <a:lnTo>
                    <a:pt x="352811" y="663178"/>
                  </a:lnTo>
                  <a:lnTo>
                    <a:pt x="352811" y="682228"/>
                  </a:lnTo>
                  <a:close/>
                </a:path>
                <a:path w="2929890" h="682625">
                  <a:moveTo>
                    <a:pt x="314711" y="682228"/>
                  </a:moveTo>
                  <a:lnTo>
                    <a:pt x="295661" y="682228"/>
                  </a:lnTo>
                  <a:lnTo>
                    <a:pt x="295661" y="663178"/>
                  </a:lnTo>
                  <a:lnTo>
                    <a:pt x="314711" y="663178"/>
                  </a:lnTo>
                  <a:lnTo>
                    <a:pt x="314711" y="682228"/>
                  </a:lnTo>
                  <a:close/>
                </a:path>
                <a:path w="2929890" h="682625">
                  <a:moveTo>
                    <a:pt x="276611" y="682228"/>
                  </a:moveTo>
                  <a:lnTo>
                    <a:pt x="257561" y="682228"/>
                  </a:lnTo>
                  <a:lnTo>
                    <a:pt x="257561" y="663178"/>
                  </a:lnTo>
                  <a:lnTo>
                    <a:pt x="276611" y="663178"/>
                  </a:lnTo>
                  <a:lnTo>
                    <a:pt x="276611" y="682228"/>
                  </a:lnTo>
                  <a:close/>
                </a:path>
                <a:path w="2929890" h="682625">
                  <a:moveTo>
                    <a:pt x="238511" y="682228"/>
                  </a:moveTo>
                  <a:lnTo>
                    <a:pt x="219461" y="682228"/>
                  </a:lnTo>
                  <a:lnTo>
                    <a:pt x="219461" y="663178"/>
                  </a:lnTo>
                  <a:lnTo>
                    <a:pt x="238511" y="663178"/>
                  </a:lnTo>
                  <a:lnTo>
                    <a:pt x="238511" y="682228"/>
                  </a:lnTo>
                  <a:close/>
                </a:path>
                <a:path w="2929890" h="682625">
                  <a:moveTo>
                    <a:pt x="200411" y="682228"/>
                  </a:moveTo>
                  <a:lnTo>
                    <a:pt x="181361" y="682228"/>
                  </a:lnTo>
                  <a:lnTo>
                    <a:pt x="181361" y="663178"/>
                  </a:lnTo>
                  <a:lnTo>
                    <a:pt x="200411" y="663178"/>
                  </a:lnTo>
                  <a:lnTo>
                    <a:pt x="200411" y="682228"/>
                  </a:lnTo>
                  <a:close/>
                </a:path>
                <a:path w="2929890" h="682625">
                  <a:moveTo>
                    <a:pt x="162311" y="682228"/>
                  </a:moveTo>
                  <a:lnTo>
                    <a:pt x="143261" y="682228"/>
                  </a:lnTo>
                  <a:lnTo>
                    <a:pt x="143261" y="663178"/>
                  </a:lnTo>
                  <a:lnTo>
                    <a:pt x="162311" y="663178"/>
                  </a:lnTo>
                  <a:lnTo>
                    <a:pt x="162311" y="682228"/>
                  </a:lnTo>
                  <a:close/>
                </a:path>
                <a:path w="2929890" h="682625">
                  <a:moveTo>
                    <a:pt x="124211" y="682228"/>
                  </a:moveTo>
                  <a:lnTo>
                    <a:pt x="105161" y="682228"/>
                  </a:lnTo>
                  <a:lnTo>
                    <a:pt x="105161" y="663178"/>
                  </a:lnTo>
                  <a:lnTo>
                    <a:pt x="124211" y="663178"/>
                  </a:lnTo>
                  <a:lnTo>
                    <a:pt x="124211" y="682228"/>
                  </a:lnTo>
                  <a:close/>
                </a:path>
                <a:path w="2929890" h="682625">
                  <a:moveTo>
                    <a:pt x="86111" y="682228"/>
                  </a:moveTo>
                  <a:lnTo>
                    <a:pt x="67061" y="682228"/>
                  </a:lnTo>
                  <a:lnTo>
                    <a:pt x="67061" y="663178"/>
                  </a:lnTo>
                  <a:lnTo>
                    <a:pt x="86111" y="663178"/>
                  </a:lnTo>
                  <a:lnTo>
                    <a:pt x="86111" y="682228"/>
                  </a:lnTo>
                  <a:close/>
                </a:path>
                <a:path w="2929890" h="682625">
                  <a:moveTo>
                    <a:pt x="48011" y="682228"/>
                  </a:moveTo>
                  <a:lnTo>
                    <a:pt x="47617" y="682228"/>
                  </a:lnTo>
                  <a:lnTo>
                    <a:pt x="38284" y="681304"/>
                  </a:lnTo>
                  <a:lnTo>
                    <a:pt x="29395" y="678603"/>
                  </a:lnTo>
                  <a:lnTo>
                    <a:pt x="29003" y="678394"/>
                  </a:lnTo>
                  <a:lnTo>
                    <a:pt x="36440" y="660900"/>
                  </a:lnTo>
                  <a:lnTo>
                    <a:pt x="40011" y="662419"/>
                  </a:lnTo>
                  <a:lnTo>
                    <a:pt x="43737" y="663178"/>
                  </a:lnTo>
                  <a:lnTo>
                    <a:pt x="48011" y="663178"/>
                  </a:lnTo>
                  <a:lnTo>
                    <a:pt x="48011" y="682228"/>
                  </a:lnTo>
                  <a:close/>
                </a:path>
                <a:path w="2929890" h="682625">
                  <a:moveTo>
                    <a:pt x="13114" y="667267"/>
                  </a:moveTo>
                  <a:lnTo>
                    <a:pt x="8000" y="661029"/>
                  </a:lnTo>
                  <a:lnTo>
                    <a:pt x="3624" y="652833"/>
                  </a:lnTo>
                  <a:lnTo>
                    <a:pt x="3004" y="650793"/>
                  </a:lnTo>
                  <a:lnTo>
                    <a:pt x="20761" y="644351"/>
                  </a:lnTo>
                  <a:lnTo>
                    <a:pt x="22112" y="648074"/>
                  </a:lnTo>
                  <a:lnTo>
                    <a:pt x="24148" y="651373"/>
                  </a:lnTo>
                  <a:lnTo>
                    <a:pt x="26869" y="654247"/>
                  </a:lnTo>
                  <a:lnTo>
                    <a:pt x="13114" y="667267"/>
                  </a:lnTo>
                  <a:close/>
                </a:path>
                <a:path w="2929890" h="682625">
                  <a:moveTo>
                    <a:pt x="19049" y="631695"/>
                  </a:moveTo>
                  <a:lnTo>
                    <a:pt x="0" y="631695"/>
                  </a:lnTo>
                  <a:lnTo>
                    <a:pt x="0" y="612645"/>
                  </a:lnTo>
                  <a:lnTo>
                    <a:pt x="19049" y="612645"/>
                  </a:lnTo>
                  <a:lnTo>
                    <a:pt x="19049" y="631695"/>
                  </a:lnTo>
                  <a:close/>
                </a:path>
                <a:path w="2929890" h="682625">
                  <a:moveTo>
                    <a:pt x="19049" y="593595"/>
                  </a:moveTo>
                  <a:lnTo>
                    <a:pt x="0" y="593595"/>
                  </a:lnTo>
                  <a:lnTo>
                    <a:pt x="0" y="574545"/>
                  </a:lnTo>
                  <a:lnTo>
                    <a:pt x="19049" y="574545"/>
                  </a:lnTo>
                  <a:lnTo>
                    <a:pt x="19049" y="593595"/>
                  </a:lnTo>
                  <a:close/>
                </a:path>
                <a:path w="2929890" h="682625">
                  <a:moveTo>
                    <a:pt x="19049" y="555495"/>
                  </a:moveTo>
                  <a:lnTo>
                    <a:pt x="0" y="555495"/>
                  </a:lnTo>
                  <a:lnTo>
                    <a:pt x="0" y="536445"/>
                  </a:lnTo>
                  <a:lnTo>
                    <a:pt x="19049" y="536445"/>
                  </a:lnTo>
                  <a:lnTo>
                    <a:pt x="19049" y="555495"/>
                  </a:lnTo>
                  <a:close/>
                </a:path>
                <a:path w="2929890" h="682625">
                  <a:moveTo>
                    <a:pt x="19049" y="517395"/>
                  </a:moveTo>
                  <a:lnTo>
                    <a:pt x="0" y="517395"/>
                  </a:lnTo>
                  <a:lnTo>
                    <a:pt x="0" y="498345"/>
                  </a:lnTo>
                  <a:lnTo>
                    <a:pt x="19049" y="498345"/>
                  </a:lnTo>
                  <a:lnTo>
                    <a:pt x="19049" y="517395"/>
                  </a:lnTo>
                  <a:close/>
                </a:path>
                <a:path w="2929890" h="682625">
                  <a:moveTo>
                    <a:pt x="19049" y="479295"/>
                  </a:moveTo>
                  <a:lnTo>
                    <a:pt x="0" y="479295"/>
                  </a:lnTo>
                  <a:lnTo>
                    <a:pt x="0" y="460245"/>
                  </a:lnTo>
                  <a:lnTo>
                    <a:pt x="19049" y="460245"/>
                  </a:lnTo>
                  <a:lnTo>
                    <a:pt x="19049" y="479295"/>
                  </a:lnTo>
                  <a:close/>
                </a:path>
                <a:path w="2929890" h="682625">
                  <a:moveTo>
                    <a:pt x="19049" y="441195"/>
                  </a:moveTo>
                  <a:lnTo>
                    <a:pt x="0" y="441195"/>
                  </a:lnTo>
                  <a:lnTo>
                    <a:pt x="0" y="422145"/>
                  </a:lnTo>
                  <a:lnTo>
                    <a:pt x="19049" y="422145"/>
                  </a:lnTo>
                  <a:lnTo>
                    <a:pt x="19049" y="441195"/>
                  </a:lnTo>
                  <a:close/>
                </a:path>
                <a:path w="2929890" h="682625">
                  <a:moveTo>
                    <a:pt x="19049" y="403095"/>
                  </a:moveTo>
                  <a:lnTo>
                    <a:pt x="0" y="403095"/>
                  </a:lnTo>
                  <a:lnTo>
                    <a:pt x="0" y="384045"/>
                  </a:lnTo>
                  <a:lnTo>
                    <a:pt x="19049" y="384045"/>
                  </a:lnTo>
                  <a:lnTo>
                    <a:pt x="19049" y="403095"/>
                  </a:lnTo>
                  <a:close/>
                </a:path>
                <a:path w="2929890" h="682625">
                  <a:moveTo>
                    <a:pt x="19049" y="364995"/>
                  </a:moveTo>
                  <a:lnTo>
                    <a:pt x="0" y="364995"/>
                  </a:lnTo>
                  <a:lnTo>
                    <a:pt x="0" y="345945"/>
                  </a:lnTo>
                  <a:lnTo>
                    <a:pt x="19049" y="345945"/>
                  </a:lnTo>
                  <a:lnTo>
                    <a:pt x="19049" y="364995"/>
                  </a:lnTo>
                  <a:close/>
                </a:path>
                <a:path w="2929890" h="682625">
                  <a:moveTo>
                    <a:pt x="19049" y="326895"/>
                  </a:moveTo>
                  <a:lnTo>
                    <a:pt x="0" y="326895"/>
                  </a:lnTo>
                  <a:lnTo>
                    <a:pt x="0" y="307845"/>
                  </a:lnTo>
                  <a:lnTo>
                    <a:pt x="19049" y="307845"/>
                  </a:lnTo>
                  <a:lnTo>
                    <a:pt x="19049" y="326895"/>
                  </a:lnTo>
                  <a:close/>
                </a:path>
                <a:path w="2929890" h="682625">
                  <a:moveTo>
                    <a:pt x="19049" y="288795"/>
                  </a:moveTo>
                  <a:lnTo>
                    <a:pt x="0" y="288795"/>
                  </a:lnTo>
                  <a:lnTo>
                    <a:pt x="0" y="269745"/>
                  </a:lnTo>
                  <a:lnTo>
                    <a:pt x="19049" y="269745"/>
                  </a:lnTo>
                  <a:lnTo>
                    <a:pt x="19049" y="288795"/>
                  </a:lnTo>
                  <a:close/>
                </a:path>
                <a:path w="2929890" h="682625">
                  <a:moveTo>
                    <a:pt x="19049" y="250695"/>
                  </a:moveTo>
                  <a:lnTo>
                    <a:pt x="0" y="250695"/>
                  </a:lnTo>
                  <a:lnTo>
                    <a:pt x="0" y="231645"/>
                  </a:lnTo>
                  <a:lnTo>
                    <a:pt x="19049" y="231645"/>
                  </a:lnTo>
                  <a:lnTo>
                    <a:pt x="19049" y="250695"/>
                  </a:lnTo>
                  <a:close/>
                </a:path>
                <a:path w="2929890" h="682625">
                  <a:moveTo>
                    <a:pt x="19049" y="212595"/>
                  </a:moveTo>
                  <a:lnTo>
                    <a:pt x="0" y="212595"/>
                  </a:lnTo>
                  <a:lnTo>
                    <a:pt x="0" y="193545"/>
                  </a:lnTo>
                  <a:lnTo>
                    <a:pt x="19049" y="193545"/>
                  </a:lnTo>
                  <a:lnTo>
                    <a:pt x="19049" y="212595"/>
                  </a:lnTo>
                  <a:close/>
                </a:path>
                <a:path w="2929890" h="682625">
                  <a:moveTo>
                    <a:pt x="19049" y="174495"/>
                  </a:moveTo>
                  <a:lnTo>
                    <a:pt x="0" y="174495"/>
                  </a:lnTo>
                  <a:lnTo>
                    <a:pt x="0" y="155445"/>
                  </a:lnTo>
                  <a:lnTo>
                    <a:pt x="19049" y="155445"/>
                  </a:lnTo>
                  <a:lnTo>
                    <a:pt x="19049" y="174495"/>
                  </a:lnTo>
                  <a:close/>
                </a:path>
                <a:path w="2929890" h="682625">
                  <a:moveTo>
                    <a:pt x="19049" y="136395"/>
                  </a:moveTo>
                  <a:lnTo>
                    <a:pt x="0" y="136395"/>
                  </a:lnTo>
                  <a:lnTo>
                    <a:pt x="0" y="117345"/>
                  </a:lnTo>
                  <a:lnTo>
                    <a:pt x="19049" y="117345"/>
                  </a:lnTo>
                  <a:lnTo>
                    <a:pt x="19049" y="136395"/>
                  </a:lnTo>
                  <a:close/>
                </a:path>
                <a:path w="2929890" h="682625">
                  <a:moveTo>
                    <a:pt x="19049" y="98295"/>
                  </a:moveTo>
                  <a:lnTo>
                    <a:pt x="0" y="98295"/>
                  </a:lnTo>
                  <a:lnTo>
                    <a:pt x="0" y="79245"/>
                  </a:lnTo>
                  <a:lnTo>
                    <a:pt x="19049" y="79245"/>
                  </a:lnTo>
                  <a:lnTo>
                    <a:pt x="19049" y="98295"/>
                  </a:lnTo>
                  <a:close/>
                </a:path>
                <a:path w="2929890" h="682625">
                  <a:moveTo>
                    <a:pt x="19049" y="60195"/>
                  </a:moveTo>
                  <a:lnTo>
                    <a:pt x="0" y="60195"/>
                  </a:lnTo>
                  <a:lnTo>
                    <a:pt x="0" y="47617"/>
                  </a:lnTo>
                  <a:lnTo>
                    <a:pt x="656" y="40979"/>
                  </a:lnTo>
                  <a:lnTo>
                    <a:pt x="19330" y="43618"/>
                  </a:lnTo>
                  <a:lnTo>
                    <a:pt x="19143" y="44944"/>
                  </a:lnTo>
                  <a:lnTo>
                    <a:pt x="19049" y="60195"/>
                  </a:lnTo>
                  <a:close/>
                </a:path>
                <a:path w="2929890" h="682625">
                  <a:moveTo>
                    <a:pt x="23250" y="32704"/>
                  </a:moveTo>
                  <a:lnTo>
                    <a:pt x="7125" y="22837"/>
                  </a:lnTo>
                  <a:lnTo>
                    <a:pt x="8000" y="21199"/>
                  </a:lnTo>
                  <a:lnTo>
                    <a:pt x="13946" y="13946"/>
                  </a:lnTo>
                  <a:lnTo>
                    <a:pt x="20417" y="8641"/>
                  </a:lnTo>
                  <a:lnTo>
                    <a:pt x="31268" y="24190"/>
                  </a:lnTo>
                  <a:lnTo>
                    <a:pt x="29890" y="25152"/>
                  </a:lnTo>
                  <a:lnTo>
                    <a:pt x="28606" y="26227"/>
                  </a:lnTo>
                  <a:lnTo>
                    <a:pt x="25818" y="29015"/>
                  </a:lnTo>
                  <a:lnTo>
                    <a:pt x="24429" y="30778"/>
                  </a:lnTo>
                  <a:lnTo>
                    <a:pt x="23250" y="32704"/>
                  </a:lnTo>
                  <a:close/>
                </a:path>
                <a:path w="2929890" h="682625">
                  <a:moveTo>
                    <a:pt x="41924" y="19622"/>
                  </a:moveTo>
                  <a:lnTo>
                    <a:pt x="38120" y="923"/>
                  </a:lnTo>
                  <a:lnTo>
                    <a:pt x="38284" y="923"/>
                  </a:lnTo>
                  <a:lnTo>
                    <a:pt x="47617" y="0"/>
                  </a:lnTo>
                  <a:lnTo>
                    <a:pt x="66667" y="0"/>
                  </a:lnTo>
                  <a:lnTo>
                    <a:pt x="66667" y="19049"/>
                  </a:lnTo>
                  <a:lnTo>
                    <a:pt x="45699" y="19049"/>
                  </a:lnTo>
                  <a:lnTo>
                    <a:pt x="43801" y="19240"/>
                  </a:lnTo>
                  <a:lnTo>
                    <a:pt x="41924" y="19622"/>
                  </a:lnTo>
                  <a:close/>
                </a:path>
              </a:pathLst>
            </a:custGeom>
            <a:solidFill>
              <a:srgbClr val="737373"/>
            </a:solidFill>
          </p:spPr>
          <p:txBody>
            <a:bodyPr wrap="square" lIns="0" tIns="0" rIns="0" bIns="0" rtlCol="0"/>
            <a:lstStyle/>
            <a:p>
              <a:endParaRPr/>
            </a:p>
          </p:txBody>
        </p:sp>
        <p:pic>
          <p:nvPicPr>
            <p:cNvPr id="111" name="object 111"/>
            <p:cNvPicPr/>
            <p:nvPr/>
          </p:nvPicPr>
          <p:blipFill>
            <a:blip r:embed="rId29" cstate="print"/>
            <a:stretch>
              <a:fillRect/>
            </a:stretch>
          </p:blipFill>
          <p:spPr>
            <a:xfrm>
              <a:off x="11035239" y="3550712"/>
              <a:ext cx="504824" cy="504824"/>
            </a:xfrm>
            <a:prstGeom prst="rect">
              <a:avLst/>
            </a:prstGeom>
          </p:spPr>
        </p:pic>
        <p:pic>
          <p:nvPicPr>
            <p:cNvPr id="112" name="object 112"/>
            <p:cNvPicPr/>
            <p:nvPr/>
          </p:nvPicPr>
          <p:blipFill>
            <a:blip r:embed="rId30" cstate="print"/>
            <a:stretch>
              <a:fillRect/>
            </a:stretch>
          </p:blipFill>
          <p:spPr>
            <a:xfrm>
              <a:off x="4315135" y="3378286"/>
              <a:ext cx="416747" cy="898378"/>
            </a:xfrm>
            <a:prstGeom prst="rect">
              <a:avLst/>
            </a:prstGeom>
          </p:spPr>
        </p:pic>
      </p:grpSp>
      <p:sp>
        <p:nvSpPr>
          <p:cNvPr id="116" name="object 116"/>
          <p:cNvSpPr txBox="1"/>
          <p:nvPr/>
        </p:nvSpPr>
        <p:spPr>
          <a:xfrm>
            <a:off x="6172201" y="4890109"/>
            <a:ext cx="3258400" cy="232115"/>
          </a:xfrm>
          <a:prstGeom prst="rect">
            <a:avLst/>
          </a:prstGeom>
        </p:spPr>
        <p:txBody>
          <a:bodyPr vert="horz" wrap="square" lIns="0" tIns="16510" rIns="0" bIns="0" rtlCol="0">
            <a:spAutoFit/>
          </a:bodyPr>
          <a:lstStyle/>
          <a:p>
            <a:pPr marL="12700" marR="5080" indent="623570">
              <a:lnSpc>
                <a:spcPct val="100000"/>
              </a:lnSpc>
              <a:spcBef>
                <a:spcPts val="130"/>
              </a:spcBef>
            </a:pPr>
            <a:r>
              <a:rPr lang="en-IN" sz="1400" b="1" dirty="0">
                <a:latin typeface="Tahoma" panose="020B0604030504040204" pitchFamily="34" charset="0"/>
                <a:ea typeface="Tahoma" panose="020B0604030504040204" pitchFamily="34" charset="0"/>
                <a:cs typeface="Tahoma" panose="020B0604030504040204" pitchFamily="34" charset="0"/>
              </a:rPr>
              <a:t>Model-Observation Check</a:t>
            </a:r>
          </a:p>
        </p:txBody>
      </p:sp>
      <p:sp>
        <p:nvSpPr>
          <p:cNvPr id="117" name="object 117"/>
          <p:cNvSpPr txBox="1"/>
          <p:nvPr/>
        </p:nvSpPr>
        <p:spPr>
          <a:xfrm>
            <a:off x="11611726" y="3467972"/>
            <a:ext cx="2198370" cy="607859"/>
          </a:xfrm>
          <a:prstGeom prst="rect">
            <a:avLst/>
          </a:prstGeom>
        </p:spPr>
        <p:txBody>
          <a:bodyPr vert="horz" wrap="square" lIns="0" tIns="22860" rIns="0" bIns="0" rtlCol="0">
            <a:spAutoFit/>
          </a:bodyPr>
          <a:lstStyle/>
          <a:p>
            <a:pPr marL="12700" marR="5080" algn="just">
              <a:lnSpc>
                <a:spcPct val="100000"/>
              </a:lnSpc>
              <a:spcBef>
                <a:spcPts val="180"/>
              </a:spcBef>
            </a:pPr>
            <a:r>
              <a:rPr lang="en-IN" sz="1400" dirty="0"/>
              <a:t>"</a:t>
            </a:r>
            <a:r>
              <a:rPr lang="en-IN" sz="1200" dirty="0"/>
              <a:t>Cross-validation of the anomaly using AI-assisted RAG explanations."</a:t>
            </a:r>
            <a:endParaRPr sz="1200" dirty="0">
              <a:latin typeface="Tahoma"/>
              <a:cs typeface="Tahoma"/>
            </a:endParaRPr>
          </a:p>
        </p:txBody>
      </p:sp>
      <p:sp>
        <p:nvSpPr>
          <p:cNvPr id="118" name="object 118"/>
          <p:cNvSpPr txBox="1"/>
          <p:nvPr/>
        </p:nvSpPr>
        <p:spPr>
          <a:xfrm>
            <a:off x="16070750" y="3510310"/>
            <a:ext cx="1964055" cy="761747"/>
          </a:xfrm>
          <a:prstGeom prst="rect">
            <a:avLst/>
          </a:prstGeom>
        </p:spPr>
        <p:txBody>
          <a:bodyPr vert="horz" wrap="square" lIns="0" tIns="22860" rIns="0" bIns="0" rtlCol="0">
            <a:spAutoFit/>
          </a:bodyPr>
          <a:lstStyle/>
          <a:p>
            <a:pPr marL="12700" marR="5080" algn="just">
              <a:lnSpc>
                <a:spcPct val="100000"/>
              </a:lnSpc>
              <a:spcBef>
                <a:spcPts val="180"/>
              </a:spcBef>
            </a:pPr>
            <a:r>
              <a:rPr lang="en-IN" sz="1200" dirty="0">
                <a:latin typeface="Lucida Sans Unicode" panose="020B0602030504020204" pitchFamily="34" charset="0"/>
                <a:cs typeface="Lucida Sans Unicode" panose="020B0602030504020204" pitchFamily="34" charset="0"/>
              </a:rPr>
              <a:t>"OGC-standard data export integrates directly into national GIS systems."</a:t>
            </a:r>
            <a:endParaRPr sz="1200" dirty="0">
              <a:latin typeface="Lucida Sans Unicode" panose="020B0602030504020204" pitchFamily="34" charset="0"/>
              <a:cs typeface="Lucida Sans Unicode" panose="020B0602030504020204" pitchFamily="34" charset="0"/>
            </a:endParaRPr>
          </a:p>
        </p:txBody>
      </p:sp>
      <p:sp>
        <p:nvSpPr>
          <p:cNvPr id="119" name="object 119"/>
          <p:cNvSpPr txBox="1"/>
          <p:nvPr/>
        </p:nvSpPr>
        <p:spPr>
          <a:xfrm>
            <a:off x="11257929" y="4960187"/>
            <a:ext cx="2346960" cy="807657"/>
          </a:xfrm>
          <a:prstGeom prst="rect">
            <a:avLst/>
          </a:prstGeom>
        </p:spPr>
        <p:txBody>
          <a:bodyPr vert="horz" wrap="square" lIns="0" tIns="20955" rIns="0" bIns="0" rtlCol="0">
            <a:spAutoFit/>
          </a:bodyPr>
          <a:lstStyle/>
          <a:p>
            <a:pPr marL="12700" marR="5080" indent="356870">
              <a:lnSpc>
                <a:spcPct val="96000"/>
              </a:lnSpc>
              <a:spcBef>
                <a:spcPts val="165"/>
              </a:spcBef>
            </a:pPr>
            <a:r>
              <a:rPr lang="en-IN" sz="1400" spc="-35" dirty="0">
                <a:latin typeface="Arial Black"/>
                <a:cs typeface="Arial Black"/>
              </a:rPr>
              <a:t>Advisory Verification</a:t>
            </a:r>
          </a:p>
          <a:p>
            <a:pPr marL="12700" marR="5080" indent="356870">
              <a:lnSpc>
                <a:spcPct val="100000"/>
              </a:lnSpc>
              <a:spcBef>
                <a:spcPts val="165"/>
              </a:spcBef>
            </a:pPr>
            <a:r>
              <a:rPr sz="1200" spc="-10" dirty="0">
                <a:latin typeface="Lucida Sans Unicode" panose="020B0602030504020204" pitchFamily="34" charset="0"/>
                <a:cs typeface="Lucida Sans Unicode" panose="020B0602030504020204" pitchFamily="34" charset="0"/>
              </a:rPr>
              <a:t> </a:t>
            </a:r>
            <a:r>
              <a:rPr lang="en-IN" sz="1200" dirty="0">
                <a:latin typeface="Lucida Sans Unicode" panose="020B0602030504020204" pitchFamily="34" charset="0"/>
                <a:cs typeface="Lucida Sans Unicode" panose="020B0602030504020204" pitchFamily="34" charset="0"/>
              </a:rPr>
              <a:t>Reviews the validated comparison and approves it for official advisory issuance.</a:t>
            </a:r>
            <a:endParaRPr sz="1200" dirty="0">
              <a:latin typeface="Lucida Sans Unicode" panose="020B0602030504020204" pitchFamily="34" charset="0"/>
              <a:cs typeface="Lucida Sans Unicode" panose="020B0602030504020204" pitchFamily="34" charset="0"/>
            </a:endParaRPr>
          </a:p>
        </p:txBody>
      </p:sp>
      <p:sp>
        <p:nvSpPr>
          <p:cNvPr id="120" name="object 120"/>
          <p:cNvSpPr txBox="1"/>
          <p:nvPr/>
        </p:nvSpPr>
        <p:spPr>
          <a:xfrm>
            <a:off x="10542055" y="6065644"/>
            <a:ext cx="2991485" cy="859209"/>
          </a:xfrm>
          <a:prstGeom prst="rect">
            <a:avLst/>
          </a:prstGeom>
        </p:spPr>
        <p:txBody>
          <a:bodyPr vert="horz" wrap="square" lIns="0" tIns="27939" rIns="0" bIns="0" rtlCol="0">
            <a:spAutoFit/>
          </a:bodyPr>
          <a:lstStyle/>
          <a:p>
            <a:pPr marL="12700" marR="5080">
              <a:lnSpc>
                <a:spcPct val="100000"/>
              </a:lnSpc>
              <a:spcBef>
                <a:spcPts val="219"/>
              </a:spcBef>
              <a:tabLst>
                <a:tab pos="1463040" algn="l"/>
                <a:tab pos="2495550" algn="l"/>
              </a:tabLst>
            </a:pPr>
            <a:r>
              <a:rPr lang="en-IN" b="1" dirty="0">
                <a:latin typeface="Tahoma" panose="020B0604030504040204" pitchFamily="34" charset="0"/>
                <a:ea typeface="Tahoma" panose="020B0604030504040204" pitchFamily="34" charset="0"/>
                <a:cs typeface="Tahoma" panose="020B0604030504040204" pitchFamily="34" charset="0"/>
              </a:rPr>
              <a:t>Simplified Verification</a:t>
            </a:r>
            <a:br>
              <a:rPr lang="en-IN" dirty="0"/>
            </a:br>
            <a:r>
              <a:rPr lang="en-IN" sz="1200" dirty="0">
                <a:latin typeface="Lucida Sans Unicode" panose="020B0602030504020204" pitchFamily="34" charset="0"/>
                <a:cs typeface="Lucida Sans Unicode" panose="020B0602030504020204" pitchFamily="34" charset="0"/>
              </a:rPr>
              <a:t>Real-time tracking of every validated anomaly, reducing risk of delayed advisories.</a:t>
            </a:r>
            <a:endParaRPr sz="1200" dirty="0">
              <a:latin typeface="Lucida Sans Unicode" panose="020B0602030504020204" pitchFamily="34" charset="0"/>
              <a:cs typeface="Lucida Sans Unicode" panose="020B0602030504020204" pitchFamily="34" charset="0"/>
            </a:endParaRPr>
          </a:p>
        </p:txBody>
      </p:sp>
      <p:sp>
        <p:nvSpPr>
          <p:cNvPr id="121" name="object 121"/>
          <p:cNvSpPr txBox="1"/>
          <p:nvPr/>
        </p:nvSpPr>
        <p:spPr>
          <a:xfrm>
            <a:off x="9475484" y="8790048"/>
            <a:ext cx="3564890" cy="874598"/>
          </a:xfrm>
          <a:prstGeom prst="rect">
            <a:avLst/>
          </a:prstGeom>
        </p:spPr>
        <p:txBody>
          <a:bodyPr vert="horz" wrap="square" lIns="0" tIns="12700" rIns="0" bIns="0" rtlCol="0">
            <a:spAutoFit/>
          </a:bodyPr>
          <a:lstStyle/>
          <a:p>
            <a:pPr marL="12700" algn="just">
              <a:lnSpc>
                <a:spcPct val="100000"/>
              </a:lnSpc>
              <a:spcBef>
                <a:spcPts val="100"/>
              </a:spcBef>
              <a:tabLst>
                <a:tab pos="1517015" algn="l"/>
                <a:tab pos="1956435" algn="l"/>
                <a:tab pos="3321050" algn="l"/>
              </a:tabLst>
            </a:pPr>
            <a:r>
              <a:rPr lang="en-IN" sz="1400" dirty="0">
                <a:latin typeface="Lucida Sans Unicode" panose="020B0602030504020204" pitchFamily="34" charset="0"/>
                <a:cs typeface="Lucida Sans Unicode" panose="020B0602030504020204" pitchFamily="34" charset="0"/>
              </a:rPr>
              <a:t>SAGAR-DRISHTI is projected to reduce model-validation time by up to 93%, validated against existing manual cross-checking workflows.</a:t>
            </a:r>
            <a:endParaRPr sz="1400" dirty="0">
              <a:latin typeface="Lucida Sans Unicode" panose="020B0602030504020204" pitchFamily="34" charset="0"/>
              <a:cs typeface="Lucida Sans Unicode" panose="020B0602030504020204" pitchFamily="34" charset="0"/>
            </a:endParaRPr>
          </a:p>
        </p:txBody>
      </p:sp>
      <p:sp>
        <p:nvSpPr>
          <p:cNvPr id="124" name="object 124"/>
          <p:cNvSpPr txBox="1"/>
          <p:nvPr/>
        </p:nvSpPr>
        <p:spPr>
          <a:xfrm>
            <a:off x="14611524" y="8618790"/>
            <a:ext cx="3460115" cy="1090042"/>
          </a:xfrm>
          <a:prstGeom prst="rect">
            <a:avLst/>
          </a:prstGeom>
        </p:spPr>
        <p:txBody>
          <a:bodyPr vert="horz" wrap="square" lIns="0" tIns="12700" rIns="0" bIns="0" rtlCol="0">
            <a:spAutoFit/>
          </a:bodyPr>
          <a:lstStyle/>
          <a:p>
            <a:pPr marL="12700" marR="5080" algn="just">
              <a:lnSpc>
                <a:spcPct val="100000"/>
              </a:lnSpc>
              <a:spcBef>
                <a:spcPts val="100"/>
              </a:spcBef>
            </a:pPr>
            <a:r>
              <a:rPr lang="en-IN" sz="1400" dirty="0">
                <a:latin typeface="Lucida Sans Unicode" panose="020B0602030504020204" pitchFamily="34" charset="0"/>
                <a:cs typeface="Lucida Sans Unicode" panose="020B0602030504020204" pitchFamily="34" charset="0"/>
              </a:rPr>
              <a:t>A 93% reduction cuts forecaster validation time from 15 minutes to under 60 seconds — directly strengthening India's coastal disaster advisory response targets.</a:t>
            </a:r>
            <a:endParaRPr sz="1400" dirty="0">
              <a:latin typeface="Lucida Sans Unicode" panose="020B0602030504020204" pitchFamily="34" charset="0"/>
              <a:cs typeface="Lucida Sans Unicode" panose="020B0602030504020204" pitchFamily="34" charset="0"/>
            </a:endParaRPr>
          </a:p>
        </p:txBody>
      </p:sp>
      <p:sp>
        <p:nvSpPr>
          <p:cNvPr id="125" name="object 125"/>
          <p:cNvSpPr/>
          <p:nvPr/>
        </p:nvSpPr>
        <p:spPr>
          <a:xfrm>
            <a:off x="0" y="7640284"/>
            <a:ext cx="1870710" cy="391795"/>
          </a:xfrm>
          <a:custGeom>
            <a:avLst/>
            <a:gdLst/>
            <a:ahLst/>
            <a:cxnLst/>
            <a:rect l="l" t="t" r="r" b="b"/>
            <a:pathLst>
              <a:path w="1870710" h="391795">
                <a:moveTo>
                  <a:pt x="1772397" y="391799"/>
                </a:moveTo>
                <a:lnTo>
                  <a:pt x="0" y="391799"/>
                </a:lnTo>
                <a:lnTo>
                  <a:pt x="0" y="0"/>
                </a:lnTo>
                <a:lnTo>
                  <a:pt x="1772397" y="0"/>
                </a:lnTo>
                <a:lnTo>
                  <a:pt x="1810524" y="7697"/>
                </a:lnTo>
                <a:lnTo>
                  <a:pt x="1841658" y="28688"/>
                </a:lnTo>
                <a:lnTo>
                  <a:pt x="1862650" y="59823"/>
                </a:lnTo>
                <a:lnTo>
                  <a:pt x="1870347" y="97949"/>
                </a:lnTo>
                <a:lnTo>
                  <a:pt x="1870347" y="293849"/>
                </a:lnTo>
                <a:lnTo>
                  <a:pt x="1862650" y="331975"/>
                </a:lnTo>
                <a:lnTo>
                  <a:pt x="1841658" y="363110"/>
                </a:lnTo>
                <a:lnTo>
                  <a:pt x="1810524" y="384101"/>
                </a:lnTo>
                <a:lnTo>
                  <a:pt x="1772397" y="391799"/>
                </a:lnTo>
                <a:close/>
              </a:path>
            </a:pathLst>
          </a:custGeom>
          <a:solidFill>
            <a:srgbClr val="000000"/>
          </a:solidFill>
        </p:spPr>
        <p:txBody>
          <a:bodyPr wrap="square" lIns="0" tIns="0" rIns="0" bIns="0" rtlCol="0"/>
          <a:lstStyle/>
          <a:p>
            <a:endParaRPr/>
          </a:p>
        </p:txBody>
      </p:sp>
      <p:sp>
        <p:nvSpPr>
          <p:cNvPr id="126" name="object 126"/>
          <p:cNvSpPr txBox="1"/>
          <p:nvPr/>
        </p:nvSpPr>
        <p:spPr>
          <a:xfrm>
            <a:off x="153294" y="7807427"/>
            <a:ext cx="5263276" cy="1115690"/>
          </a:xfrm>
          <a:prstGeom prst="rect">
            <a:avLst/>
          </a:prstGeom>
        </p:spPr>
        <p:txBody>
          <a:bodyPr vert="horz" wrap="square" lIns="0" tIns="12700" rIns="0" bIns="0" rtlCol="0">
            <a:spAutoFit/>
          </a:bodyPr>
          <a:lstStyle/>
          <a:p>
            <a:pPr marL="12700" algn="just">
              <a:lnSpc>
                <a:spcPct val="100000"/>
              </a:lnSpc>
              <a:spcBef>
                <a:spcPts val="100"/>
              </a:spcBef>
            </a:pPr>
            <a:endParaRPr lang="en-IN" sz="1400" spc="50" dirty="0">
              <a:solidFill>
                <a:srgbClr val="FFFFFF"/>
              </a:solidFill>
              <a:latin typeface="Tahoma"/>
              <a:cs typeface="Tahoma"/>
            </a:endParaRPr>
          </a:p>
          <a:p>
            <a:pPr marL="12700" algn="just" rtl="0">
              <a:spcBef>
                <a:spcPts val="100"/>
              </a:spcBef>
            </a:pPr>
            <a:r>
              <a:rPr lang="en-IN" sz="1400" b="1" dirty="0"/>
              <a:t>Our solution perfectly aligns with the UN Sustainable Development Goals — advancing ocean science, climate resilience, and coastal safety for India.</a:t>
            </a:r>
            <a:endParaRPr lang="en-IN" sz="1400" dirty="0"/>
          </a:p>
          <a:p>
            <a:pPr marL="12700" algn="just">
              <a:lnSpc>
                <a:spcPct val="100000"/>
              </a:lnSpc>
              <a:spcBef>
                <a:spcPts val="100"/>
              </a:spcBef>
            </a:pPr>
            <a:endParaRPr sz="1400" dirty="0">
              <a:latin typeface="Tahoma"/>
              <a:cs typeface="Tahoma"/>
            </a:endParaRPr>
          </a:p>
        </p:txBody>
      </p:sp>
      <p:sp>
        <p:nvSpPr>
          <p:cNvPr id="127" name="object 127"/>
          <p:cNvSpPr txBox="1"/>
          <p:nvPr/>
        </p:nvSpPr>
        <p:spPr>
          <a:xfrm>
            <a:off x="5693410" y="8160954"/>
            <a:ext cx="3450590" cy="1749197"/>
          </a:xfrm>
          <a:prstGeom prst="rect">
            <a:avLst/>
          </a:prstGeom>
        </p:spPr>
        <p:txBody>
          <a:bodyPr vert="horz" wrap="square" lIns="0" tIns="12700" rIns="0" bIns="0" rtlCol="0">
            <a:spAutoFit/>
          </a:bodyPr>
          <a:lstStyle/>
          <a:p>
            <a:pPr marL="18415" algn="just">
              <a:lnSpc>
                <a:spcPct val="100000"/>
              </a:lnSpc>
              <a:spcBef>
                <a:spcPts val="100"/>
              </a:spcBef>
            </a:pPr>
            <a:r>
              <a:rPr sz="1400" b="1" spc="-50" dirty="0">
                <a:latin typeface="Tahoma" panose="020B0604030504040204" pitchFamily="34" charset="0"/>
                <a:ea typeface="Tahoma" panose="020B0604030504040204" pitchFamily="34" charset="0"/>
                <a:cs typeface="Tahoma" panose="020B0604030504040204" pitchFamily="34" charset="0"/>
              </a:rPr>
              <a:t>India’s</a:t>
            </a:r>
            <a:r>
              <a:rPr sz="1400" b="1" spc="-195" dirty="0">
                <a:latin typeface="Tahoma" panose="020B0604030504040204" pitchFamily="34" charset="0"/>
                <a:ea typeface="Tahoma" panose="020B0604030504040204" pitchFamily="34" charset="0"/>
                <a:cs typeface="Tahoma" panose="020B0604030504040204" pitchFamily="34" charset="0"/>
              </a:rPr>
              <a:t> </a:t>
            </a:r>
            <a:r>
              <a:rPr sz="1400" b="1" spc="-10" dirty="0">
                <a:latin typeface="Tahoma" panose="020B0604030504040204" pitchFamily="34" charset="0"/>
                <a:ea typeface="Tahoma" panose="020B0604030504040204" pitchFamily="34" charset="0"/>
                <a:cs typeface="Tahoma" panose="020B0604030504040204" pitchFamily="34" charset="0"/>
              </a:rPr>
              <a:t>Goal:</a:t>
            </a:r>
            <a:endParaRPr lang="en-IN" sz="1400" b="1" spc="-10" dirty="0">
              <a:latin typeface="Tahoma" panose="020B0604030504040204" pitchFamily="34" charset="0"/>
              <a:ea typeface="Tahoma" panose="020B0604030504040204" pitchFamily="34" charset="0"/>
              <a:cs typeface="Tahoma" panose="020B0604030504040204" pitchFamily="34" charset="0"/>
            </a:endParaRPr>
          </a:p>
          <a:p>
            <a:pPr marL="18415" algn="just">
              <a:lnSpc>
                <a:spcPct val="100000"/>
              </a:lnSpc>
              <a:spcBef>
                <a:spcPts val="100"/>
              </a:spcBef>
            </a:pPr>
            <a:r>
              <a:rPr lang="en-IN" sz="1400" dirty="0">
                <a:latin typeface="Lucida Sans Unicode" panose="020B0602030504020204" pitchFamily="34" charset="0"/>
                <a:cs typeface="Lucida Sans Unicode" panose="020B0602030504020204" pitchFamily="34" charset="0"/>
              </a:rPr>
              <a:t>Reach </a:t>
            </a:r>
            <a:r>
              <a:rPr lang="en-IN" sz="1400" b="1" dirty="0">
                <a:latin typeface="Lucida Sans Unicode" panose="020B0602030504020204" pitchFamily="34" charset="0"/>
                <a:cs typeface="Lucida Sans Unicode" panose="020B0602030504020204" pitchFamily="34" charset="0"/>
              </a:rPr>
              <a:t>₹4,797 Cr</a:t>
            </a:r>
            <a:r>
              <a:rPr lang="en-IN" sz="1400" dirty="0">
                <a:latin typeface="Lucida Sans Unicode" panose="020B0602030504020204" pitchFamily="34" charset="0"/>
                <a:cs typeface="Lucida Sans Unicode" panose="020B0602030504020204" pitchFamily="34" charset="0"/>
              </a:rPr>
              <a:t> cumulative ocean &amp; climate research investment [PRITHVI Scheme, 2024]</a:t>
            </a:r>
            <a:br>
              <a:rPr lang="en-IN" sz="1400" dirty="0">
                <a:latin typeface="Lucida Sans Unicode" panose="020B0602030504020204" pitchFamily="34" charset="0"/>
                <a:cs typeface="Lucida Sans Unicode" panose="020B0602030504020204" pitchFamily="34" charset="0"/>
              </a:rPr>
            </a:br>
            <a:r>
              <a:rPr lang="en-IN" sz="1400" dirty="0">
                <a:latin typeface="Lucida Sans Unicode" panose="020B0602030504020204" pitchFamily="34" charset="0"/>
                <a:cs typeface="Lucida Sans Unicode" panose="020B0602030504020204" pitchFamily="34" charset="0"/>
              </a:rPr>
              <a:t>In FY2024-25, </a:t>
            </a:r>
            <a:r>
              <a:rPr lang="en-IN" sz="1400" dirty="0" err="1">
                <a:latin typeface="Lucida Sans Unicode" panose="020B0602030504020204" pitchFamily="34" charset="0"/>
                <a:cs typeface="Lucida Sans Unicode" panose="020B0602030504020204" pitchFamily="34" charset="0"/>
              </a:rPr>
              <a:t>MoES's</a:t>
            </a:r>
            <a:r>
              <a:rPr lang="en-IN" sz="1400" dirty="0">
                <a:latin typeface="Lucida Sans Unicode" panose="020B0602030504020204" pitchFamily="34" charset="0"/>
                <a:cs typeface="Lucida Sans Unicode" panose="020B0602030504020204" pitchFamily="34" charset="0"/>
              </a:rPr>
              <a:t> Deep Ocean Mission budget was </a:t>
            </a:r>
            <a:r>
              <a:rPr lang="en-IN" sz="1400" b="1" dirty="0">
                <a:latin typeface="Lucida Sans Unicode" panose="020B0602030504020204" pitchFamily="34" charset="0"/>
                <a:cs typeface="Lucida Sans Unicode" panose="020B0602030504020204" pitchFamily="34" charset="0"/>
              </a:rPr>
              <a:t>₹3,064.8 Cr</a:t>
            </a:r>
            <a:r>
              <a:rPr lang="en-IN" sz="1400" dirty="0">
                <a:latin typeface="Lucida Sans Unicode" panose="020B0602030504020204" pitchFamily="34" charset="0"/>
                <a:cs typeface="Lucida Sans Unicode" panose="020B0602030504020204" pitchFamily="34" charset="0"/>
              </a:rPr>
              <a:t>, growing to </a:t>
            </a:r>
            <a:r>
              <a:rPr lang="en-IN" sz="1400" b="1" dirty="0">
                <a:latin typeface="Lucida Sans Unicode" panose="020B0602030504020204" pitchFamily="34" charset="0"/>
                <a:cs typeface="Lucida Sans Unicode" panose="020B0602030504020204" pitchFamily="34" charset="0"/>
              </a:rPr>
              <a:t>₹3,649.8 Cr</a:t>
            </a:r>
            <a:r>
              <a:rPr lang="en-IN" sz="1400" dirty="0">
                <a:latin typeface="Lucida Sans Unicode" panose="020B0602030504020204" pitchFamily="34" charset="0"/>
                <a:cs typeface="Lucida Sans Unicode" panose="020B0602030504020204" pitchFamily="34" charset="0"/>
              </a:rPr>
              <a:t> in FY2025-26 — a </a:t>
            </a:r>
            <a:r>
              <a:rPr lang="en-IN" sz="1400" b="1" dirty="0">
                <a:latin typeface="Lucida Sans Unicode" panose="020B0602030504020204" pitchFamily="34" charset="0"/>
                <a:cs typeface="Lucida Sans Unicode" panose="020B0602030504020204" pitchFamily="34" charset="0"/>
              </a:rPr>
              <a:t>19.1% YoY growth rate</a:t>
            </a:r>
            <a:r>
              <a:rPr lang="en-IN" sz="1400" dirty="0">
                <a:latin typeface="Lucida Sans Unicode" panose="020B0602030504020204" pitchFamily="34" charset="0"/>
                <a:cs typeface="Lucida Sans Unicode" panose="020B0602030504020204" pitchFamily="34" charset="0"/>
              </a:rPr>
              <a:t>.</a:t>
            </a:r>
            <a:endParaRPr sz="1400" dirty="0">
              <a:latin typeface="Lucida Sans Unicode" panose="020B0602030504020204" pitchFamily="34" charset="0"/>
              <a:cs typeface="Lucida Sans Unicode" panose="020B0602030504020204" pitchFamily="34" charset="0"/>
            </a:endParaRPr>
          </a:p>
        </p:txBody>
      </p:sp>
      <p:sp>
        <p:nvSpPr>
          <p:cNvPr id="128" name="object 128"/>
          <p:cNvSpPr/>
          <p:nvPr/>
        </p:nvSpPr>
        <p:spPr>
          <a:xfrm>
            <a:off x="0" y="2846745"/>
            <a:ext cx="3596004" cy="391795"/>
          </a:xfrm>
          <a:custGeom>
            <a:avLst/>
            <a:gdLst/>
            <a:ahLst/>
            <a:cxnLst/>
            <a:rect l="l" t="t" r="r" b="b"/>
            <a:pathLst>
              <a:path w="3596004" h="391794">
                <a:moveTo>
                  <a:pt x="3497852" y="391794"/>
                </a:moveTo>
                <a:lnTo>
                  <a:pt x="0" y="391794"/>
                </a:lnTo>
                <a:lnTo>
                  <a:pt x="0" y="0"/>
                </a:lnTo>
                <a:lnTo>
                  <a:pt x="3497852" y="0"/>
                </a:lnTo>
                <a:lnTo>
                  <a:pt x="3535978" y="7697"/>
                </a:lnTo>
                <a:lnTo>
                  <a:pt x="3567112" y="28688"/>
                </a:lnTo>
                <a:lnTo>
                  <a:pt x="3588103" y="59822"/>
                </a:lnTo>
                <a:lnTo>
                  <a:pt x="3595801" y="97948"/>
                </a:lnTo>
                <a:lnTo>
                  <a:pt x="3595801" y="293846"/>
                </a:lnTo>
                <a:lnTo>
                  <a:pt x="3588103" y="331972"/>
                </a:lnTo>
                <a:lnTo>
                  <a:pt x="3567112" y="363106"/>
                </a:lnTo>
                <a:lnTo>
                  <a:pt x="3535978" y="384097"/>
                </a:lnTo>
                <a:lnTo>
                  <a:pt x="3497852" y="391794"/>
                </a:lnTo>
                <a:close/>
              </a:path>
            </a:pathLst>
          </a:custGeom>
          <a:solidFill>
            <a:srgbClr val="040505"/>
          </a:solidFill>
        </p:spPr>
        <p:txBody>
          <a:bodyPr wrap="square" lIns="0" tIns="0" rIns="0" bIns="0" rtlCol="0"/>
          <a:lstStyle/>
          <a:p>
            <a:endParaRPr/>
          </a:p>
        </p:txBody>
      </p:sp>
      <p:sp>
        <p:nvSpPr>
          <p:cNvPr id="129" name="object 129"/>
          <p:cNvSpPr txBox="1"/>
          <p:nvPr/>
        </p:nvSpPr>
        <p:spPr>
          <a:xfrm>
            <a:off x="170690" y="2879163"/>
            <a:ext cx="3341370" cy="314960"/>
          </a:xfrm>
          <a:prstGeom prst="rect">
            <a:avLst/>
          </a:prstGeom>
        </p:spPr>
        <p:txBody>
          <a:bodyPr vert="horz" wrap="square" lIns="0" tIns="12700" rIns="0" bIns="0" rtlCol="0">
            <a:spAutoFit/>
          </a:bodyPr>
          <a:lstStyle/>
          <a:p>
            <a:pPr marL="12700">
              <a:lnSpc>
                <a:spcPct val="100000"/>
              </a:lnSpc>
              <a:spcBef>
                <a:spcPts val="100"/>
              </a:spcBef>
            </a:pPr>
            <a:r>
              <a:rPr sz="1900" spc="114" dirty="0">
                <a:solidFill>
                  <a:srgbClr val="FBFDFD"/>
                </a:solidFill>
                <a:latin typeface="Tahoma"/>
                <a:cs typeface="Tahoma"/>
              </a:rPr>
              <a:t>STAKEHOLDERS</a:t>
            </a:r>
            <a:r>
              <a:rPr sz="1900" spc="-114" dirty="0">
                <a:solidFill>
                  <a:srgbClr val="FBFDFD"/>
                </a:solidFill>
                <a:latin typeface="Tahoma"/>
                <a:cs typeface="Tahoma"/>
              </a:rPr>
              <a:t> </a:t>
            </a:r>
            <a:r>
              <a:rPr sz="1900" spc="140" dirty="0">
                <a:solidFill>
                  <a:srgbClr val="FBFDFD"/>
                </a:solidFill>
                <a:latin typeface="Tahoma"/>
                <a:cs typeface="Tahoma"/>
              </a:rPr>
              <a:t>&amp;</a:t>
            </a:r>
            <a:r>
              <a:rPr sz="1900" spc="-110" dirty="0">
                <a:solidFill>
                  <a:srgbClr val="FBFDFD"/>
                </a:solidFill>
                <a:latin typeface="Tahoma"/>
                <a:cs typeface="Tahoma"/>
              </a:rPr>
              <a:t> </a:t>
            </a:r>
            <a:r>
              <a:rPr sz="1900" spc="110" dirty="0">
                <a:solidFill>
                  <a:srgbClr val="FBFDFD"/>
                </a:solidFill>
                <a:latin typeface="Tahoma"/>
                <a:cs typeface="Tahoma"/>
              </a:rPr>
              <a:t>IMPACTS</a:t>
            </a:r>
            <a:endParaRPr sz="1900">
              <a:latin typeface="Tahoma"/>
              <a:cs typeface="Tahoma"/>
            </a:endParaRPr>
          </a:p>
        </p:txBody>
      </p:sp>
      <p:sp>
        <p:nvSpPr>
          <p:cNvPr id="130" name="object 130"/>
          <p:cNvSpPr txBox="1"/>
          <p:nvPr/>
        </p:nvSpPr>
        <p:spPr>
          <a:xfrm>
            <a:off x="9420840" y="8105735"/>
            <a:ext cx="8329930" cy="330200"/>
          </a:xfrm>
          <a:prstGeom prst="rect">
            <a:avLst/>
          </a:prstGeom>
        </p:spPr>
        <p:txBody>
          <a:bodyPr vert="horz" wrap="square" lIns="0" tIns="12700" rIns="0" bIns="0" rtlCol="0">
            <a:spAutoFit/>
          </a:bodyPr>
          <a:lstStyle/>
          <a:p>
            <a:pPr marL="12700">
              <a:lnSpc>
                <a:spcPct val="100000"/>
              </a:lnSpc>
              <a:spcBef>
                <a:spcPts val="100"/>
              </a:spcBef>
            </a:pPr>
            <a:r>
              <a:rPr sz="2000" spc="95" dirty="0">
                <a:solidFill>
                  <a:srgbClr val="811F04"/>
                </a:solidFill>
                <a:latin typeface="Tahoma"/>
                <a:cs typeface="Tahoma"/>
              </a:rPr>
              <a:t>*Consolidated</a:t>
            </a:r>
            <a:r>
              <a:rPr sz="2000" spc="-110" dirty="0">
                <a:solidFill>
                  <a:srgbClr val="811F04"/>
                </a:solidFill>
                <a:latin typeface="Tahoma"/>
                <a:cs typeface="Tahoma"/>
              </a:rPr>
              <a:t> </a:t>
            </a:r>
            <a:r>
              <a:rPr sz="2000" spc="160" dirty="0">
                <a:solidFill>
                  <a:srgbClr val="811F04"/>
                </a:solidFill>
                <a:latin typeface="Tahoma"/>
                <a:cs typeface="Tahoma"/>
              </a:rPr>
              <a:t>Proof</a:t>
            </a:r>
            <a:r>
              <a:rPr sz="2000" spc="-110" dirty="0">
                <a:solidFill>
                  <a:srgbClr val="811F04"/>
                </a:solidFill>
                <a:latin typeface="Tahoma"/>
                <a:cs typeface="Tahoma"/>
              </a:rPr>
              <a:t> </a:t>
            </a:r>
            <a:r>
              <a:rPr sz="2000" spc="95" dirty="0">
                <a:solidFill>
                  <a:srgbClr val="811F04"/>
                </a:solidFill>
                <a:latin typeface="Tahoma"/>
                <a:cs typeface="Tahoma"/>
              </a:rPr>
              <a:t>documents</a:t>
            </a:r>
            <a:r>
              <a:rPr sz="2000" spc="-105" dirty="0">
                <a:solidFill>
                  <a:srgbClr val="811F04"/>
                </a:solidFill>
                <a:latin typeface="Tahoma"/>
                <a:cs typeface="Tahoma"/>
              </a:rPr>
              <a:t> </a:t>
            </a:r>
            <a:r>
              <a:rPr sz="2000" spc="180" dirty="0">
                <a:solidFill>
                  <a:srgbClr val="811F04"/>
                </a:solidFill>
                <a:latin typeface="Tahoma"/>
                <a:cs typeface="Tahoma"/>
              </a:rPr>
              <a:t>of</a:t>
            </a:r>
            <a:r>
              <a:rPr sz="2000" spc="-110" dirty="0">
                <a:solidFill>
                  <a:srgbClr val="811F04"/>
                </a:solidFill>
                <a:latin typeface="Tahoma"/>
                <a:cs typeface="Tahoma"/>
              </a:rPr>
              <a:t> </a:t>
            </a:r>
            <a:r>
              <a:rPr sz="2000" spc="165" dirty="0">
                <a:solidFill>
                  <a:srgbClr val="811F04"/>
                </a:solidFill>
                <a:latin typeface="Tahoma"/>
                <a:cs typeface="Tahoma"/>
              </a:rPr>
              <a:t>all</a:t>
            </a:r>
            <a:r>
              <a:rPr sz="2000" spc="-110" dirty="0">
                <a:solidFill>
                  <a:srgbClr val="811F04"/>
                </a:solidFill>
                <a:latin typeface="Tahoma"/>
                <a:cs typeface="Tahoma"/>
              </a:rPr>
              <a:t> </a:t>
            </a:r>
            <a:r>
              <a:rPr sz="2000" spc="114" dirty="0">
                <a:solidFill>
                  <a:srgbClr val="811F04"/>
                </a:solidFill>
                <a:latin typeface="Tahoma"/>
                <a:cs typeface="Tahoma"/>
              </a:rPr>
              <a:t>research</a:t>
            </a:r>
            <a:r>
              <a:rPr sz="2000" spc="-105" dirty="0">
                <a:solidFill>
                  <a:srgbClr val="811F04"/>
                </a:solidFill>
                <a:latin typeface="Tahoma"/>
                <a:cs typeface="Tahoma"/>
              </a:rPr>
              <a:t> </a:t>
            </a:r>
            <a:r>
              <a:rPr sz="2000" spc="65" dirty="0">
                <a:solidFill>
                  <a:srgbClr val="811F04"/>
                </a:solidFill>
                <a:latin typeface="Tahoma"/>
                <a:cs typeface="Tahoma"/>
              </a:rPr>
              <a:t>is</a:t>
            </a:r>
            <a:r>
              <a:rPr sz="2000" spc="-110" dirty="0">
                <a:solidFill>
                  <a:srgbClr val="811F04"/>
                </a:solidFill>
                <a:latin typeface="Tahoma"/>
                <a:cs typeface="Tahoma"/>
              </a:rPr>
              <a:t> </a:t>
            </a:r>
            <a:r>
              <a:rPr sz="2000" spc="110" dirty="0">
                <a:solidFill>
                  <a:srgbClr val="811F04"/>
                </a:solidFill>
                <a:latin typeface="Tahoma"/>
                <a:cs typeface="Tahoma"/>
              </a:rPr>
              <a:t>provided</a:t>
            </a:r>
            <a:r>
              <a:rPr sz="2000" spc="-105" dirty="0">
                <a:solidFill>
                  <a:srgbClr val="811F04"/>
                </a:solidFill>
                <a:latin typeface="Tahoma"/>
                <a:cs typeface="Tahoma"/>
              </a:rPr>
              <a:t> </a:t>
            </a:r>
            <a:r>
              <a:rPr sz="2000" spc="65" dirty="0">
                <a:solidFill>
                  <a:srgbClr val="811F04"/>
                </a:solidFill>
                <a:latin typeface="Tahoma"/>
                <a:cs typeface="Tahoma"/>
              </a:rPr>
              <a:t>in</a:t>
            </a:r>
            <a:r>
              <a:rPr sz="2000" spc="-110" dirty="0">
                <a:solidFill>
                  <a:srgbClr val="811F04"/>
                </a:solidFill>
                <a:latin typeface="Tahoma"/>
                <a:cs typeface="Tahoma"/>
              </a:rPr>
              <a:t> </a:t>
            </a:r>
            <a:r>
              <a:rPr sz="2000" spc="95" dirty="0">
                <a:solidFill>
                  <a:srgbClr val="811F04"/>
                </a:solidFill>
                <a:latin typeface="Tahoma"/>
                <a:cs typeface="Tahoma"/>
              </a:rPr>
              <a:t>slide</a:t>
            </a:r>
            <a:r>
              <a:rPr sz="2000" spc="-110" dirty="0">
                <a:solidFill>
                  <a:srgbClr val="811F04"/>
                </a:solidFill>
                <a:latin typeface="Tahoma"/>
                <a:cs typeface="Tahoma"/>
              </a:rPr>
              <a:t> </a:t>
            </a:r>
            <a:r>
              <a:rPr sz="2000" spc="-50" dirty="0">
                <a:solidFill>
                  <a:srgbClr val="811F04"/>
                </a:solidFill>
                <a:latin typeface="Tahoma"/>
                <a:cs typeface="Tahoma"/>
              </a:rPr>
              <a:t>6</a:t>
            </a:r>
            <a:endParaRPr sz="2000" dirty="0">
              <a:latin typeface="Tahoma"/>
              <a:cs typeface="Tahoma"/>
            </a:endParaRPr>
          </a:p>
        </p:txBody>
      </p:sp>
      <p:sp>
        <p:nvSpPr>
          <p:cNvPr id="131" name="object 131"/>
          <p:cNvSpPr txBox="1"/>
          <p:nvPr/>
        </p:nvSpPr>
        <p:spPr>
          <a:xfrm>
            <a:off x="15505360" y="5045864"/>
            <a:ext cx="2782640" cy="851130"/>
          </a:xfrm>
          <a:prstGeom prst="rect">
            <a:avLst/>
          </a:prstGeom>
        </p:spPr>
        <p:txBody>
          <a:bodyPr vert="horz" wrap="square" lIns="0" tIns="33655" rIns="0" bIns="0" rtlCol="0">
            <a:spAutoFit/>
          </a:bodyPr>
          <a:lstStyle/>
          <a:p>
            <a:pPr marL="12700" marR="5080" indent="358775">
              <a:lnSpc>
                <a:spcPct val="90200"/>
              </a:lnSpc>
              <a:spcBef>
                <a:spcPts val="265"/>
              </a:spcBef>
            </a:pPr>
            <a:r>
              <a:rPr sz="1400" spc="-40" dirty="0">
                <a:latin typeface="Arial Black"/>
                <a:cs typeface="Arial Black"/>
              </a:rPr>
              <a:t>Data</a:t>
            </a:r>
            <a:r>
              <a:rPr sz="1400" spc="-150" dirty="0">
                <a:latin typeface="Arial Black"/>
                <a:cs typeface="Arial Black"/>
              </a:rPr>
              <a:t> </a:t>
            </a:r>
            <a:r>
              <a:rPr sz="1400" spc="-10" dirty="0">
                <a:latin typeface="Arial Black"/>
                <a:cs typeface="Arial Black"/>
              </a:rPr>
              <a:t>Utilization</a:t>
            </a:r>
            <a:endParaRPr lang="en-IN" sz="1400" spc="-10" dirty="0">
              <a:latin typeface="Arial Black"/>
              <a:cs typeface="Arial Black"/>
            </a:endParaRPr>
          </a:p>
          <a:p>
            <a:pPr marL="12700" marR="5080" indent="358775">
              <a:lnSpc>
                <a:spcPct val="100000"/>
              </a:lnSpc>
              <a:spcBef>
                <a:spcPts val="265"/>
              </a:spcBef>
            </a:pPr>
            <a:r>
              <a:rPr lang="en-IN" sz="1200" dirty="0">
                <a:latin typeface="Lucida Sans Unicode" panose="020B0602030504020204" pitchFamily="34" charset="0"/>
                <a:cs typeface="Lucida Sans Unicode" panose="020B0602030504020204" pitchFamily="34" charset="0"/>
              </a:rPr>
              <a:t>Uses verified data for advisory records, audits, and long-term climate monitoring</a:t>
            </a:r>
            <a:r>
              <a:rPr lang="en-IN" sz="1400" dirty="0"/>
              <a:t>.</a:t>
            </a:r>
            <a:endParaRPr sz="1400" dirty="0">
              <a:latin typeface="Tahoma"/>
              <a:cs typeface="Tahoma"/>
            </a:endParaRPr>
          </a:p>
        </p:txBody>
      </p:sp>
      <p:sp>
        <p:nvSpPr>
          <p:cNvPr id="132" name="object 132"/>
          <p:cNvSpPr txBox="1"/>
          <p:nvPr/>
        </p:nvSpPr>
        <p:spPr>
          <a:xfrm>
            <a:off x="2111447" y="3508736"/>
            <a:ext cx="1958975" cy="792525"/>
          </a:xfrm>
          <a:prstGeom prst="rect">
            <a:avLst/>
          </a:prstGeom>
        </p:spPr>
        <p:txBody>
          <a:bodyPr vert="horz" wrap="square" lIns="0" tIns="22860" rIns="0" bIns="0" rtlCol="0">
            <a:spAutoFit/>
          </a:bodyPr>
          <a:lstStyle/>
          <a:p>
            <a:pPr marL="12700" marR="5080" algn="just">
              <a:lnSpc>
                <a:spcPct val="100000"/>
              </a:lnSpc>
              <a:spcBef>
                <a:spcPts val="180"/>
              </a:spcBef>
            </a:pPr>
            <a:r>
              <a:rPr lang="en-IN" sz="1400" dirty="0"/>
              <a:t>"</a:t>
            </a:r>
            <a:r>
              <a:rPr lang="en-IN" sz="1200" dirty="0">
                <a:latin typeface="Lucida Sans Unicode" panose="020B0602030504020204" pitchFamily="34" charset="0"/>
                <a:cs typeface="Lucida Sans Unicode" panose="020B0602030504020204" pitchFamily="34" charset="0"/>
              </a:rPr>
              <a:t>The forecaster spots a temperature anomaly directly in the 3D ocean scene."</a:t>
            </a:r>
            <a:endParaRPr sz="1200" dirty="0">
              <a:latin typeface="Lucida Sans Unicode" panose="020B0602030504020204" pitchFamily="34" charset="0"/>
              <a:cs typeface="Lucida Sans Unicode" panose="020B0602030504020204" pitchFamily="34" charset="0"/>
            </a:endParaRPr>
          </a:p>
        </p:txBody>
      </p:sp>
      <p:sp>
        <p:nvSpPr>
          <p:cNvPr id="133" name="object 133"/>
          <p:cNvSpPr txBox="1"/>
          <p:nvPr/>
        </p:nvSpPr>
        <p:spPr>
          <a:xfrm>
            <a:off x="1903893" y="5005423"/>
            <a:ext cx="2522855" cy="795089"/>
          </a:xfrm>
          <a:prstGeom prst="rect">
            <a:avLst/>
          </a:prstGeom>
        </p:spPr>
        <p:txBody>
          <a:bodyPr vert="horz" wrap="square" lIns="0" tIns="12700" rIns="0" bIns="0" rtlCol="0">
            <a:spAutoFit/>
          </a:bodyPr>
          <a:lstStyle/>
          <a:p>
            <a:pPr marL="408305">
              <a:lnSpc>
                <a:spcPct val="100000"/>
              </a:lnSpc>
              <a:spcBef>
                <a:spcPts val="100"/>
              </a:spcBef>
            </a:pPr>
            <a:r>
              <a:rPr lang="en-IN" sz="1400" spc="-90" dirty="0" err="1">
                <a:latin typeface="Arial Black"/>
                <a:cs typeface="Arial Black"/>
              </a:rPr>
              <a:t>Anamoly</a:t>
            </a:r>
            <a:r>
              <a:rPr lang="en-IN" sz="1400" spc="-90" dirty="0">
                <a:latin typeface="Arial Black"/>
                <a:cs typeface="Arial Black"/>
              </a:rPr>
              <a:t> detected</a:t>
            </a:r>
          </a:p>
          <a:p>
            <a:pPr marL="408305">
              <a:lnSpc>
                <a:spcPct val="100000"/>
              </a:lnSpc>
              <a:spcBef>
                <a:spcPts val="100"/>
              </a:spcBef>
            </a:pPr>
            <a:r>
              <a:rPr lang="en-IN" sz="1200" dirty="0">
                <a:latin typeface="Lucida Sans Unicode" panose="020B0602030504020204" pitchFamily="34" charset="0"/>
                <a:cs typeface="Lucida Sans Unicode" panose="020B0602030504020204" pitchFamily="34" charset="0"/>
              </a:rPr>
              <a:t>Notices unusual warming near the coast and flags it for verification.</a:t>
            </a:r>
          </a:p>
        </p:txBody>
      </p:sp>
      <p:sp>
        <p:nvSpPr>
          <p:cNvPr id="134" name="object 134"/>
          <p:cNvSpPr txBox="1"/>
          <p:nvPr/>
        </p:nvSpPr>
        <p:spPr>
          <a:xfrm>
            <a:off x="1191158" y="6519631"/>
            <a:ext cx="3656329" cy="674543"/>
          </a:xfrm>
          <a:prstGeom prst="rect">
            <a:avLst/>
          </a:prstGeom>
        </p:spPr>
        <p:txBody>
          <a:bodyPr vert="horz" wrap="square" lIns="0" tIns="27939" rIns="0" bIns="0" rtlCol="0">
            <a:spAutoFit/>
          </a:bodyPr>
          <a:lstStyle/>
          <a:p>
            <a:pPr marL="12700" marR="818515">
              <a:lnSpc>
                <a:spcPct val="100000"/>
              </a:lnSpc>
              <a:spcBef>
                <a:spcPts val="1185"/>
              </a:spcBef>
            </a:pPr>
            <a:r>
              <a:rPr lang="en-IN" sz="1200" dirty="0">
                <a:latin typeface="Lucida Sans Unicode" panose="020B0602030504020204" pitchFamily="34" charset="0"/>
                <a:cs typeface="Lucida Sans Unicode" panose="020B0602030504020204" pitchFamily="34" charset="0"/>
              </a:rPr>
              <a:t>Reduced manual cross-checking, quicker first response, less forecaster workload</a:t>
            </a:r>
            <a:r>
              <a:rPr lang="en-IN" dirty="0"/>
              <a:t>.</a:t>
            </a:r>
            <a:endParaRPr sz="1800" dirty="0">
              <a:latin typeface="Lucida Sans Unicode"/>
              <a:cs typeface="Lucida Sans Unicode"/>
            </a:endParaRPr>
          </a:p>
        </p:txBody>
      </p:sp>
      <p:sp>
        <p:nvSpPr>
          <p:cNvPr id="135" name="object 135"/>
          <p:cNvSpPr txBox="1"/>
          <p:nvPr/>
        </p:nvSpPr>
        <p:spPr>
          <a:xfrm>
            <a:off x="5148172" y="6051988"/>
            <a:ext cx="3747135" cy="1136207"/>
          </a:xfrm>
          <a:prstGeom prst="rect">
            <a:avLst/>
          </a:prstGeom>
        </p:spPr>
        <p:txBody>
          <a:bodyPr vert="horz" wrap="square" lIns="0" tIns="27939" rIns="0" bIns="0" rtlCol="0">
            <a:spAutoFit/>
          </a:bodyPr>
          <a:lstStyle/>
          <a:p>
            <a:pPr marL="694690" marR="5080">
              <a:lnSpc>
                <a:spcPct val="100000"/>
              </a:lnSpc>
              <a:spcBef>
                <a:spcPts val="219"/>
              </a:spcBef>
            </a:pPr>
            <a:r>
              <a:rPr lang="en-IN" b="1" dirty="0">
                <a:latin typeface="Tahoma" panose="020B0604030504040204" pitchFamily="34" charset="0"/>
                <a:ea typeface="Tahoma" panose="020B0604030504040204" pitchFamily="34" charset="0"/>
                <a:cs typeface="Tahoma" panose="020B0604030504040204" pitchFamily="34" charset="0"/>
              </a:rPr>
              <a:t>Confident, Data-Backed Decisions</a:t>
            </a:r>
            <a:br>
              <a:rPr lang="en-IN" dirty="0"/>
            </a:br>
            <a:r>
              <a:rPr lang="en-IN" sz="1200" dirty="0">
                <a:latin typeface="Lucida Sans Unicode" panose="020B0602030504020204" pitchFamily="34" charset="0"/>
                <a:cs typeface="Lucida Sans Unicode" panose="020B0602030504020204" pitchFamily="34" charset="0"/>
              </a:rPr>
              <a:t>Faster validation with live model-observation comparison and clear accuracy metrics.</a:t>
            </a:r>
            <a:endParaRPr sz="1200" dirty="0">
              <a:latin typeface="Lucida Sans Unicode" panose="020B0602030504020204" pitchFamily="34" charset="0"/>
              <a:cs typeface="Lucida Sans Unicode" panose="020B0602030504020204" pitchFamily="34" charset="0"/>
            </a:endParaRPr>
          </a:p>
        </p:txBody>
      </p:sp>
      <p:sp>
        <p:nvSpPr>
          <p:cNvPr id="139" name="object 139"/>
          <p:cNvSpPr/>
          <p:nvPr/>
        </p:nvSpPr>
        <p:spPr>
          <a:xfrm>
            <a:off x="16520306" y="3093241"/>
            <a:ext cx="1667510" cy="304800"/>
          </a:xfrm>
          <a:custGeom>
            <a:avLst/>
            <a:gdLst/>
            <a:ahLst/>
            <a:cxnLst/>
            <a:rect l="l" t="t" r="r" b="b"/>
            <a:pathLst>
              <a:path w="1667509" h="304800">
                <a:moveTo>
                  <a:pt x="1591122" y="304800"/>
                </a:moveTo>
                <a:lnTo>
                  <a:pt x="76200" y="304800"/>
                </a:lnTo>
                <a:lnTo>
                  <a:pt x="46539" y="298812"/>
                </a:lnTo>
                <a:lnTo>
                  <a:pt x="22318" y="282481"/>
                </a:lnTo>
                <a:lnTo>
                  <a:pt x="5988" y="258260"/>
                </a:lnTo>
                <a:lnTo>
                  <a:pt x="0" y="228600"/>
                </a:lnTo>
                <a:lnTo>
                  <a:pt x="0" y="76200"/>
                </a:lnTo>
                <a:lnTo>
                  <a:pt x="5988" y="46539"/>
                </a:lnTo>
                <a:lnTo>
                  <a:pt x="22318" y="22318"/>
                </a:lnTo>
                <a:lnTo>
                  <a:pt x="46539" y="5988"/>
                </a:lnTo>
                <a:lnTo>
                  <a:pt x="76200" y="0"/>
                </a:lnTo>
                <a:lnTo>
                  <a:pt x="1591122" y="0"/>
                </a:lnTo>
                <a:lnTo>
                  <a:pt x="1633397" y="12802"/>
                </a:lnTo>
                <a:lnTo>
                  <a:pt x="1661521" y="47039"/>
                </a:lnTo>
                <a:lnTo>
                  <a:pt x="1667322" y="76200"/>
                </a:lnTo>
                <a:lnTo>
                  <a:pt x="1667322" y="228600"/>
                </a:lnTo>
                <a:lnTo>
                  <a:pt x="1654519" y="270876"/>
                </a:lnTo>
                <a:lnTo>
                  <a:pt x="1620282" y="298999"/>
                </a:lnTo>
                <a:lnTo>
                  <a:pt x="1591122" y="304800"/>
                </a:lnTo>
                <a:close/>
              </a:path>
            </a:pathLst>
          </a:custGeom>
          <a:solidFill>
            <a:srgbClr val="EDF5FD"/>
          </a:solidFill>
        </p:spPr>
        <p:txBody>
          <a:bodyPr wrap="square" lIns="0" tIns="0" rIns="0" bIns="0" rtlCol="0"/>
          <a:lstStyle/>
          <a:p>
            <a:endParaRPr/>
          </a:p>
        </p:txBody>
      </p:sp>
      <p:sp>
        <p:nvSpPr>
          <p:cNvPr id="140" name="object 140"/>
          <p:cNvSpPr txBox="1"/>
          <p:nvPr/>
        </p:nvSpPr>
        <p:spPr>
          <a:xfrm>
            <a:off x="16583806" y="3109116"/>
            <a:ext cx="1540510" cy="254000"/>
          </a:xfrm>
          <a:prstGeom prst="rect">
            <a:avLst/>
          </a:prstGeom>
        </p:spPr>
        <p:txBody>
          <a:bodyPr vert="horz" wrap="square" lIns="0" tIns="12700" rIns="0" bIns="0" rtlCol="0">
            <a:spAutoFit/>
          </a:bodyPr>
          <a:lstStyle/>
          <a:p>
            <a:pPr marL="12700">
              <a:lnSpc>
                <a:spcPct val="100000"/>
              </a:lnSpc>
              <a:spcBef>
                <a:spcPts val="100"/>
              </a:spcBef>
            </a:pPr>
            <a:r>
              <a:rPr sz="1500" spc="65" dirty="0">
                <a:solidFill>
                  <a:srgbClr val="004EAB"/>
                </a:solidFill>
                <a:latin typeface="Tahoma"/>
                <a:cs typeface="Tahoma"/>
              </a:rPr>
              <a:t>Sample</a:t>
            </a:r>
            <a:r>
              <a:rPr sz="1500" spc="-70" dirty="0">
                <a:solidFill>
                  <a:srgbClr val="004EAB"/>
                </a:solidFill>
                <a:latin typeface="Tahoma"/>
                <a:cs typeface="Tahoma"/>
              </a:rPr>
              <a:t> </a:t>
            </a:r>
            <a:r>
              <a:rPr sz="1500" spc="65" dirty="0">
                <a:solidFill>
                  <a:srgbClr val="004EAB"/>
                </a:solidFill>
                <a:latin typeface="Tahoma"/>
                <a:cs typeface="Tahoma"/>
              </a:rPr>
              <a:t>Scenario</a:t>
            </a:r>
            <a:endParaRPr sz="1500">
              <a:latin typeface="Tahoma"/>
              <a:cs typeface="Tahoma"/>
            </a:endParaRPr>
          </a:p>
        </p:txBody>
      </p:sp>
      <p:grpSp>
        <p:nvGrpSpPr>
          <p:cNvPr id="141" name="object 141"/>
          <p:cNvGrpSpPr/>
          <p:nvPr/>
        </p:nvGrpSpPr>
        <p:grpSpPr>
          <a:xfrm>
            <a:off x="4167020" y="3806809"/>
            <a:ext cx="148590" cy="40005"/>
            <a:chOff x="4167020" y="3806809"/>
            <a:chExt cx="148590" cy="40005"/>
          </a:xfrm>
        </p:grpSpPr>
        <p:sp>
          <p:nvSpPr>
            <p:cNvPr id="142" name="object 142"/>
            <p:cNvSpPr/>
            <p:nvPr/>
          </p:nvSpPr>
          <p:spPr>
            <a:xfrm>
              <a:off x="4197974" y="3826007"/>
              <a:ext cx="86360" cy="1270"/>
            </a:xfrm>
            <a:custGeom>
              <a:avLst/>
              <a:gdLst/>
              <a:ahLst/>
              <a:cxnLst/>
              <a:rect l="l" t="t" r="r" b="b"/>
              <a:pathLst>
                <a:path w="86360" h="1270">
                  <a:moveTo>
                    <a:pt x="0" y="0"/>
                  </a:moveTo>
                  <a:lnTo>
                    <a:pt x="86206" y="1081"/>
                  </a:lnTo>
                </a:path>
              </a:pathLst>
            </a:custGeom>
            <a:ln w="9525">
              <a:solidFill>
                <a:srgbClr val="A6A6A6"/>
              </a:solidFill>
            </a:ln>
          </p:spPr>
          <p:txBody>
            <a:bodyPr wrap="square" lIns="0" tIns="0" rIns="0" bIns="0" rtlCol="0"/>
            <a:lstStyle/>
            <a:p>
              <a:endParaRPr/>
            </a:p>
          </p:txBody>
        </p:sp>
        <p:sp>
          <p:nvSpPr>
            <p:cNvPr id="143" name="object 143"/>
            <p:cNvSpPr/>
            <p:nvPr/>
          </p:nvSpPr>
          <p:spPr>
            <a:xfrm>
              <a:off x="4171782" y="3811571"/>
              <a:ext cx="139065" cy="30480"/>
            </a:xfrm>
            <a:custGeom>
              <a:avLst/>
              <a:gdLst/>
              <a:ahLst/>
              <a:cxnLst/>
              <a:rect l="l" t="t" r="r" b="b"/>
              <a:pathLst>
                <a:path w="139064" h="30479">
                  <a:moveTo>
                    <a:pt x="0" y="14107"/>
                  </a:moveTo>
                  <a:lnTo>
                    <a:pt x="14465" y="0"/>
                  </a:lnTo>
                  <a:lnTo>
                    <a:pt x="28572" y="14465"/>
                  </a:lnTo>
                  <a:lnTo>
                    <a:pt x="14107" y="28572"/>
                  </a:lnTo>
                  <a:lnTo>
                    <a:pt x="0" y="14107"/>
                  </a:lnTo>
                  <a:close/>
                </a:path>
                <a:path w="139064" h="30479">
                  <a:moveTo>
                    <a:pt x="138589" y="15845"/>
                  </a:moveTo>
                  <a:lnTo>
                    <a:pt x="124482" y="1379"/>
                  </a:lnTo>
                  <a:lnTo>
                    <a:pt x="110017" y="15486"/>
                  </a:lnTo>
                  <a:lnTo>
                    <a:pt x="124124" y="29952"/>
                  </a:lnTo>
                  <a:lnTo>
                    <a:pt x="138589" y="15845"/>
                  </a:lnTo>
                  <a:close/>
                </a:path>
              </a:pathLst>
            </a:custGeom>
            <a:ln w="9525">
              <a:solidFill>
                <a:srgbClr val="A6A6A6"/>
              </a:solidFill>
            </a:ln>
          </p:spPr>
          <p:txBody>
            <a:bodyPr wrap="square" lIns="0" tIns="0" rIns="0" bIns="0" rtlCol="0"/>
            <a:lstStyle/>
            <a:p>
              <a:endParaRPr/>
            </a:p>
          </p:txBody>
        </p:sp>
      </p:grpSp>
      <p:sp>
        <p:nvSpPr>
          <p:cNvPr id="144" name="object 144"/>
          <p:cNvSpPr txBox="1">
            <a:spLocks noGrp="1"/>
          </p:cNvSpPr>
          <p:nvPr>
            <p:ph type="sldNum" sz="quarter" idx="7"/>
          </p:nvPr>
        </p:nvSpPr>
        <p:spPr>
          <a:prstGeom prst="rect">
            <a:avLst/>
          </a:prstGeom>
        </p:spPr>
        <p:txBody>
          <a:bodyPr vert="horz" wrap="square" lIns="0" tIns="25400" rIns="0" bIns="0" rtlCol="0">
            <a:spAutoFit/>
          </a:bodyPr>
          <a:lstStyle/>
          <a:p>
            <a:pPr marL="38100">
              <a:lnSpc>
                <a:spcPct val="100000"/>
              </a:lnSpc>
              <a:spcBef>
                <a:spcPts val="200"/>
              </a:spcBef>
            </a:pPr>
            <a:fld id="{81D60167-4931-47E6-BA6A-407CBD079E47}" type="slidenum">
              <a:rPr spc="-50" dirty="0"/>
              <a:t>5</a:t>
            </a:fld>
            <a:endParaRPr spc="-50" dirty="0"/>
          </a:p>
        </p:txBody>
      </p:sp>
      <p:sp>
        <p:nvSpPr>
          <p:cNvPr id="145" name="object 145"/>
          <p:cNvSpPr txBox="1">
            <a:spLocks noGrp="1"/>
          </p:cNvSpPr>
          <p:nvPr>
            <p:ph type="ftr" sz="quarter" idx="5"/>
          </p:nvPr>
        </p:nvSpPr>
        <p:spPr>
          <a:xfrm>
            <a:off x="7577812" y="10018293"/>
            <a:ext cx="3928387" cy="237244"/>
          </a:xfrm>
          <a:prstGeom prst="rect">
            <a:avLst/>
          </a:prstGeom>
        </p:spPr>
        <p:txBody>
          <a:bodyPr vert="horz" wrap="square" lIns="0" tIns="21590" rIns="0" bIns="0" rtlCol="0">
            <a:spAutoFit/>
          </a:bodyPr>
          <a:lstStyle/>
          <a:p>
            <a:pPr marL="12700">
              <a:lnSpc>
                <a:spcPct val="100000"/>
              </a:lnSpc>
              <a:spcBef>
                <a:spcPts val="170"/>
              </a:spcBef>
            </a:pPr>
            <a:r>
              <a:rPr lang="en-IN" spc="100" dirty="0"/>
              <a:t>SAGAR-DRISHTI</a:t>
            </a:r>
            <a:r>
              <a:rPr spc="-60" dirty="0"/>
              <a:t> </a:t>
            </a:r>
            <a:r>
              <a:rPr spc="254" dirty="0"/>
              <a:t>-</a:t>
            </a:r>
            <a:r>
              <a:rPr spc="-60" dirty="0"/>
              <a:t> </a:t>
            </a:r>
            <a:r>
              <a:rPr dirty="0"/>
              <a:t>@SIH</a:t>
            </a:r>
            <a:r>
              <a:rPr spc="-55" dirty="0"/>
              <a:t> </a:t>
            </a:r>
            <a:r>
              <a:rPr spc="75" dirty="0"/>
              <a:t>Idea</a:t>
            </a:r>
            <a:r>
              <a:rPr spc="-60" dirty="0"/>
              <a:t> </a:t>
            </a:r>
            <a:r>
              <a:rPr spc="90" dirty="0"/>
              <a:t>Submission</a:t>
            </a:r>
          </a:p>
        </p:txBody>
      </p:sp>
      <p:grpSp>
        <p:nvGrpSpPr>
          <p:cNvPr id="162" name="Group 161">
            <a:extLst>
              <a:ext uri="{FF2B5EF4-FFF2-40B4-BE49-F238E27FC236}">
                <a16:creationId xmlns:a16="http://schemas.microsoft.com/office/drawing/2014/main" id="{BC3153AA-4445-1898-856D-6320C9BFFF0E}"/>
              </a:ext>
            </a:extLst>
          </p:cNvPr>
          <p:cNvGrpSpPr/>
          <p:nvPr/>
        </p:nvGrpSpPr>
        <p:grpSpPr>
          <a:xfrm>
            <a:off x="437430" y="1063625"/>
            <a:ext cx="5584755" cy="1611446"/>
            <a:chOff x="439082" y="1079862"/>
            <a:chExt cx="5584755" cy="1611446"/>
          </a:xfrm>
        </p:grpSpPr>
        <p:sp>
          <p:nvSpPr>
            <p:cNvPr id="3" name="Rectangle: Rounded Corners 2">
              <a:extLst>
                <a:ext uri="{FF2B5EF4-FFF2-40B4-BE49-F238E27FC236}">
                  <a16:creationId xmlns:a16="http://schemas.microsoft.com/office/drawing/2014/main" id="{B42AF3C4-051A-06AF-B1F4-1635435A0684}"/>
                </a:ext>
              </a:extLst>
            </p:cNvPr>
            <p:cNvSpPr/>
            <p:nvPr/>
          </p:nvSpPr>
          <p:spPr>
            <a:xfrm>
              <a:off x="439082" y="1079862"/>
              <a:ext cx="5584755" cy="1611446"/>
            </a:xfrm>
            <a:prstGeom prst="roundRect">
              <a:avLst/>
            </a:prstGeom>
            <a:gradFill>
              <a:gsLst>
                <a:gs pos="6000">
                  <a:srgbClr val="23BBCB"/>
                </a:gs>
                <a:gs pos="73000">
                  <a:schemeClr val="bg1"/>
                </a:gs>
                <a:gs pos="100000">
                  <a:schemeClr val="bg1"/>
                </a:gs>
              </a:gsLst>
              <a:lin ang="5400000" scaled="1"/>
            </a:gra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61" name="Group 160">
              <a:extLst>
                <a:ext uri="{FF2B5EF4-FFF2-40B4-BE49-F238E27FC236}">
                  <a16:creationId xmlns:a16="http://schemas.microsoft.com/office/drawing/2014/main" id="{F87AD924-901F-7B94-F03B-53D974661338}"/>
                </a:ext>
              </a:extLst>
            </p:cNvPr>
            <p:cNvGrpSpPr/>
            <p:nvPr/>
          </p:nvGrpSpPr>
          <p:grpSpPr>
            <a:xfrm>
              <a:off x="674370" y="1129758"/>
              <a:ext cx="5042282" cy="1556471"/>
              <a:chOff x="674370" y="1129758"/>
              <a:chExt cx="5042282" cy="1556471"/>
            </a:xfrm>
          </p:grpSpPr>
          <p:sp>
            <p:nvSpPr>
              <p:cNvPr id="146" name="TextBox 145">
                <a:extLst>
                  <a:ext uri="{FF2B5EF4-FFF2-40B4-BE49-F238E27FC236}">
                    <a16:creationId xmlns:a16="http://schemas.microsoft.com/office/drawing/2014/main" id="{339ACB8C-2B9E-7944-9143-8C631E84D220}"/>
                  </a:ext>
                </a:extLst>
              </p:cNvPr>
              <p:cNvSpPr txBox="1"/>
              <p:nvPr/>
            </p:nvSpPr>
            <p:spPr>
              <a:xfrm>
                <a:off x="674370" y="1485900"/>
                <a:ext cx="5042282" cy="1200329"/>
              </a:xfrm>
              <a:prstGeom prst="rect">
                <a:avLst/>
              </a:prstGeom>
              <a:noFill/>
            </p:spPr>
            <p:txBody>
              <a:bodyPr wrap="square" rtlCol="0">
                <a:spAutoFit/>
              </a:bodyPr>
              <a:lstStyle/>
              <a:p>
                <a:pPr algn="just"/>
                <a:r>
                  <a:rPr lang="en-IN" sz="1400" dirty="0">
                    <a:latin typeface="Lucida Sans Unicode" panose="020B0602030504020204" pitchFamily="34" charset="0"/>
                    <a:cs typeface="Lucida Sans Unicode" panose="020B0602030504020204" pitchFamily="34" charset="0"/>
                  </a:rPr>
                  <a:t>Though model validation once took manual cross-checking, the system pays off by cutting decision time to seconds, preventing forecast </a:t>
                </a:r>
                <a:r>
                  <a:rPr lang="en-IN" sz="1500" dirty="0">
                    <a:latin typeface="Lucida Sans Unicode" panose="020B0602030504020204" pitchFamily="34" charset="0"/>
                    <a:cs typeface="Lucida Sans Unicode" panose="020B0602030504020204" pitchFamily="34" charset="0"/>
                  </a:rPr>
                  <a:t>d</a:t>
                </a:r>
              </a:p>
              <a:p>
                <a:pPr algn="just"/>
                <a:r>
                  <a:rPr lang="en-IN" sz="1500" dirty="0" err="1">
                    <a:latin typeface="Lucida Sans Unicode" panose="020B0602030504020204" pitchFamily="34" charset="0"/>
                    <a:cs typeface="Lucida Sans Unicode" panose="020B0602030504020204" pitchFamily="34" charset="0"/>
                  </a:rPr>
                  <a:t>elays</a:t>
                </a:r>
                <a:r>
                  <a:rPr lang="en-IN" sz="1400" dirty="0">
                    <a:latin typeface="Lucida Sans Unicode" panose="020B0602030504020204" pitchFamily="34" charset="0"/>
                    <a:cs typeface="Lucida Sans Unicode" panose="020B0602030504020204" pitchFamily="34" charset="0"/>
                  </a:rPr>
                  <a:t>, and enabling faster, more confident coastal advisories.</a:t>
                </a:r>
              </a:p>
            </p:txBody>
          </p:sp>
          <p:sp>
            <p:nvSpPr>
              <p:cNvPr id="147" name="TextBox 146">
                <a:extLst>
                  <a:ext uri="{FF2B5EF4-FFF2-40B4-BE49-F238E27FC236}">
                    <a16:creationId xmlns:a16="http://schemas.microsoft.com/office/drawing/2014/main" id="{96176B9C-F3EA-E5A4-E26A-8DC05D3CF4BA}"/>
                  </a:ext>
                </a:extLst>
              </p:cNvPr>
              <p:cNvSpPr txBox="1"/>
              <p:nvPr/>
            </p:nvSpPr>
            <p:spPr>
              <a:xfrm>
                <a:off x="1589282" y="1129758"/>
                <a:ext cx="3531060" cy="369332"/>
              </a:xfrm>
              <a:prstGeom prst="rect">
                <a:avLst/>
              </a:prstGeom>
              <a:noFill/>
            </p:spPr>
            <p:txBody>
              <a:bodyPr wrap="square" rtlCol="0">
                <a:spAutoFit/>
              </a:bodyPr>
              <a:lstStyle/>
              <a:p>
                <a:r>
                  <a:rPr lang="en-IN" b="1" dirty="0">
                    <a:latin typeface="Tahoma" panose="020B0604030504040204" pitchFamily="34" charset="0"/>
                    <a:ea typeface="Tahoma" panose="020B0604030504040204" pitchFamily="34" charset="0"/>
                    <a:cs typeface="Tahoma" panose="020B0604030504040204" pitchFamily="34" charset="0"/>
                  </a:rPr>
                  <a:t>OPERATIONAL BENEFITS</a:t>
                </a:r>
              </a:p>
            </p:txBody>
          </p:sp>
        </p:grpSp>
      </p:grpSp>
      <p:sp>
        <p:nvSpPr>
          <p:cNvPr id="154" name="TextBox 153">
            <a:extLst>
              <a:ext uri="{FF2B5EF4-FFF2-40B4-BE49-F238E27FC236}">
                <a16:creationId xmlns:a16="http://schemas.microsoft.com/office/drawing/2014/main" id="{EEC48AFF-764E-8EF9-D8B7-129D1B274571}"/>
              </a:ext>
            </a:extLst>
          </p:cNvPr>
          <p:cNvSpPr txBox="1"/>
          <p:nvPr/>
        </p:nvSpPr>
        <p:spPr>
          <a:xfrm>
            <a:off x="1191158" y="6027850"/>
            <a:ext cx="3126177" cy="369332"/>
          </a:xfrm>
          <a:prstGeom prst="rect">
            <a:avLst/>
          </a:prstGeom>
          <a:noFill/>
        </p:spPr>
        <p:txBody>
          <a:bodyPr wrap="none" rtlCol="0">
            <a:spAutoFit/>
          </a:bodyPr>
          <a:lstStyle/>
          <a:p>
            <a:r>
              <a:rPr lang="en-IN" b="1" dirty="0">
                <a:latin typeface="Tahoma" panose="020B0604030504040204" pitchFamily="34" charset="0"/>
                <a:ea typeface="Tahoma" panose="020B0604030504040204" pitchFamily="34" charset="0"/>
                <a:cs typeface="Tahoma" panose="020B0604030504040204" pitchFamily="34" charset="0"/>
              </a:rPr>
              <a:t>Faster </a:t>
            </a:r>
            <a:r>
              <a:rPr lang="en-IN" b="1" dirty="0" err="1">
                <a:latin typeface="Tahoma" panose="020B0604030504040204" pitchFamily="34" charset="0"/>
                <a:ea typeface="Tahoma" panose="020B0604030504040204" pitchFamily="34" charset="0"/>
                <a:cs typeface="Tahoma" panose="020B0604030504040204" pitchFamily="34" charset="0"/>
              </a:rPr>
              <a:t>anamoly</a:t>
            </a:r>
            <a:r>
              <a:rPr lang="en-IN" b="1" dirty="0">
                <a:latin typeface="Tahoma" panose="020B0604030504040204" pitchFamily="34" charset="0"/>
                <a:ea typeface="Tahoma" panose="020B0604030504040204" pitchFamily="34" charset="0"/>
                <a:cs typeface="Tahoma" panose="020B0604030504040204" pitchFamily="34" charset="0"/>
              </a:rPr>
              <a:t> detection</a:t>
            </a:r>
          </a:p>
        </p:txBody>
      </p:sp>
      <p:pic>
        <p:nvPicPr>
          <p:cNvPr id="155" name="Picture 154">
            <a:extLst>
              <a:ext uri="{FF2B5EF4-FFF2-40B4-BE49-F238E27FC236}">
                <a16:creationId xmlns:a16="http://schemas.microsoft.com/office/drawing/2014/main" id="{F6D78EA6-3CEF-DE37-E1E1-AA9CA56B9830}"/>
              </a:ext>
            </a:extLst>
          </p:cNvPr>
          <p:cNvPicPr>
            <a:picLocks noChangeAspect="1"/>
          </p:cNvPicPr>
          <p:nvPr/>
        </p:nvPicPr>
        <p:blipFill>
          <a:blip r:embed="rId31"/>
          <a:stretch>
            <a:fillRect/>
          </a:stretch>
        </p:blipFill>
        <p:spPr>
          <a:xfrm>
            <a:off x="216361" y="8697220"/>
            <a:ext cx="1252652" cy="1252652"/>
          </a:xfrm>
          <a:prstGeom prst="rect">
            <a:avLst/>
          </a:prstGeom>
        </p:spPr>
      </p:pic>
      <p:pic>
        <p:nvPicPr>
          <p:cNvPr id="156" name="Picture 155">
            <a:extLst>
              <a:ext uri="{FF2B5EF4-FFF2-40B4-BE49-F238E27FC236}">
                <a16:creationId xmlns:a16="http://schemas.microsoft.com/office/drawing/2014/main" id="{A9D91892-E59B-E9CB-4C81-28DBA63A9052}"/>
              </a:ext>
            </a:extLst>
          </p:cNvPr>
          <p:cNvPicPr>
            <a:picLocks noChangeAspect="1"/>
          </p:cNvPicPr>
          <p:nvPr/>
        </p:nvPicPr>
        <p:blipFill>
          <a:blip r:embed="rId32"/>
          <a:stretch>
            <a:fillRect/>
          </a:stretch>
        </p:blipFill>
        <p:spPr>
          <a:xfrm>
            <a:off x="1523971" y="8687245"/>
            <a:ext cx="1252652" cy="1252652"/>
          </a:xfrm>
          <a:prstGeom prst="rect">
            <a:avLst/>
          </a:prstGeom>
        </p:spPr>
      </p:pic>
      <p:pic>
        <p:nvPicPr>
          <p:cNvPr id="157" name="Picture 156">
            <a:extLst>
              <a:ext uri="{FF2B5EF4-FFF2-40B4-BE49-F238E27FC236}">
                <a16:creationId xmlns:a16="http://schemas.microsoft.com/office/drawing/2014/main" id="{C154AFFF-625B-60D5-5CA9-AEF4968D4E3D}"/>
              </a:ext>
            </a:extLst>
          </p:cNvPr>
          <p:cNvPicPr>
            <a:picLocks noChangeAspect="1"/>
          </p:cNvPicPr>
          <p:nvPr/>
        </p:nvPicPr>
        <p:blipFill>
          <a:blip r:embed="rId33"/>
          <a:stretch>
            <a:fillRect/>
          </a:stretch>
        </p:blipFill>
        <p:spPr>
          <a:xfrm>
            <a:off x="2823620" y="8711741"/>
            <a:ext cx="1255269" cy="1255269"/>
          </a:xfrm>
          <a:prstGeom prst="rect">
            <a:avLst/>
          </a:prstGeom>
        </p:spPr>
      </p:pic>
      <p:pic>
        <p:nvPicPr>
          <p:cNvPr id="158" name="Picture 157">
            <a:extLst>
              <a:ext uri="{FF2B5EF4-FFF2-40B4-BE49-F238E27FC236}">
                <a16:creationId xmlns:a16="http://schemas.microsoft.com/office/drawing/2014/main" id="{22BB3AD8-AEF8-2C1D-BDD6-E7F24A6517D4}"/>
              </a:ext>
            </a:extLst>
          </p:cNvPr>
          <p:cNvPicPr>
            <a:picLocks noChangeAspect="1"/>
          </p:cNvPicPr>
          <p:nvPr/>
        </p:nvPicPr>
        <p:blipFill>
          <a:blip r:embed="rId34"/>
          <a:stretch>
            <a:fillRect/>
          </a:stretch>
        </p:blipFill>
        <p:spPr>
          <a:xfrm>
            <a:off x="4138039" y="8711982"/>
            <a:ext cx="1255269" cy="1255269"/>
          </a:xfrm>
          <a:prstGeom prst="rect">
            <a:avLst/>
          </a:prstGeom>
        </p:spPr>
      </p:pic>
      <p:grpSp>
        <p:nvGrpSpPr>
          <p:cNvPr id="163" name="Group 162">
            <a:extLst>
              <a:ext uri="{FF2B5EF4-FFF2-40B4-BE49-F238E27FC236}">
                <a16:creationId xmlns:a16="http://schemas.microsoft.com/office/drawing/2014/main" id="{E29C3A5C-B5DB-AD55-B3C3-3B076883F3C3}"/>
              </a:ext>
            </a:extLst>
          </p:cNvPr>
          <p:cNvGrpSpPr/>
          <p:nvPr/>
        </p:nvGrpSpPr>
        <p:grpSpPr>
          <a:xfrm>
            <a:off x="6318722" y="1079900"/>
            <a:ext cx="5584755" cy="1638277"/>
            <a:chOff x="7527346" y="1903091"/>
            <a:chExt cx="5584755" cy="1638277"/>
          </a:xfrm>
        </p:grpSpPr>
        <p:sp>
          <p:nvSpPr>
            <p:cNvPr id="160" name="Rectangle: Rounded Corners 159">
              <a:extLst>
                <a:ext uri="{FF2B5EF4-FFF2-40B4-BE49-F238E27FC236}">
                  <a16:creationId xmlns:a16="http://schemas.microsoft.com/office/drawing/2014/main" id="{CBBF3401-8CD5-4296-350E-3DCA13A2BFCC}"/>
                </a:ext>
              </a:extLst>
            </p:cNvPr>
            <p:cNvSpPr/>
            <p:nvPr/>
          </p:nvSpPr>
          <p:spPr>
            <a:xfrm>
              <a:off x="7527346" y="1903091"/>
              <a:ext cx="5584755" cy="1611446"/>
            </a:xfrm>
            <a:prstGeom prst="roundRect">
              <a:avLst/>
            </a:prstGeom>
            <a:gradFill>
              <a:gsLst>
                <a:gs pos="6000">
                  <a:srgbClr val="23BBCB"/>
                </a:gs>
                <a:gs pos="73000">
                  <a:schemeClr val="bg1"/>
                </a:gs>
                <a:gs pos="100000">
                  <a:schemeClr val="bg1"/>
                </a:gs>
              </a:gsLst>
              <a:lin ang="5400000" scaled="1"/>
            </a:gra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2" name="TextBox 151">
              <a:extLst>
                <a:ext uri="{FF2B5EF4-FFF2-40B4-BE49-F238E27FC236}">
                  <a16:creationId xmlns:a16="http://schemas.microsoft.com/office/drawing/2014/main" id="{15EDA403-F71C-4BDA-B6E8-5C950960FB27}"/>
                </a:ext>
              </a:extLst>
            </p:cNvPr>
            <p:cNvSpPr txBox="1"/>
            <p:nvPr/>
          </p:nvSpPr>
          <p:spPr>
            <a:xfrm>
              <a:off x="7821790" y="2294873"/>
              <a:ext cx="5085569" cy="1246495"/>
            </a:xfrm>
            <a:prstGeom prst="rect">
              <a:avLst/>
            </a:prstGeom>
            <a:noFill/>
          </p:spPr>
          <p:txBody>
            <a:bodyPr wrap="square" rtlCol="0">
              <a:spAutoFit/>
            </a:bodyPr>
            <a:lstStyle/>
            <a:p>
              <a:pPr rtl="0"/>
              <a:r>
                <a:rPr lang="en-IN" sz="1500" dirty="0">
                  <a:latin typeface="Lucida Sans Unicode" panose="020B0602030504020204" pitchFamily="34" charset="0"/>
                  <a:cs typeface="Lucida Sans Unicode" panose="020B0602030504020204" pitchFamily="34" charset="0"/>
                </a:rPr>
                <a:t>Improved model-observation validation leads to more accurate ocean forecasting, potentially strengthening early warning systems and reducing the ecological impact of delayed disaster response.</a:t>
              </a:r>
            </a:p>
            <a:p>
              <a:endParaRPr lang="en-IN" sz="1500" dirty="0">
                <a:latin typeface="Lucida Sans Unicode" panose="020B0602030504020204" pitchFamily="34" charset="0"/>
                <a:cs typeface="Lucida Sans Unicode" panose="020B0602030504020204" pitchFamily="34" charset="0"/>
              </a:endParaRPr>
            </a:p>
          </p:txBody>
        </p:sp>
        <p:sp>
          <p:nvSpPr>
            <p:cNvPr id="153" name="TextBox 152">
              <a:extLst>
                <a:ext uri="{FF2B5EF4-FFF2-40B4-BE49-F238E27FC236}">
                  <a16:creationId xmlns:a16="http://schemas.microsoft.com/office/drawing/2014/main" id="{D545E3A7-D1B1-290A-38E1-6F488B251B05}"/>
                </a:ext>
              </a:extLst>
            </p:cNvPr>
            <p:cNvSpPr txBox="1"/>
            <p:nvPr/>
          </p:nvSpPr>
          <p:spPr>
            <a:xfrm>
              <a:off x="8863934" y="1939606"/>
              <a:ext cx="3531060" cy="646331"/>
            </a:xfrm>
            <a:prstGeom prst="rect">
              <a:avLst/>
            </a:prstGeom>
            <a:noFill/>
          </p:spPr>
          <p:txBody>
            <a:bodyPr wrap="square" rtlCol="0">
              <a:spAutoFit/>
            </a:bodyPr>
            <a:lstStyle/>
            <a:p>
              <a:pPr rtl="0"/>
              <a:r>
                <a:rPr lang="en-IN" b="1" dirty="0">
                  <a:latin typeface="Tahoma" panose="020B0604030504040204" pitchFamily="34" charset="0"/>
                  <a:ea typeface="Tahoma" panose="020B0604030504040204" pitchFamily="34" charset="0"/>
                  <a:cs typeface="Tahoma" panose="020B0604030504040204" pitchFamily="34" charset="0"/>
                </a:rPr>
                <a:t>SCIENTIFIC BENEFITS</a:t>
              </a:r>
            </a:p>
            <a:p>
              <a:endParaRPr lang="en-IN"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64" name="Group 163">
            <a:extLst>
              <a:ext uri="{FF2B5EF4-FFF2-40B4-BE49-F238E27FC236}">
                <a16:creationId xmlns:a16="http://schemas.microsoft.com/office/drawing/2014/main" id="{83244BA2-E605-B6B8-653F-3FFBD53A39F3}"/>
              </a:ext>
            </a:extLst>
          </p:cNvPr>
          <p:cNvGrpSpPr/>
          <p:nvPr/>
        </p:nvGrpSpPr>
        <p:grpSpPr>
          <a:xfrm>
            <a:off x="12228662" y="1051800"/>
            <a:ext cx="5584755" cy="1686134"/>
            <a:chOff x="13012523" y="379080"/>
            <a:chExt cx="5584755" cy="1686134"/>
          </a:xfrm>
        </p:grpSpPr>
        <p:sp>
          <p:nvSpPr>
            <p:cNvPr id="159" name="Rectangle: Rounded Corners 158">
              <a:extLst>
                <a:ext uri="{FF2B5EF4-FFF2-40B4-BE49-F238E27FC236}">
                  <a16:creationId xmlns:a16="http://schemas.microsoft.com/office/drawing/2014/main" id="{75C6615D-CB86-1D8A-9000-C9C709520A83}"/>
                </a:ext>
              </a:extLst>
            </p:cNvPr>
            <p:cNvSpPr/>
            <p:nvPr/>
          </p:nvSpPr>
          <p:spPr>
            <a:xfrm>
              <a:off x="13012523" y="379080"/>
              <a:ext cx="5584755" cy="1611446"/>
            </a:xfrm>
            <a:prstGeom prst="roundRect">
              <a:avLst/>
            </a:prstGeom>
            <a:gradFill>
              <a:gsLst>
                <a:gs pos="6000">
                  <a:srgbClr val="23BBCB"/>
                </a:gs>
                <a:gs pos="73000">
                  <a:schemeClr val="bg1"/>
                </a:gs>
                <a:gs pos="100000">
                  <a:schemeClr val="bg1"/>
                </a:gs>
              </a:gsLst>
              <a:lin ang="5400000" scaled="1"/>
            </a:gra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9" name="TextBox 148">
              <a:extLst>
                <a:ext uri="{FF2B5EF4-FFF2-40B4-BE49-F238E27FC236}">
                  <a16:creationId xmlns:a16="http://schemas.microsoft.com/office/drawing/2014/main" id="{886EB30E-1808-EDB2-8642-FC9870B4D5EE}"/>
                </a:ext>
              </a:extLst>
            </p:cNvPr>
            <p:cNvSpPr txBox="1"/>
            <p:nvPr/>
          </p:nvSpPr>
          <p:spPr>
            <a:xfrm>
              <a:off x="13215270" y="818719"/>
              <a:ext cx="5181600" cy="1246495"/>
            </a:xfrm>
            <a:prstGeom prst="rect">
              <a:avLst/>
            </a:prstGeom>
            <a:noFill/>
          </p:spPr>
          <p:txBody>
            <a:bodyPr wrap="square" rtlCol="0">
              <a:spAutoFit/>
            </a:bodyPr>
            <a:lstStyle/>
            <a:p>
              <a:pPr algn="just" rtl="0"/>
              <a:r>
                <a:rPr lang="en-IN" sz="1500" dirty="0">
                  <a:latin typeface="Lucida Sans Unicode" panose="020B0602030504020204" pitchFamily="34" charset="0"/>
                  <a:cs typeface="Lucida Sans Unicode" panose="020B0602030504020204" pitchFamily="34" charset="0"/>
                </a:rPr>
                <a:t>SAGAR-DRISHTI enhances coastal safety and awareness while promoting science literacy through accessible outreach, contributing to informed communities and reduced disaster impact.</a:t>
              </a:r>
            </a:p>
            <a:p>
              <a:pPr algn="just"/>
              <a:endParaRPr lang="en-IN" sz="1500" dirty="0">
                <a:latin typeface="Lucida Sans Unicode" panose="020B0602030504020204" pitchFamily="34" charset="0"/>
                <a:cs typeface="Lucida Sans Unicode" panose="020B0602030504020204" pitchFamily="34" charset="0"/>
              </a:endParaRPr>
            </a:p>
          </p:txBody>
        </p:sp>
        <p:sp>
          <p:nvSpPr>
            <p:cNvPr id="150" name="TextBox 149">
              <a:extLst>
                <a:ext uri="{FF2B5EF4-FFF2-40B4-BE49-F238E27FC236}">
                  <a16:creationId xmlns:a16="http://schemas.microsoft.com/office/drawing/2014/main" id="{60FAAC69-1687-0E3D-C707-EA31D9365150}"/>
                </a:ext>
              </a:extLst>
            </p:cNvPr>
            <p:cNvSpPr txBox="1"/>
            <p:nvPr/>
          </p:nvSpPr>
          <p:spPr>
            <a:xfrm>
              <a:off x="14783559" y="420859"/>
              <a:ext cx="3531060" cy="369332"/>
            </a:xfrm>
            <a:prstGeom prst="rect">
              <a:avLst/>
            </a:prstGeom>
            <a:noFill/>
          </p:spPr>
          <p:txBody>
            <a:bodyPr wrap="square" rtlCol="0">
              <a:spAutoFit/>
            </a:bodyPr>
            <a:lstStyle/>
            <a:p>
              <a:r>
                <a:rPr lang="en-IN" b="1" dirty="0">
                  <a:latin typeface="Tahoma" panose="020B0604030504040204" pitchFamily="34" charset="0"/>
                  <a:ea typeface="Tahoma" panose="020B0604030504040204" pitchFamily="34" charset="0"/>
                  <a:cs typeface="Tahoma" panose="020B0604030504040204" pitchFamily="34" charset="0"/>
                </a:rPr>
                <a:t>PUBLIC BENEFITS</a:t>
              </a:r>
            </a:p>
          </p:txBody>
        </p:sp>
      </p:grpSp>
      <p:sp>
        <p:nvSpPr>
          <p:cNvPr id="167" name="TextBox 166">
            <a:extLst>
              <a:ext uri="{FF2B5EF4-FFF2-40B4-BE49-F238E27FC236}">
                <a16:creationId xmlns:a16="http://schemas.microsoft.com/office/drawing/2014/main" id="{339CE63B-1983-145F-7B37-881A07662F5E}"/>
              </a:ext>
            </a:extLst>
          </p:cNvPr>
          <p:cNvSpPr txBox="1"/>
          <p:nvPr/>
        </p:nvSpPr>
        <p:spPr>
          <a:xfrm>
            <a:off x="6629400" y="5186461"/>
            <a:ext cx="2728058" cy="830997"/>
          </a:xfrm>
          <a:prstGeom prst="rect">
            <a:avLst/>
          </a:prstGeom>
          <a:noFill/>
        </p:spPr>
        <p:txBody>
          <a:bodyPr wrap="square" rtlCol="0">
            <a:spAutoFit/>
          </a:bodyPr>
          <a:lstStyle/>
          <a:p>
            <a:r>
              <a:rPr lang="en-US" sz="1200" dirty="0">
                <a:latin typeface="Lucida Sans Unicode" panose="020B0602030504020204" pitchFamily="34" charset="0"/>
                <a:cs typeface="Lucida Sans Unicode" panose="020B0602030504020204" pitchFamily="34" charset="0"/>
              </a:rPr>
              <a:t>Compares real Argo/Glider readings with model output, computing live accuracy metrics.</a:t>
            </a:r>
          </a:p>
          <a:p>
            <a:endParaRPr lang="en-IN" sz="1200" dirty="0"/>
          </a:p>
        </p:txBody>
      </p:sp>
      <p:sp>
        <p:nvSpPr>
          <p:cNvPr id="170" name="object 71">
            <a:extLst>
              <a:ext uri="{FF2B5EF4-FFF2-40B4-BE49-F238E27FC236}">
                <a16:creationId xmlns:a16="http://schemas.microsoft.com/office/drawing/2014/main" id="{762FA782-7159-2E8F-3480-7526F55BED53}"/>
              </a:ext>
            </a:extLst>
          </p:cNvPr>
          <p:cNvSpPr/>
          <p:nvPr/>
        </p:nvSpPr>
        <p:spPr>
          <a:xfrm>
            <a:off x="14156201" y="5872578"/>
            <a:ext cx="4018915" cy="1590675"/>
          </a:xfrm>
          <a:custGeom>
            <a:avLst/>
            <a:gdLst/>
            <a:ahLst/>
            <a:cxnLst/>
            <a:rect l="l" t="t" r="r" b="b"/>
            <a:pathLst>
              <a:path w="4018915" h="1590675">
                <a:moveTo>
                  <a:pt x="180971" y="19049"/>
                </a:moveTo>
                <a:lnTo>
                  <a:pt x="123821" y="19049"/>
                </a:lnTo>
                <a:lnTo>
                  <a:pt x="123821" y="0"/>
                </a:lnTo>
                <a:lnTo>
                  <a:pt x="180971" y="0"/>
                </a:lnTo>
                <a:lnTo>
                  <a:pt x="180971" y="19049"/>
                </a:lnTo>
                <a:close/>
              </a:path>
              <a:path w="4018915" h="1590675">
                <a:moveTo>
                  <a:pt x="257171" y="19049"/>
                </a:moveTo>
                <a:lnTo>
                  <a:pt x="200021" y="19049"/>
                </a:lnTo>
                <a:lnTo>
                  <a:pt x="200021" y="0"/>
                </a:lnTo>
                <a:lnTo>
                  <a:pt x="257171" y="0"/>
                </a:lnTo>
                <a:lnTo>
                  <a:pt x="257171" y="19049"/>
                </a:lnTo>
                <a:close/>
              </a:path>
              <a:path w="4018915" h="1590675">
                <a:moveTo>
                  <a:pt x="333371" y="19049"/>
                </a:moveTo>
                <a:lnTo>
                  <a:pt x="276221" y="19049"/>
                </a:lnTo>
                <a:lnTo>
                  <a:pt x="276221" y="0"/>
                </a:lnTo>
                <a:lnTo>
                  <a:pt x="333371" y="0"/>
                </a:lnTo>
                <a:lnTo>
                  <a:pt x="333371" y="19049"/>
                </a:lnTo>
                <a:close/>
              </a:path>
              <a:path w="4018915" h="1590675">
                <a:moveTo>
                  <a:pt x="409571" y="19049"/>
                </a:moveTo>
                <a:lnTo>
                  <a:pt x="352421" y="19049"/>
                </a:lnTo>
                <a:lnTo>
                  <a:pt x="352421" y="0"/>
                </a:lnTo>
                <a:lnTo>
                  <a:pt x="409571" y="0"/>
                </a:lnTo>
                <a:lnTo>
                  <a:pt x="409571" y="19049"/>
                </a:lnTo>
                <a:close/>
              </a:path>
              <a:path w="4018915" h="1590675">
                <a:moveTo>
                  <a:pt x="485771" y="19049"/>
                </a:moveTo>
                <a:lnTo>
                  <a:pt x="428621" y="19049"/>
                </a:lnTo>
                <a:lnTo>
                  <a:pt x="428621" y="0"/>
                </a:lnTo>
                <a:lnTo>
                  <a:pt x="485771" y="0"/>
                </a:lnTo>
                <a:lnTo>
                  <a:pt x="485771" y="19049"/>
                </a:lnTo>
                <a:close/>
              </a:path>
              <a:path w="4018915" h="1590675">
                <a:moveTo>
                  <a:pt x="561971" y="19049"/>
                </a:moveTo>
                <a:lnTo>
                  <a:pt x="504821" y="19049"/>
                </a:lnTo>
                <a:lnTo>
                  <a:pt x="504821" y="0"/>
                </a:lnTo>
                <a:lnTo>
                  <a:pt x="561971" y="0"/>
                </a:lnTo>
                <a:lnTo>
                  <a:pt x="561971" y="19049"/>
                </a:lnTo>
                <a:close/>
              </a:path>
              <a:path w="4018915" h="1590675">
                <a:moveTo>
                  <a:pt x="638171" y="19049"/>
                </a:moveTo>
                <a:lnTo>
                  <a:pt x="581021" y="19049"/>
                </a:lnTo>
                <a:lnTo>
                  <a:pt x="581021" y="0"/>
                </a:lnTo>
                <a:lnTo>
                  <a:pt x="638171" y="0"/>
                </a:lnTo>
                <a:lnTo>
                  <a:pt x="638171" y="19049"/>
                </a:lnTo>
                <a:close/>
              </a:path>
              <a:path w="4018915" h="1590675">
                <a:moveTo>
                  <a:pt x="714371" y="19049"/>
                </a:moveTo>
                <a:lnTo>
                  <a:pt x="657221" y="19049"/>
                </a:lnTo>
                <a:lnTo>
                  <a:pt x="657221" y="0"/>
                </a:lnTo>
                <a:lnTo>
                  <a:pt x="714371" y="0"/>
                </a:lnTo>
                <a:lnTo>
                  <a:pt x="714371" y="19049"/>
                </a:lnTo>
                <a:close/>
              </a:path>
              <a:path w="4018915" h="1590675">
                <a:moveTo>
                  <a:pt x="790571" y="19049"/>
                </a:moveTo>
                <a:lnTo>
                  <a:pt x="733421" y="19049"/>
                </a:lnTo>
                <a:lnTo>
                  <a:pt x="733421" y="0"/>
                </a:lnTo>
                <a:lnTo>
                  <a:pt x="790571" y="0"/>
                </a:lnTo>
                <a:lnTo>
                  <a:pt x="790571" y="19049"/>
                </a:lnTo>
                <a:close/>
              </a:path>
              <a:path w="4018915" h="1590675">
                <a:moveTo>
                  <a:pt x="866771" y="19049"/>
                </a:moveTo>
                <a:lnTo>
                  <a:pt x="809621" y="19049"/>
                </a:lnTo>
                <a:lnTo>
                  <a:pt x="809621" y="0"/>
                </a:lnTo>
                <a:lnTo>
                  <a:pt x="866771" y="0"/>
                </a:lnTo>
                <a:lnTo>
                  <a:pt x="866771" y="19049"/>
                </a:lnTo>
                <a:close/>
              </a:path>
              <a:path w="4018915" h="1590675">
                <a:moveTo>
                  <a:pt x="942971" y="19049"/>
                </a:moveTo>
                <a:lnTo>
                  <a:pt x="885821" y="19049"/>
                </a:lnTo>
                <a:lnTo>
                  <a:pt x="885821" y="0"/>
                </a:lnTo>
                <a:lnTo>
                  <a:pt x="942971" y="0"/>
                </a:lnTo>
                <a:lnTo>
                  <a:pt x="942971" y="19049"/>
                </a:lnTo>
                <a:close/>
              </a:path>
              <a:path w="4018915" h="1590675">
                <a:moveTo>
                  <a:pt x="1019171" y="19049"/>
                </a:moveTo>
                <a:lnTo>
                  <a:pt x="962021" y="19049"/>
                </a:lnTo>
                <a:lnTo>
                  <a:pt x="962021" y="0"/>
                </a:lnTo>
                <a:lnTo>
                  <a:pt x="1019171" y="0"/>
                </a:lnTo>
                <a:lnTo>
                  <a:pt x="1019171" y="19049"/>
                </a:lnTo>
                <a:close/>
              </a:path>
              <a:path w="4018915" h="1590675">
                <a:moveTo>
                  <a:pt x="1095371" y="19049"/>
                </a:moveTo>
                <a:lnTo>
                  <a:pt x="1038221" y="19049"/>
                </a:lnTo>
                <a:lnTo>
                  <a:pt x="1038221" y="0"/>
                </a:lnTo>
                <a:lnTo>
                  <a:pt x="1095371" y="0"/>
                </a:lnTo>
                <a:lnTo>
                  <a:pt x="1095371" y="19049"/>
                </a:lnTo>
                <a:close/>
              </a:path>
              <a:path w="4018915" h="1590675">
                <a:moveTo>
                  <a:pt x="1171571" y="19049"/>
                </a:moveTo>
                <a:lnTo>
                  <a:pt x="1114421" y="19049"/>
                </a:lnTo>
                <a:lnTo>
                  <a:pt x="1114421" y="0"/>
                </a:lnTo>
                <a:lnTo>
                  <a:pt x="1171571" y="0"/>
                </a:lnTo>
                <a:lnTo>
                  <a:pt x="1171571" y="19049"/>
                </a:lnTo>
                <a:close/>
              </a:path>
              <a:path w="4018915" h="1590675">
                <a:moveTo>
                  <a:pt x="1247771" y="19049"/>
                </a:moveTo>
                <a:lnTo>
                  <a:pt x="1190621" y="19049"/>
                </a:lnTo>
                <a:lnTo>
                  <a:pt x="1190621" y="0"/>
                </a:lnTo>
                <a:lnTo>
                  <a:pt x="1247771" y="0"/>
                </a:lnTo>
                <a:lnTo>
                  <a:pt x="1247771" y="19049"/>
                </a:lnTo>
                <a:close/>
              </a:path>
              <a:path w="4018915" h="1590675">
                <a:moveTo>
                  <a:pt x="1323971" y="19049"/>
                </a:moveTo>
                <a:lnTo>
                  <a:pt x="1266821" y="19049"/>
                </a:lnTo>
                <a:lnTo>
                  <a:pt x="1266821" y="0"/>
                </a:lnTo>
                <a:lnTo>
                  <a:pt x="1323971" y="0"/>
                </a:lnTo>
                <a:lnTo>
                  <a:pt x="1323971" y="19049"/>
                </a:lnTo>
                <a:close/>
              </a:path>
              <a:path w="4018915" h="1590675">
                <a:moveTo>
                  <a:pt x="1400171" y="19049"/>
                </a:moveTo>
                <a:lnTo>
                  <a:pt x="1343021" y="19049"/>
                </a:lnTo>
                <a:lnTo>
                  <a:pt x="1343021" y="0"/>
                </a:lnTo>
                <a:lnTo>
                  <a:pt x="1400171" y="0"/>
                </a:lnTo>
                <a:lnTo>
                  <a:pt x="1400171" y="19049"/>
                </a:lnTo>
                <a:close/>
              </a:path>
              <a:path w="4018915" h="1590675">
                <a:moveTo>
                  <a:pt x="1476371" y="19049"/>
                </a:moveTo>
                <a:lnTo>
                  <a:pt x="1419221" y="19049"/>
                </a:lnTo>
                <a:lnTo>
                  <a:pt x="1419221" y="0"/>
                </a:lnTo>
                <a:lnTo>
                  <a:pt x="1476371" y="0"/>
                </a:lnTo>
                <a:lnTo>
                  <a:pt x="1476371" y="19049"/>
                </a:lnTo>
                <a:close/>
              </a:path>
              <a:path w="4018915" h="1590675">
                <a:moveTo>
                  <a:pt x="1552571" y="19049"/>
                </a:moveTo>
                <a:lnTo>
                  <a:pt x="1495421" y="19049"/>
                </a:lnTo>
                <a:lnTo>
                  <a:pt x="1495421" y="0"/>
                </a:lnTo>
                <a:lnTo>
                  <a:pt x="1552571" y="0"/>
                </a:lnTo>
                <a:lnTo>
                  <a:pt x="1552571" y="19049"/>
                </a:lnTo>
                <a:close/>
              </a:path>
              <a:path w="4018915" h="1590675">
                <a:moveTo>
                  <a:pt x="1628771" y="19049"/>
                </a:moveTo>
                <a:lnTo>
                  <a:pt x="1571621" y="19049"/>
                </a:lnTo>
                <a:lnTo>
                  <a:pt x="1571621" y="0"/>
                </a:lnTo>
                <a:lnTo>
                  <a:pt x="1628771" y="0"/>
                </a:lnTo>
                <a:lnTo>
                  <a:pt x="1628771" y="19049"/>
                </a:lnTo>
                <a:close/>
              </a:path>
              <a:path w="4018915" h="1590675">
                <a:moveTo>
                  <a:pt x="1704971" y="19049"/>
                </a:moveTo>
                <a:lnTo>
                  <a:pt x="1647821" y="19049"/>
                </a:lnTo>
                <a:lnTo>
                  <a:pt x="1647821" y="0"/>
                </a:lnTo>
                <a:lnTo>
                  <a:pt x="1704971" y="0"/>
                </a:lnTo>
                <a:lnTo>
                  <a:pt x="1704971" y="19049"/>
                </a:lnTo>
                <a:close/>
              </a:path>
              <a:path w="4018915" h="1590675">
                <a:moveTo>
                  <a:pt x="1781171" y="19049"/>
                </a:moveTo>
                <a:lnTo>
                  <a:pt x="1724021" y="19049"/>
                </a:lnTo>
                <a:lnTo>
                  <a:pt x="1724021" y="0"/>
                </a:lnTo>
                <a:lnTo>
                  <a:pt x="1781171" y="0"/>
                </a:lnTo>
                <a:lnTo>
                  <a:pt x="1781171" y="19049"/>
                </a:lnTo>
                <a:close/>
              </a:path>
              <a:path w="4018915" h="1590675">
                <a:moveTo>
                  <a:pt x="1857371" y="19049"/>
                </a:moveTo>
                <a:lnTo>
                  <a:pt x="1800221" y="19049"/>
                </a:lnTo>
                <a:lnTo>
                  <a:pt x="1800221" y="0"/>
                </a:lnTo>
                <a:lnTo>
                  <a:pt x="1857371" y="0"/>
                </a:lnTo>
                <a:lnTo>
                  <a:pt x="1857371" y="19049"/>
                </a:lnTo>
                <a:close/>
              </a:path>
              <a:path w="4018915" h="1590675">
                <a:moveTo>
                  <a:pt x="1933571" y="19049"/>
                </a:moveTo>
                <a:lnTo>
                  <a:pt x="1876421" y="19049"/>
                </a:lnTo>
                <a:lnTo>
                  <a:pt x="1876421" y="0"/>
                </a:lnTo>
                <a:lnTo>
                  <a:pt x="1933571" y="0"/>
                </a:lnTo>
                <a:lnTo>
                  <a:pt x="1933571" y="19049"/>
                </a:lnTo>
                <a:close/>
              </a:path>
              <a:path w="4018915" h="1590675">
                <a:moveTo>
                  <a:pt x="2009771" y="19049"/>
                </a:moveTo>
                <a:lnTo>
                  <a:pt x="1952621" y="19049"/>
                </a:lnTo>
                <a:lnTo>
                  <a:pt x="1952621" y="0"/>
                </a:lnTo>
                <a:lnTo>
                  <a:pt x="2009771" y="0"/>
                </a:lnTo>
                <a:lnTo>
                  <a:pt x="2009771" y="19049"/>
                </a:lnTo>
                <a:close/>
              </a:path>
              <a:path w="4018915" h="1590675">
                <a:moveTo>
                  <a:pt x="2085971" y="19049"/>
                </a:moveTo>
                <a:lnTo>
                  <a:pt x="2028821" y="19049"/>
                </a:lnTo>
                <a:lnTo>
                  <a:pt x="2028821" y="0"/>
                </a:lnTo>
                <a:lnTo>
                  <a:pt x="2085971" y="0"/>
                </a:lnTo>
                <a:lnTo>
                  <a:pt x="2085971" y="19049"/>
                </a:lnTo>
                <a:close/>
              </a:path>
              <a:path w="4018915" h="1590675">
                <a:moveTo>
                  <a:pt x="2162171" y="19049"/>
                </a:moveTo>
                <a:lnTo>
                  <a:pt x="2105021" y="19049"/>
                </a:lnTo>
                <a:lnTo>
                  <a:pt x="2105021" y="0"/>
                </a:lnTo>
                <a:lnTo>
                  <a:pt x="2162171" y="0"/>
                </a:lnTo>
                <a:lnTo>
                  <a:pt x="2162171" y="19049"/>
                </a:lnTo>
                <a:close/>
              </a:path>
              <a:path w="4018915" h="1590675">
                <a:moveTo>
                  <a:pt x="2238371" y="19049"/>
                </a:moveTo>
                <a:lnTo>
                  <a:pt x="2181221" y="19049"/>
                </a:lnTo>
                <a:lnTo>
                  <a:pt x="2181221" y="0"/>
                </a:lnTo>
                <a:lnTo>
                  <a:pt x="2238371" y="0"/>
                </a:lnTo>
                <a:lnTo>
                  <a:pt x="2238371" y="19049"/>
                </a:lnTo>
                <a:close/>
              </a:path>
              <a:path w="4018915" h="1590675">
                <a:moveTo>
                  <a:pt x="2314571" y="19049"/>
                </a:moveTo>
                <a:lnTo>
                  <a:pt x="2257421" y="19049"/>
                </a:lnTo>
                <a:lnTo>
                  <a:pt x="2257421" y="0"/>
                </a:lnTo>
                <a:lnTo>
                  <a:pt x="2314571" y="0"/>
                </a:lnTo>
                <a:lnTo>
                  <a:pt x="2314571" y="19049"/>
                </a:lnTo>
                <a:close/>
              </a:path>
              <a:path w="4018915" h="1590675">
                <a:moveTo>
                  <a:pt x="2390771" y="19049"/>
                </a:moveTo>
                <a:lnTo>
                  <a:pt x="2333621" y="19049"/>
                </a:lnTo>
                <a:lnTo>
                  <a:pt x="2333621" y="0"/>
                </a:lnTo>
                <a:lnTo>
                  <a:pt x="2390771" y="0"/>
                </a:lnTo>
                <a:lnTo>
                  <a:pt x="2390771" y="19049"/>
                </a:lnTo>
                <a:close/>
              </a:path>
              <a:path w="4018915" h="1590675">
                <a:moveTo>
                  <a:pt x="2466971" y="19049"/>
                </a:moveTo>
                <a:lnTo>
                  <a:pt x="2409821" y="19049"/>
                </a:lnTo>
                <a:lnTo>
                  <a:pt x="2409821" y="0"/>
                </a:lnTo>
                <a:lnTo>
                  <a:pt x="2466971" y="0"/>
                </a:lnTo>
                <a:lnTo>
                  <a:pt x="2466971" y="19049"/>
                </a:lnTo>
                <a:close/>
              </a:path>
              <a:path w="4018915" h="1590675">
                <a:moveTo>
                  <a:pt x="2543171" y="19049"/>
                </a:moveTo>
                <a:lnTo>
                  <a:pt x="2486021" y="19049"/>
                </a:lnTo>
                <a:lnTo>
                  <a:pt x="2486021" y="0"/>
                </a:lnTo>
                <a:lnTo>
                  <a:pt x="2543171" y="0"/>
                </a:lnTo>
                <a:lnTo>
                  <a:pt x="2543171" y="19049"/>
                </a:lnTo>
                <a:close/>
              </a:path>
              <a:path w="4018915" h="1590675">
                <a:moveTo>
                  <a:pt x="2619371" y="19049"/>
                </a:moveTo>
                <a:lnTo>
                  <a:pt x="2562221" y="19049"/>
                </a:lnTo>
                <a:lnTo>
                  <a:pt x="2562221" y="0"/>
                </a:lnTo>
                <a:lnTo>
                  <a:pt x="2619371" y="0"/>
                </a:lnTo>
                <a:lnTo>
                  <a:pt x="2619371" y="19049"/>
                </a:lnTo>
                <a:close/>
              </a:path>
              <a:path w="4018915" h="1590675">
                <a:moveTo>
                  <a:pt x="2695571" y="19049"/>
                </a:moveTo>
                <a:lnTo>
                  <a:pt x="2638421" y="19049"/>
                </a:lnTo>
                <a:lnTo>
                  <a:pt x="2638421" y="0"/>
                </a:lnTo>
                <a:lnTo>
                  <a:pt x="2695571" y="0"/>
                </a:lnTo>
                <a:lnTo>
                  <a:pt x="2695571" y="19049"/>
                </a:lnTo>
                <a:close/>
              </a:path>
              <a:path w="4018915" h="1590675">
                <a:moveTo>
                  <a:pt x="2771771" y="19049"/>
                </a:moveTo>
                <a:lnTo>
                  <a:pt x="2714621" y="19049"/>
                </a:lnTo>
                <a:lnTo>
                  <a:pt x="2714621" y="0"/>
                </a:lnTo>
                <a:lnTo>
                  <a:pt x="2771771" y="0"/>
                </a:lnTo>
                <a:lnTo>
                  <a:pt x="2771771" y="19049"/>
                </a:lnTo>
                <a:close/>
              </a:path>
              <a:path w="4018915" h="1590675">
                <a:moveTo>
                  <a:pt x="2847971" y="19049"/>
                </a:moveTo>
                <a:lnTo>
                  <a:pt x="2790821" y="19049"/>
                </a:lnTo>
                <a:lnTo>
                  <a:pt x="2790821" y="0"/>
                </a:lnTo>
                <a:lnTo>
                  <a:pt x="2847971" y="0"/>
                </a:lnTo>
                <a:lnTo>
                  <a:pt x="2847971" y="19049"/>
                </a:lnTo>
                <a:close/>
              </a:path>
              <a:path w="4018915" h="1590675">
                <a:moveTo>
                  <a:pt x="2924171" y="19049"/>
                </a:moveTo>
                <a:lnTo>
                  <a:pt x="2867021" y="19049"/>
                </a:lnTo>
                <a:lnTo>
                  <a:pt x="2867021" y="0"/>
                </a:lnTo>
                <a:lnTo>
                  <a:pt x="2924171" y="0"/>
                </a:lnTo>
                <a:lnTo>
                  <a:pt x="2924171" y="19049"/>
                </a:lnTo>
                <a:close/>
              </a:path>
              <a:path w="4018915" h="1590675">
                <a:moveTo>
                  <a:pt x="3000371" y="19049"/>
                </a:moveTo>
                <a:lnTo>
                  <a:pt x="2943221" y="19049"/>
                </a:lnTo>
                <a:lnTo>
                  <a:pt x="2943221" y="0"/>
                </a:lnTo>
                <a:lnTo>
                  <a:pt x="3000371" y="0"/>
                </a:lnTo>
                <a:lnTo>
                  <a:pt x="3000371" y="19049"/>
                </a:lnTo>
                <a:close/>
              </a:path>
              <a:path w="4018915" h="1590675">
                <a:moveTo>
                  <a:pt x="3076571" y="19049"/>
                </a:moveTo>
                <a:lnTo>
                  <a:pt x="3019421" y="19049"/>
                </a:lnTo>
                <a:lnTo>
                  <a:pt x="3019421" y="0"/>
                </a:lnTo>
                <a:lnTo>
                  <a:pt x="3076571" y="0"/>
                </a:lnTo>
                <a:lnTo>
                  <a:pt x="3076571" y="19049"/>
                </a:lnTo>
                <a:close/>
              </a:path>
              <a:path w="4018915" h="1590675">
                <a:moveTo>
                  <a:pt x="3152771" y="19049"/>
                </a:moveTo>
                <a:lnTo>
                  <a:pt x="3095621" y="19049"/>
                </a:lnTo>
                <a:lnTo>
                  <a:pt x="3095621" y="0"/>
                </a:lnTo>
                <a:lnTo>
                  <a:pt x="3152771" y="0"/>
                </a:lnTo>
                <a:lnTo>
                  <a:pt x="3152771" y="19049"/>
                </a:lnTo>
                <a:close/>
              </a:path>
              <a:path w="4018915" h="1590675">
                <a:moveTo>
                  <a:pt x="3228971" y="19049"/>
                </a:moveTo>
                <a:lnTo>
                  <a:pt x="3171821" y="19049"/>
                </a:lnTo>
                <a:lnTo>
                  <a:pt x="3171821" y="0"/>
                </a:lnTo>
                <a:lnTo>
                  <a:pt x="3228971" y="0"/>
                </a:lnTo>
                <a:lnTo>
                  <a:pt x="3228971" y="19049"/>
                </a:lnTo>
                <a:close/>
              </a:path>
              <a:path w="4018915" h="1590675">
                <a:moveTo>
                  <a:pt x="3305171" y="19049"/>
                </a:moveTo>
                <a:lnTo>
                  <a:pt x="3248021" y="19049"/>
                </a:lnTo>
                <a:lnTo>
                  <a:pt x="3248021" y="0"/>
                </a:lnTo>
                <a:lnTo>
                  <a:pt x="3305171" y="0"/>
                </a:lnTo>
                <a:lnTo>
                  <a:pt x="3305171" y="19049"/>
                </a:lnTo>
                <a:close/>
              </a:path>
              <a:path w="4018915" h="1590675">
                <a:moveTo>
                  <a:pt x="3381371" y="19049"/>
                </a:moveTo>
                <a:lnTo>
                  <a:pt x="3324221" y="19049"/>
                </a:lnTo>
                <a:lnTo>
                  <a:pt x="3324221" y="0"/>
                </a:lnTo>
                <a:lnTo>
                  <a:pt x="3381371" y="0"/>
                </a:lnTo>
                <a:lnTo>
                  <a:pt x="3381371" y="19049"/>
                </a:lnTo>
                <a:close/>
              </a:path>
              <a:path w="4018915" h="1590675">
                <a:moveTo>
                  <a:pt x="3457571" y="19049"/>
                </a:moveTo>
                <a:lnTo>
                  <a:pt x="3400421" y="19049"/>
                </a:lnTo>
                <a:lnTo>
                  <a:pt x="3400421" y="0"/>
                </a:lnTo>
                <a:lnTo>
                  <a:pt x="3457571" y="0"/>
                </a:lnTo>
                <a:lnTo>
                  <a:pt x="3457571" y="19049"/>
                </a:lnTo>
                <a:close/>
              </a:path>
              <a:path w="4018915" h="1590675">
                <a:moveTo>
                  <a:pt x="3533771" y="19049"/>
                </a:moveTo>
                <a:lnTo>
                  <a:pt x="3476621" y="19049"/>
                </a:lnTo>
                <a:lnTo>
                  <a:pt x="3476621" y="0"/>
                </a:lnTo>
                <a:lnTo>
                  <a:pt x="3533771" y="0"/>
                </a:lnTo>
                <a:lnTo>
                  <a:pt x="3533771" y="19049"/>
                </a:lnTo>
                <a:close/>
              </a:path>
              <a:path w="4018915" h="1590675">
                <a:moveTo>
                  <a:pt x="3609971" y="19049"/>
                </a:moveTo>
                <a:lnTo>
                  <a:pt x="3552821" y="19049"/>
                </a:lnTo>
                <a:lnTo>
                  <a:pt x="3552821" y="0"/>
                </a:lnTo>
                <a:lnTo>
                  <a:pt x="3609971" y="0"/>
                </a:lnTo>
                <a:lnTo>
                  <a:pt x="3609971" y="19049"/>
                </a:lnTo>
                <a:close/>
              </a:path>
              <a:path w="4018915" h="1590675">
                <a:moveTo>
                  <a:pt x="3686171" y="19049"/>
                </a:moveTo>
                <a:lnTo>
                  <a:pt x="3629021" y="19049"/>
                </a:lnTo>
                <a:lnTo>
                  <a:pt x="3629021" y="0"/>
                </a:lnTo>
                <a:lnTo>
                  <a:pt x="3686171" y="0"/>
                </a:lnTo>
                <a:lnTo>
                  <a:pt x="3686171" y="19049"/>
                </a:lnTo>
                <a:close/>
              </a:path>
              <a:path w="4018915" h="1590675">
                <a:moveTo>
                  <a:pt x="3762371" y="19049"/>
                </a:moveTo>
                <a:lnTo>
                  <a:pt x="3705221" y="19049"/>
                </a:lnTo>
                <a:lnTo>
                  <a:pt x="3705221" y="0"/>
                </a:lnTo>
                <a:lnTo>
                  <a:pt x="3762371" y="0"/>
                </a:lnTo>
                <a:lnTo>
                  <a:pt x="3762371" y="19049"/>
                </a:lnTo>
                <a:close/>
              </a:path>
              <a:path w="4018915" h="1590675">
                <a:moveTo>
                  <a:pt x="3838571" y="19049"/>
                </a:moveTo>
                <a:lnTo>
                  <a:pt x="3781421" y="19049"/>
                </a:lnTo>
                <a:lnTo>
                  <a:pt x="3781421" y="0"/>
                </a:lnTo>
                <a:lnTo>
                  <a:pt x="3838571" y="0"/>
                </a:lnTo>
                <a:lnTo>
                  <a:pt x="3838571" y="19049"/>
                </a:lnTo>
                <a:close/>
              </a:path>
              <a:path w="4018915" h="1590675">
                <a:moveTo>
                  <a:pt x="3914771" y="19049"/>
                </a:moveTo>
                <a:lnTo>
                  <a:pt x="3857621" y="19049"/>
                </a:lnTo>
                <a:lnTo>
                  <a:pt x="3857621" y="0"/>
                </a:lnTo>
                <a:lnTo>
                  <a:pt x="3914771" y="0"/>
                </a:lnTo>
                <a:lnTo>
                  <a:pt x="3914771" y="19049"/>
                </a:lnTo>
                <a:close/>
              </a:path>
              <a:path w="4018915" h="1590675">
                <a:moveTo>
                  <a:pt x="3982913" y="21652"/>
                </a:moveTo>
                <a:lnTo>
                  <a:pt x="3979131" y="19917"/>
                </a:lnTo>
                <a:lnTo>
                  <a:pt x="3975160" y="19049"/>
                </a:lnTo>
                <a:lnTo>
                  <a:pt x="3933821" y="19049"/>
                </a:lnTo>
                <a:lnTo>
                  <a:pt x="3933821" y="0"/>
                </a:lnTo>
                <a:lnTo>
                  <a:pt x="3970999" y="0"/>
                </a:lnTo>
                <a:lnTo>
                  <a:pt x="3980333" y="923"/>
                </a:lnTo>
                <a:lnTo>
                  <a:pt x="3989223" y="3624"/>
                </a:lnTo>
                <a:lnTo>
                  <a:pt x="3990798" y="4465"/>
                </a:lnTo>
                <a:lnTo>
                  <a:pt x="3982913" y="21652"/>
                </a:lnTo>
                <a:close/>
              </a:path>
              <a:path w="4018915" h="1590675">
                <a:moveTo>
                  <a:pt x="4018621" y="70897"/>
                </a:moveTo>
                <a:lnTo>
                  <a:pt x="3999571" y="70897"/>
                </a:lnTo>
                <a:lnTo>
                  <a:pt x="3999571" y="40349"/>
                </a:lnTo>
                <a:lnTo>
                  <a:pt x="3997148" y="34002"/>
                </a:lnTo>
                <a:lnTo>
                  <a:pt x="3992303" y="28581"/>
                </a:lnTo>
                <a:lnTo>
                  <a:pt x="4006365" y="16011"/>
                </a:lnTo>
                <a:lnTo>
                  <a:pt x="4010620" y="21200"/>
                </a:lnTo>
                <a:lnTo>
                  <a:pt x="4014996" y="29397"/>
                </a:lnTo>
                <a:lnTo>
                  <a:pt x="4017697" y="38287"/>
                </a:lnTo>
                <a:lnTo>
                  <a:pt x="4018621" y="47621"/>
                </a:lnTo>
                <a:lnTo>
                  <a:pt x="4018621" y="70897"/>
                </a:lnTo>
                <a:close/>
              </a:path>
              <a:path w="4018915" h="1590675">
                <a:moveTo>
                  <a:pt x="4018621" y="147097"/>
                </a:moveTo>
                <a:lnTo>
                  <a:pt x="3999571" y="147097"/>
                </a:lnTo>
                <a:lnTo>
                  <a:pt x="3999571" y="89947"/>
                </a:lnTo>
                <a:lnTo>
                  <a:pt x="4018621" y="89947"/>
                </a:lnTo>
                <a:lnTo>
                  <a:pt x="4018621" y="147097"/>
                </a:lnTo>
                <a:close/>
              </a:path>
              <a:path w="4018915" h="1590675">
                <a:moveTo>
                  <a:pt x="4018621" y="223297"/>
                </a:moveTo>
                <a:lnTo>
                  <a:pt x="3999571" y="223297"/>
                </a:lnTo>
                <a:lnTo>
                  <a:pt x="3999571" y="166147"/>
                </a:lnTo>
                <a:lnTo>
                  <a:pt x="4018621" y="166147"/>
                </a:lnTo>
                <a:lnTo>
                  <a:pt x="4018621" y="223297"/>
                </a:lnTo>
                <a:close/>
              </a:path>
              <a:path w="4018915" h="1590675">
                <a:moveTo>
                  <a:pt x="4018621" y="299497"/>
                </a:moveTo>
                <a:lnTo>
                  <a:pt x="3999571" y="299497"/>
                </a:lnTo>
                <a:lnTo>
                  <a:pt x="3999571" y="242347"/>
                </a:lnTo>
                <a:lnTo>
                  <a:pt x="4018621" y="242347"/>
                </a:lnTo>
                <a:lnTo>
                  <a:pt x="4018621" y="299497"/>
                </a:lnTo>
                <a:close/>
              </a:path>
              <a:path w="4018915" h="1590675">
                <a:moveTo>
                  <a:pt x="4018621" y="375697"/>
                </a:moveTo>
                <a:lnTo>
                  <a:pt x="3999571" y="375697"/>
                </a:lnTo>
                <a:lnTo>
                  <a:pt x="3999571" y="318547"/>
                </a:lnTo>
                <a:lnTo>
                  <a:pt x="4018621" y="318547"/>
                </a:lnTo>
                <a:lnTo>
                  <a:pt x="4018621" y="375697"/>
                </a:lnTo>
                <a:close/>
              </a:path>
              <a:path w="4018915" h="1590675">
                <a:moveTo>
                  <a:pt x="4018621" y="451897"/>
                </a:moveTo>
                <a:lnTo>
                  <a:pt x="3999571" y="451897"/>
                </a:lnTo>
                <a:lnTo>
                  <a:pt x="3999571" y="394747"/>
                </a:lnTo>
                <a:lnTo>
                  <a:pt x="4018621" y="394747"/>
                </a:lnTo>
                <a:lnTo>
                  <a:pt x="4018621" y="451897"/>
                </a:lnTo>
                <a:close/>
              </a:path>
              <a:path w="4018915" h="1590675">
                <a:moveTo>
                  <a:pt x="4018621" y="528097"/>
                </a:moveTo>
                <a:lnTo>
                  <a:pt x="3999571" y="528097"/>
                </a:lnTo>
                <a:lnTo>
                  <a:pt x="3999571" y="470947"/>
                </a:lnTo>
                <a:lnTo>
                  <a:pt x="4018621" y="470947"/>
                </a:lnTo>
                <a:lnTo>
                  <a:pt x="4018621" y="528097"/>
                </a:lnTo>
                <a:close/>
              </a:path>
              <a:path w="4018915" h="1590675">
                <a:moveTo>
                  <a:pt x="4018621" y="604297"/>
                </a:moveTo>
                <a:lnTo>
                  <a:pt x="3999571" y="604297"/>
                </a:lnTo>
                <a:lnTo>
                  <a:pt x="3999571" y="547147"/>
                </a:lnTo>
                <a:lnTo>
                  <a:pt x="4018621" y="547147"/>
                </a:lnTo>
                <a:lnTo>
                  <a:pt x="4018621" y="604297"/>
                </a:lnTo>
                <a:close/>
              </a:path>
              <a:path w="4018915" h="1590675">
                <a:moveTo>
                  <a:pt x="4018621" y="680497"/>
                </a:moveTo>
                <a:lnTo>
                  <a:pt x="3999571" y="680497"/>
                </a:lnTo>
                <a:lnTo>
                  <a:pt x="3999571" y="623347"/>
                </a:lnTo>
                <a:lnTo>
                  <a:pt x="4018621" y="623347"/>
                </a:lnTo>
                <a:lnTo>
                  <a:pt x="4018621" y="680497"/>
                </a:lnTo>
                <a:close/>
              </a:path>
              <a:path w="4018915" h="1590675">
                <a:moveTo>
                  <a:pt x="4018621" y="756697"/>
                </a:moveTo>
                <a:lnTo>
                  <a:pt x="3999571" y="756697"/>
                </a:lnTo>
                <a:lnTo>
                  <a:pt x="3999571" y="699547"/>
                </a:lnTo>
                <a:lnTo>
                  <a:pt x="4018621" y="699547"/>
                </a:lnTo>
                <a:lnTo>
                  <a:pt x="4018621" y="756697"/>
                </a:lnTo>
                <a:close/>
              </a:path>
              <a:path w="4018915" h="1590675">
                <a:moveTo>
                  <a:pt x="4018621" y="832897"/>
                </a:moveTo>
                <a:lnTo>
                  <a:pt x="3999571" y="832897"/>
                </a:lnTo>
                <a:lnTo>
                  <a:pt x="3999571" y="775747"/>
                </a:lnTo>
                <a:lnTo>
                  <a:pt x="4018621" y="775747"/>
                </a:lnTo>
                <a:lnTo>
                  <a:pt x="4018621" y="832897"/>
                </a:lnTo>
                <a:close/>
              </a:path>
              <a:path w="4018915" h="1590675">
                <a:moveTo>
                  <a:pt x="4018621" y="909097"/>
                </a:moveTo>
                <a:lnTo>
                  <a:pt x="3999571" y="909097"/>
                </a:lnTo>
                <a:lnTo>
                  <a:pt x="3999571" y="851947"/>
                </a:lnTo>
                <a:lnTo>
                  <a:pt x="4018621" y="851947"/>
                </a:lnTo>
                <a:lnTo>
                  <a:pt x="4018621" y="909097"/>
                </a:lnTo>
                <a:close/>
              </a:path>
              <a:path w="4018915" h="1590675">
                <a:moveTo>
                  <a:pt x="4018621" y="985297"/>
                </a:moveTo>
                <a:lnTo>
                  <a:pt x="3999571" y="985297"/>
                </a:lnTo>
                <a:lnTo>
                  <a:pt x="3999571" y="928147"/>
                </a:lnTo>
                <a:lnTo>
                  <a:pt x="4018621" y="928147"/>
                </a:lnTo>
                <a:lnTo>
                  <a:pt x="4018621" y="985297"/>
                </a:lnTo>
                <a:close/>
              </a:path>
              <a:path w="4018915" h="1590675">
                <a:moveTo>
                  <a:pt x="4018621" y="1061497"/>
                </a:moveTo>
                <a:lnTo>
                  <a:pt x="3999571" y="1061497"/>
                </a:lnTo>
                <a:lnTo>
                  <a:pt x="3999571" y="1004347"/>
                </a:lnTo>
                <a:lnTo>
                  <a:pt x="4018621" y="1004347"/>
                </a:lnTo>
                <a:lnTo>
                  <a:pt x="4018621" y="1061497"/>
                </a:lnTo>
                <a:close/>
              </a:path>
              <a:path w="4018915" h="1590675">
                <a:moveTo>
                  <a:pt x="4018621" y="1137697"/>
                </a:moveTo>
                <a:lnTo>
                  <a:pt x="3999571" y="1137697"/>
                </a:lnTo>
                <a:lnTo>
                  <a:pt x="3999571" y="1080547"/>
                </a:lnTo>
                <a:lnTo>
                  <a:pt x="4018621" y="1080547"/>
                </a:lnTo>
                <a:lnTo>
                  <a:pt x="4018621" y="1137697"/>
                </a:lnTo>
                <a:close/>
              </a:path>
              <a:path w="4018915" h="1590675">
                <a:moveTo>
                  <a:pt x="4018621" y="1213897"/>
                </a:moveTo>
                <a:lnTo>
                  <a:pt x="3999571" y="1213897"/>
                </a:lnTo>
                <a:lnTo>
                  <a:pt x="3999571" y="1156747"/>
                </a:lnTo>
                <a:lnTo>
                  <a:pt x="4018621" y="1156747"/>
                </a:lnTo>
                <a:lnTo>
                  <a:pt x="4018621" y="1213897"/>
                </a:lnTo>
                <a:close/>
              </a:path>
              <a:path w="4018915" h="1590675">
                <a:moveTo>
                  <a:pt x="4018621" y="1290097"/>
                </a:moveTo>
                <a:lnTo>
                  <a:pt x="3999571" y="1290097"/>
                </a:lnTo>
                <a:lnTo>
                  <a:pt x="3999571" y="1232947"/>
                </a:lnTo>
                <a:lnTo>
                  <a:pt x="4018621" y="1232947"/>
                </a:lnTo>
                <a:lnTo>
                  <a:pt x="4018621" y="1290097"/>
                </a:lnTo>
                <a:close/>
              </a:path>
              <a:path w="4018915" h="1590675">
                <a:moveTo>
                  <a:pt x="4018621" y="1366297"/>
                </a:moveTo>
                <a:lnTo>
                  <a:pt x="3999571" y="1366297"/>
                </a:lnTo>
                <a:lnTo>
                  <a:pt x="3999571" y="1309147"/>
                </a:lnTo>
                <a:lnTo>
                  <a:pt x="4018621" y="1309147"/>
                </a:lnTo>
                <a:lnTo>
                  <a:pt x="4018621" y="1366297"/>
                </a:lnTo>
                <a:close/>
              </a:path>
              <a:path w="4018915" h="1590675">
                <a:moveTo>
                  <a:pt x="4018621" y="1442497"/>
                </a:moveTo>
                <a:lnTo>
                  <a:pt x="3999571" y="1442497"/>
                </a:lnTo>
                <a:lnTo>
                  <a:pt x="3999571" y="1385347"/>
                </a:lnTo>
                <a:lnTo>
                  <a:pt x="4018621" y="1385347"/>
                </a:lnTo>
                <a:lnTo>
                  <a:pt x="4018621" y="1442497"/>
                </a:lnTo>
                <a:close/>
              </a:path>
              <a:path w="4018915" h="1590675">
                <a:moveTo>
                  <a:pt x="4018621" y="1518697"/>
                </a:moveTo>
                <a:lnTo>
                  <a:pt x="3999571" y="1518697"/>
                </a:lnTo>
                <a:lnTo>
                  <a:pt x="3999571" y="1461547"/>
                </a:lnTo>
                <a:lnTo>
                  <a:pt x="4018621" y="1461547"/>
                </a:lnTo>
                <a:lnTo>
                  <a:pt x="4018621" y="1518697"/>
                </a:lnTo>
                <a:close/>
              </a:path>
              <a:path w="4018915" h="1590675">
                <a:moveTo>
                  <a:pt x="3991501" y="1585536"/>
                </a:moveTo>
                <a:lnTo>
                  <a:pt x="3983347" y="1568521"/>
                </a:lnTo>
                <a:lnTo>
                  <a:pt x="3986282" y="1567114"/>
                </a:lnTo>
                <a:lnTo>
                  <a:pt x="3988900" y="1565260"/>
                </a:lnTo>
                <a:lnTo>
                  <a:pt x="3996781" y="1557380"/>
                </a:lnTo>
                <a:lnTo>
                  <a:pt x="3999571" y="1550645"/>
                </a:lnTo>
                <a:lnTo>
                  <a:pt x="3999571" y="1537747"/>
                </a:lnTo>
                <a:lnTo>
                  <a:pt x="4018621" y="1537747"/>
                </a:lnTo>
                <a:lnTo>
                  <a:pt x="4018621" y="1542756"/>
                </a:lnTo>
                <a:lnTo>
                  <a:pt x="4017697" y="1552090"/>
                </a:lnTo>
                <a:lnTo>
                  <a:pt x="4014996" y="1560980"/>
                </a:lnTo>
                <a:lnTo>
                  <a:pt x="4010620" y="1569176"/>
                </a:lnTo>
                <a:lnTo>
                  <a:pt x="4004673" y="1576429"/>
                </a:lnTo>
                <a:lnTo>
                  <a:pt x="3997420" y="1582376"/>
                </a:lnTo>
                <a:lnTo>
                  <a:pt x="3991501" y="1585536"/>
                </a:lnTo>
                <a:close/>
              </a:path>
              <a:path w="4018915" h="1590675">
                <a:moveTo>
                  <a:pt x="3970999" y="1590377"/>
                </a:moveTo>
                <a:lnTo>
                  <a:pt x="3915554" y="1590377"/>
                </a:lnTo>
                <a:lnTo>
                  <a:pt x="3915554" y="1571307"/>
                </a:lnTo>
                <a:lnTo>
                  <a:pt x="3972057" y="1571307"/>
                </a:lnTo>
                <a:lnTo>
                  <a:pt x="3972762" y="1590202"/>
                </a:lnTo>
                <a:lnTo>
                  <a:pt x="3970999" y="1590377"/>
                </a:lnTo>
                <a:close/>
              </a:path>
              <a:path w="4018915" h="1590675">
                <a:moveTo>
                  <a:pt x="3896504" y="1590377"/>
                </a:moveTo>
                <a:lnTo>
                  <a:pt x="3839354" y="1590377"/>
                </a:lnTo>
                <a:lnTo>
                  <a:pt x="3839354" y="1571327"/>
                </a:lnTo>
                <a:lnTo>
                  <a:pt x="3896504" y="1571327"/>
                </a:lnTo>
                <a:lnTo>
                  <a:pt x="3896504" y="1590377"/>
                </a:lnTo>
                <a:close/>
              </a:path>
              <a:path w="4018915" h="1590675">
                <a:moveTo>
                  <a:pt x="3820304" y="1590377"/>
                </a:moveTo>
                <a:lnTo>
                  <a:pt x="3763154" y="1590377"/>
                </a:lnTo>
                <a:lnTo>
                  <a:pt x="3763154" y="1571327"/>
                </a:lnTo>
                <a:lnTo>
                  <a:pt x="3820304" y="1571327"/>
                </a:lnTo>
                <a:lnTo>
                  <a:pt x="3820304" y="1590377"/>
                </a:lnTo>
                <a:close/>
              </a:path>
              <a:path w="4018915" h="1590675">
                <a:moveTo>
                  <a:pt x="3744104" y="1590377"/>
                </a:moveTo>
                <a:lnTo>
                  <a:pt x="3686954" y="1590377"/>
                </a:lnTo>
                <a:lnTo>
                  <a:pt x="3686954" y="1571327"/>
                </a:lnTo>
                <a:lnTo>
                  <a:pt x="3744104" y="1571327"/>
                </a:lnTo>
                <a:lnTo>
                  <a:pt x="3744104" y="1590377"/>
                </a:lnTo>
                <a:close/>
              </a:path>
              <a:path w="4018915" h="1590675">
                <a:moveTo>
                  <a:pt x="3667904" y="1590377"/>
                </a:moveTo>
                <a:lnTo>
                  <a:pt x="3610754" y="1590377"/>
                </a:lnTo>
                <a:lnTo>
                  <a:pt x="3610754" y="1571327"/>
                </a:lnTo>
                <a:lnTo>
                  <a:pt x="3667904" y="1571327"/>
                </a:lnTo>
                <a:lnTo>
                  <a:pt x="3667904" y="1590377"/>
                </a:lnTo>
                <a:close/>
              </a:path>
              <a:path w="4018915" h="1590675">
                <a:moveTo>
                  <a:pt x="3591704" y="1590377"/>
                </a:moveTo>
                <a:lnTo>
                  <a:pt x="3534554" y="1590377"/>
                </a:lnTo>
                <a:lnTo>
                  <a:pt x="3534554" y="1571327"/>
                </a:lnTo>
                <a:lnTo>
                  <a:pt x="3591704" y="1571327"/>
                </a:lnTo>
                <a:lnTo>
                  <a:pt x="3591704" y="1590377"/>
                </a:lnTo>
                <a:close/>
              </a:path>
              <a:path w="4018915" h="1590675">
                <a:moveTo>
                  <a:pt x="3515504" y="1590377"/>
                </a:moveTo>
                <a:lnTo>
                  <a:pt x="3458354" y="1590377"/>
                </a:lnTo>
                <a:lnTo>
                  <a:pt x="3458354" y="1571327"/>
                </a:lnTo>
                <a:lnTo>
                  <a:pt x="3515504" y="1571327"/>
                </a:lnTo>
                <a:lnTo>
                  <a:pt x="3515504" y="1590377"/>
                </a:lnTo>
                <a:close/>
              </a:path>
              <a:path w="4018915" h="1590675">
                <a:moveTo>
                  <a:pt x="3439304" y="1590377"/>
                </a:moveTo>
                <a:lnTo>
                  <a:pt x="3382154" y="1590377"/>
                </a:lnTo>
                <a:lnTo>
                  <a:pt x="3382154" y="1571327"/>
                </a:lnTo>
                <a:lnTo>
                  <a:pt x="3439304" y="1571327"/>
                </a:lnTo>
                <a:lnTo>
                  <a:pt x="3439304" y="1590377"/>
                </a:lnTo>
                <a:close/>
              </a:path>
              <a:path w="4018915" h="1590675">
                <a:moveTo>
                  <a:pt x="3363104" y="1590377"/>
                </a:moveTo>
                <a:lnTo>
                  <a:pt x="3305954" y="1590377"/>
                </a:lnTo>
                <a:lnTo>
                  <a:pt x="3305954" y="1571327"/>
                </a:lnTo>
                <a:lnTo>
                  <a:pt x="3363104" y="1571327"/>
                </a:lnTo>
                <a:lnTo>
                  <a:pt x="3363104" y="1590377"/>
                </a:lnTo>
                <a:close/>
              </a:path>
              <a:path w="4018915" h="1590675">
                <a:moveTo>
                  <a:pt x="3286904" y="1590377"/>
                </a:moveTo>
                <a:lnTo>
                  <a:pt x="3229754" y="1590377"/>
                </a:lnTo>
                <a:lnTo>
                  <a:pt x="3229754" y="1571327"/>
                </a:lnTo>
                <a:lnTo>
                  <a:pt x="3286904" y="1571327"/>
                </a:lnTo>
                <a:lnTo>
                  <a:pt x="3286904" y="1590377"/>
                </a:lnTo>
                <a:close/>
              </a:path>
              <a:path w="4018915" h="1590675">
                <a:moveTo>
                  <a:pt x="3210704" y="1590377"/>
                </a:moveTo>
                <a:lnTo>
                  <a:pt x="3153554" y="1590377"/>
                </a:lnTo>
                <a:lnTo>
                  <a:pt x="3153554" y="1571327"/>
                </a:lnTo>
                <a:lnTo>
                  <a:pt x="3210704" y="1571327"/>
                </a:lnTo>
                <a:lnTo>
                  <a:pt x="3210704" y="1590377"/>
                </a:lnTo>
                <a:close/>
              </a:path>
              <a:path w="4018915" h="1590675">
                <a:moveTo>
                  <a:pt x="3134504" y="1590377"/>
                </a:moveTo>
                <a:lnTo>
                  <a:pt x="3077354" y="1590377"/>
                </a:lnTo>
                <a:lnTo>
                  <a:pt x="3077354" y="1571327"/>
                </a:lnTo>
                <a:lnTo>
                  <a:pt x="3134504" y="1571327"/>
                </a:lnTo>
                <a:lnTo>
                  <a:pt x="3134504" y="1590377"/>
                </a:lnTo>
                <a:close/>
              </a:path>
              <a:path w="4018915" h="1590675">
                <a:moveTo>
                  <a:pt x="3058304" y="1590377"/>
                </a:moveTo>
                <a:lnTo>
                  <a:pt x="3001154" y="1590377"/>
                </a:lnTo>
                <a:lnTo>
                  <a:pt x="3001154" y="1571327"/>
                </a:lnTo>
                <a:lnTo>
                  <a:pt x="3058304" y="1571327"/>
                </a:lnTo>
                <a:lnTo>
                  <a:pt x="3058304" y="1590377"/>
                </a:lnTo>
                <a:close/>
              </a:path>
              <a:path w="4018915" h="1590675">
                <a:moveTo>
                  <a:pt x="2982104" y="1590377"/>
                </a:moveTo>
                <a:lnTo>
                  <a:pt x="2924954" y="1590377"/>
                </a:lnTo>
                <a:lnTo>
                  <a:pt x="2924954" y="1571327"/>
                </a:lnTo>
                <a:lnTo>
                  <a:pt x="2982104" y="1571327"/>
                </a:lnTo>
                <a:lnTo>
                  <a:pt x="2982104" y="1590377"/>
                </a:lnTo>
                <a:close/>
              </a:path>
              <a:path w="4018915" h="1590675">
                <a:moveTo>
                  <a:pt x="2905904" y="1590377"/>
                </a:moveTo>
                <a:lnTo>
                  <a:pt x="2848754" y="1590377"/>
                </a:lnTo>
                <a:lnTo>
                  <a:pt x="2848754" y="1571327"/>
                </a:lnTo>
                <a:lnTo>
                  <a:pt x="2905904" y="1571327"/>
                </a:lnTo>
                <a:lnTo>
                  <a:pt x="2905904" y="1590377"/>
                </a:lnTo>
                <a:close/>
              </a:path>
              <a:path w="4018915" h="1590675">
                <a:moveTo>
                  <a:pt x="2829704" y="1590377"/>
                </a:moveTo>
                <a:lnTo>
                  <a:pt x="2772554" y="1590377"/>
                </a:lnTo>
                <a:lnTo>
                  <a:pt x="2772554" y="1571327"/>
                </a:lnTo>
                <a:lnTo>
                  <a:pt x="2829704" y="1571327"/>
                </a:lnTo>
                <a:lnTo>
                  <a:pt x="2829704" y="1590377"/>
                </a:lnTo>
                <a:close/>
              </a:path>
              <a:path w="4018915" h="1590675">
                <a:moveTo>
                  <a:pt x="2753504" y="1590377"/>
                </a:moveTo>
                <a:lnTo>
                  <a:pt x="2696354" y="1590377"/>
                </a:lnTo>
                <a:lnTo>
                  <a:pt x="2696354" y="1571327"/>
                </a:lnTo>
                <a:lnTo>
                  <a:pt x="2753504" y="1571327"/>
                </a:lnTo>
                <a:lnTo>
                  <a:pt x="2753504" y="1590377"/>
                </a:lnTo>
                <a:close/>
              </a:path>
              <a:path w="4018915" h="1590675">
                <a:moveTo>
                  <a:pt x="2677304" y="1590377"/>
                </a:moveTo>
                <a:lnTo>
                  <a:pt x="2620154" y="1590377"/>
                </a:lnTo>
                <a:lnTo>
                  <a:pt x="2620154" y="1571327"/>
                </a:lnTo>
                <a:lnTo>
                  <a:pt x="2677304" y="1571327"/>
                </a:lnTo>
                <a:lnTo>
                  <a:pt x="2677304" y="1590377"/>
                </a:lnTo>
                <a:close/>
              </a:path>
              <a:path w="4018915" h="1590675">
                <a:moveTo>
                  <a:pt x="2601104" y="1590377"/>
                </a:moveTo>
                <a:lnTo>
                  <a:pt x="2543954" y="1590377"/>
                </a:lnTo>
                <a:lnTo>
                  <a:pt x="2543954" y="1571327"/>
                </a:lnTo>
                <a:lnTo>
                  <a:pt x="2601104" y="1571327"/>
                </a:lnTo>
                <a:lnTo>
                  <a:pt x="2601104" y="1590377"/>
                </a:lnTo>
                <a:close/>
              </a:path>
              <a:path w="4018915" h="1590675">
                <a:moveTo>
                  <a:pt x="2524904" y="1590377"/>
                </a:moveTo>
                <a:lnTo>
                  <a:pt x="2467754" y="1590377"/>
                </a:lnTo>
                <a:lnTo>
                  <a:pt x="2467754" y="1571327"/>
                </a:lnTo>
                <a:lnTo>
                  <a:pt x="2524904" y="1571327"/>
                </a:lnTo>
                <a:lnTo>
                  <a:pt x="2524904" y="1590377"/>
                </a:lnTo>
                <a:close/>
              </a:path>
              <a:path w="4018915" h="1590675">
                <a:moveTo>
                  <a:pt x="2448704" y="1590377"/>
                </a:moveTo>
                <a:lnTo>
                  <a:pt x="2391554" y="1590377"/>
                </a:lnTo>
                <a:lnTo>
                  <a:pt x="2391554" y="1571327"/>
                </a:lnTo>
                <a:lnTo>
                  <a:pt x="2448704" y="1571327"/>
                </a:lnTo>
                <a:lnTo>
                  <a:pt x="2448704" y="1590377"/>
                </a:lnTo>
                <a:close/>
              </a:path>
              <a:path w="4018915" h="1590675">
                <a:moveTo>
                  <a:pt x="2372504" y="1590377"/>
                </a:moveTo>
                <a:lnTo>
                  <a:pt x="2315354" y="1590377"/>
                </a:lnTo>
                <a:lnTo>
                  <a:pt x="2315354" y="1571327"/>
                </a:lnTo>
                <a:lnTo>
                  <a:pt x="2372504" y="1571327"/>
                </a:lnTo>
                <a:lnTo>
                  <a:pt x="2372504" y="1590377"/>
                </a:lnTo>
                <a:close/>
              </a:path>
              <a:path w="4018915" h="1590675">
                <a:moveTo>
                  <a:pt x="2296304" y="1590377"/>
                </a:moveTo>
                <a:lnTo>
                  <a:pt x="2239154" y="1590377"/>
                </a:lnTo>
                <a:lnTo>
                  <a:pt x="2239154" y="1571327"/>
                </a:lnTo>
                <a:lnTo>
                  <a:pt x="2296304" y="1571327"/>
                </a:lnTo>
                <a:lnTo>
                  <a:pt x="2296304" y="1590377"/>
                </a:lnTo>
                <a:close/>
              </a:path>
              <a:path w="4018915" h="1590675">
                <a:moveTo>
                  <a:pt x="2220104" y="1590377"/>
                </a:moveTo>
                <a:lnTo>
                  <a:pt x="2162954" y="1590377"/>
                </a:lnTo>
                <a:lnTo>
                  <a:pt x="2162954" y="1571327"/>
                </a:lnTo>
                <a:lnTo>
                  <a:pt x="2220104" y="1571327"/>
                </a:lnTo>
                <a:lnTo>
                  <a:pt x="2220104" y="1590377"/>
                </a:lnTo>
                <a:close/>
              </a:path>
              <a:path w="4018915" h="1590675">
                <a:moveTo>
                  <a:pt x="2143904" y="1590377"/>
                </a:moveTo>
                <a:lnTo>
                  <a:pt x="2086754" y="1590377"/>
                </a:lnTo>
                <a:lnTo>
                  <a:pt x="2086754" y="1571327"/>
                </a:lnTo>
                <a:lnTo>
                  <a:pt x="2143904" y="1571327"/>
                </a:lnTo>
                <a:lnTo>
                  <a:pt x="2143904" y="1590377"/>
                </a:lnTo>
                <a:close/>
              </a:path>
              <a:path w="4018915" h="1590675">
                <a:moveTo>
                  <a:pt x="2067704" y="1590377"/>
                </a:moveTo>
                <a:lnTo>
                  <a:pt x="2010554" y="1590377"/>
                </a:lnTo>
                <a:lnTo>
                  <a:pt x="2010554" y="1571327"/>
                </a:lnTo>
                <a:lnTo>
                  <a:pt x="2067704" y="1571327"/>
                </a:lnTo>
                <a:lnTo>
                  <a:pt x="2067704" y="1590377"/>
                </a:lnTo>
                <a:close/>
              </a:path>
              <a:path w="4018915" h="1590675">
                <a:moveTo>
                  <a:pt x="1991504" y="1590377"/>
                </a:moveTo>
                <a:lnTo>
                  <a:pt x="1934354" y="1590377"/>
                </a:lnTo>
                <a:lnTo>
                  <a:pt x="1934354" y="1571327"/>
                </a:lnTo>
                <a:lnTo>
                  <a:pt x="1991504" y="1571327"/>
                </a:lnTo>
                <a:lnTo>
                  <a:pt x="1991504" y="1590377"/>
                </a:lnTo>
                <a:close/>
              </a:path>
              <a:path w="4018915" h="1590675">
                <a:moveTo>
                  <a:pt x="1915304" y="1590377"/>
                </a:moveTo>
                <a:lnTo>
                  <a:pt x="1858154" y="1590377"/>
                </a:lnTo>
                <a:lnTo>
                  <a:pt x="1858154" y="1571327"/>
                </a:lnTo>
                <a:lnTo>
                  <a:pt x="1915304" y="1571327"/>
                </a:lnTo>
                <a:lnTo>
                  <a:pt x="1915304" y="1590377"/>
                </a:lnTo>
                <a:close/>
              </a:path>
              <a:path w="4018915" h="1590675">
                <a:moveTo>
                  <a:pt x="1839104" y="1590377"/>
                </a:moveTo>
                <a:lnTo>
                  <a:pt x="1781954" y="1590377"/>
                </a:lnTo>
                <a:lnTo>
                  <a:pt x="1781954" y="1571327"/>
                </a:lnTo>
                <a:lnTo>
                  <a:pt x="1839104" y="1571327"/>
                </a:lnTo>
                <a:lnTo>
                  <a:pt x="1839104" y="1590377"/>
                </a:lnTo>
                <a:close/>
              </a:path>
              <a:path w="4018915" h="1590675">
                <a:moveTo>
                  <a:pt x="1762904" y="1590377"/>
                </a:moveTo>
                <a:lnTo>
                  <a:pt x="1705754" y="1590377"/>
                </a:lnTo>
                <a:lnTo>
                  <a:pt x="1705754" y="1571327"/>
                </a:lnTo>
                <a:lnTo>
                  <a:pt x="1762904" y="1571327"/>
                </a:lnTo>
                <a:lnTo>
                  <a:pt x="1762904" y="1590377"/>
                </a:lnTo>
                <a:close/>
              </a:path>
              <a:path w="4018915" h="1590675">
                <a:moveTo>
                  <a:pt x="1686704" y="1590377"/>
                </a:moveTo>
                <a:lnTo>
                  <a:pt x="1629554" y="1590377"/>
                </a:lnTo>
                <a:lnTo>
                  <a:pt x="1629554" y="1571327"/>
                </a:lnTo>
                <a:lnTo>
                  <a:pt x="1686704" y="1571327"/>
                </a:lnTo>
                <a:lnTo>
                  <a:pt x="1686704" y="1590377"/>
                </a:lnTo>
                <a:close/>
              </a:path>
              <a:path w="4018915" h="1590675">
                <a:moveTo>
                  <a:pt x="1610504" y="1590377"/>
                </a:moveTo>
                <a:lnTo>
                  <a:pt x="1553354" y="1590377"/>
                </a:lnTo>
                <a:lnTo>
                  <a:pt x="1553354" y="1571327"/>
                </a:lnTo>
                <a:lnTo>
                  <a:pt x="1610504" y="1571327"/>
                </a:lnTo>
                <a:lnTo>
                  <a:pt x="1610504" y="1590377"/>
                </a:lnTo>
                <a:close/>
              </a:path>
              <a:path w="4018915" h="1590675">
                <a:moveTo>
                  <a:pt x="1534304" y="1590377"/>
                </a:moveTo>
                <a:lnTo>
                  <a:pt x="1477154" y="1590377"/>
                </a:lnTo>
                <a:lnTo>
                  <a:pt x="1477154" y="1571327"/>
                </a:lnTo>
                <a:lnTo>
                  <a:pt x="1534304" y="1571327"/>
                </a:lnTo>
                <a:lnTo>
                  <a:pt x="1534304" y="1590377"/>
                </a:lnTo>
                <a:close/>
              </a:path>
              <a:path w="4018915" h="1590675">
                <a:moveTo>
                  <a:pt x="1458104" y="1590377"/>
                </a:moveTo>
                <a:lnTo>
                  <a:pt x="1400954" y="1590377"/>
                </a:lnTo>
                <a:lnTo>
                  <a:pt x="1400954" y="1571327"/>
                </a:lnTo>
                <a:lnTo>
                  <a:pt x="1458104" y="1571327"/>
                </a:lnTo>
                <a:lnTo>
                  <a:pt x="1458104" y="1590377"/>
                </a:lnTo>
                <a:close/>
              </a:path>
              <a:path w="4018915" h="1590675">
                <a:moveTo>
                  <a:pt x="1381904" y="1590377"/>
                </a:moveTo>
                <a:lnTo>
                  <a:pt x="1324754" y="1590377"/>
                </a:lnTo>
                <a:lnTo>
                  <a:pt x="1324754" y="1571327"/>
                </a:lnTo>
                <a:lnTo>
                  <a:pt x="1381904" y="1571327"/>
                </a:lnTo>
                <a:lnTo>
                  <a:pt x="1381904" y="1590377"/>
                </a:lnTo>
                <a:close/>
              </a:path>
              <a:path w="4018915" h="1590675">
                <a:moveTo>
                  <a:pt x="1305704" y="1590377"/>
                </a:moveTo>
                <a:lnTo>
                  <a:pt x="1248554" y="1590377"/>
                </a:lnTo>
                <a:lnTo>
                  <a:pt x="1248554" y="1571327"/>
                </a:lnTo>
                <a:lnTo>
                  <a:pt x="1305704" y="1571327"/>
                </a:lnTo>
                <a:lnTo>
                  <a:pt x="1305704" y="1590377"/>
                </a:lnTo>
                <a:close/>
              </a:path>
              <a:path w="4018915" h="1590675">
                <a:moveTo>
                  <a:pt x="1229504" y="1590377"/>
                </a:moveTo>
                <a:lnTo>
                  <a:pt x="1172354" y="1590377"/>
                </a:lnTo>
                <a:lnTo>
                  <a:pt x="1172354" y="1571327"/>
                </a:lnTo>
                <a:lnTo>
                  <a:pt x="1229504" y="1571327"/>
                </a:lnTo>
                <a:lnTo>
                  <a:pt x="1229504" y="1590377"/>
                </a:lnTo>
                <a:close/>
              </a:path>
              <a:path w="4018915" h="1590675">
                <a:moveTo>
                  <a:pt x="1153304" y="1590377"/>
                </a:moveTo>
                <a:lnTo>
                  <a:pt x="1096154" y="1590377"/>
                </a:lnTo>
                <a:lnTo>
                  <a:pt x="1096154" y="1571327"/>
                </a:lnTo>
                <a:lnTo>
                  <a:pt x="1153304" y="1571327"/>
                </a:lnTo>
                <a:lnTo>
                  <a:pt x="1153304" y="1590377"/>
                </a:lnTo>
                <a:close/>
              </a:path>
              <a:path w="4018915" h="1590675">
                <a:moveTo>
                  <a:pt x="1077104" y="1590377"/>
                </a:moveTo>
                <a:lnTo>
                  <a:pt x="1019954" y="1590377"/>
                </a:lnTo>
                <a:lnTo>
                  <a:pt x="1019954" y="1571327"/>
                </a:lnTo>
                <a:lnTo>
                  <a:pt x="1077104" y="1571327"/>
                </a:lnTo>
                <a:lnTo>
                  <a:pt x="1077104" y="1590377"/>
                </a:lnTo>
                <a:close/>
              </a:path>
              <a:path w="4018915" h="1590675">
                <a:moveTo>
                  <a:pt x="1000904" y="1590377"/>
                </a:moveTo>
                <a:lnTo>
                  <a:pt x="943754" y="1590377"/>
                </a:lnTo>
                <a:lnTo>
                  <a:pt x="943754" y="1571327"/>
                </a:lnTo>
                <a:lnTo>
                  <a:pt x="1000904" y="1571327"/>
                </a:lnTo>
                <a:lnTo>
                  <a:pt x="1000904" y="1590377"/>
                </a:lnTo>
                <a:close/>
              </a:path>
              <a:path w="4018915" h="1590675">
                <a:moveTo>
                  <a:pt x="924704" y="1590377"/>
                </a:moveTo>
                <a:lnTo>
                  <a:pt x="867554" y="1590377"/>
                </a:lnTo>
                <a:lnTo>
                  <a:pt x="867554" y="1571327"/>
                </a:lnTo>
                <a:lnTo>
                  <a:pt x="924704" y="1571327"/>
                </a:lnTo>
                <a:lnTo>
                  <a:pt x="924704" y="1590377"/>
                </a:lnTo>
                <a:close/>
              </a:path>
              <a:path w="4018915" h="1590675">
                <a:moveTo>
                  <a:pt x="848504" y="1590377"/>
                </a:moveTo>
                <a:lnTo>
                  <a:pt x="791354" y="1590377"/>
                </a:lnTo>
                <a:lnTo>
                  <a:pt x="791354" y="1571327"/>
                </a:lnTo>
                <a:lnTo>
                  <a:pt x="848504" y="1571327"/>
                </a:lnTo>
                <a:lnTo>
                  <a:pt x="848504" y="1590377"/>
                </a:lnTo>
                <a:close/>
              </a:path>
              <a:path w="4018915" h="1590675">
                <a:moveTo>
                  <a:pt x="772304" y="1590377"/>
                </a:moveTo>
                <a:lnTo>
                  <a:pt x="715154" y="1590377"/>
                </a:lnTo>
                <a:lnTo>
                  <a:pt x="715154" y="1571327"/>
                </a:lnTo>
                <a:lnTo>
                  <a:pt x="772304" y="1571327"/>
                </a:lnTo>
                <a:lnTo>
                  <a:pt x="772304" y="1590377"/>
                </a:lnTo>
                <a:close/>
              </a:path>
              <a:path w="4018915" h="1590675">
                <a:moveTo>
                  <a:pt x="696104" y="1590377"/>
                </a:moveTo>
                <a:lnTo>
                  <a:pt x="638954" y="1590377"/>
                </a:lnTo>
                <a:lnTo>
                  <a:pt x="638954" y="1571327"/>
                </a:lnTo>
                <a:lnTo>
                  <a:pt x="696104" y="1571327"/>
                </a:lnTo>
                <a:lnTo>
                  <a:pt x="696104" y="1590377"/>
                </a:lnTo>
                <a:close/>
              </a:path>
              <a:path w="4018915" h="1590675">
                <a:moveTo>
                  <a:pt x="619904" y="1590377"/>
                </a:moveTo>
                <a:lnTo>
                  <a:pt x="562754" y="1590377"/>
                </a:lnTo>
                <a:lnTo>
                  <a:pt x="562754" y="1571327"/>
                </a:lnTo>
                <a:lnTo>
                  <a:pt x="619904" y="1571327"/>
                </a:lnTo>
                <a:lnTo>
                  <a:pt x="619904" y="1590377"/>
                </a:lnTo>
                <a:close/>
              </a:path>
              <a:path w="4018915" h="1590675">
                <a:moveTo>
                  <a:pt x="543704" y="1590377"/>
                </a:moveTo>
                <a:lnTo>
                  <a:pt x="486554" y="1590377"/>
                </a:lnTo>
                <a:lnTo>
                  <a:pt x="486554" y="1571327"/>
                </a:lnTo>
                <a:lnTo>
                  <a:pt x="543704" y="1571327"/>
                </a:lnTo>
                <a:lnTo>
                  <a:pt x="543704" y="1590377"/>
                </a:lnTo>
                <a:close/>
              </a:path>
              <a:path w="4018915" h="1590675">
                <a:moveTo>
                  <a:pt x="467504" y="1590377"/>
                </a:moveTo>
                <a:lnTo>
                  <a:pt x="410354" y="1590377"/>
                </a:lnTo>
                <a:lnTo>
                  <a:pt x="410354" y="1571327"/>
                </a:lnTo>
                <a:lnTo>
                  <a:pt x="467504" y="1571327"/>
                </a:lnTo>
                <a:lnTo>
                  <a:pt x="467504" y="1590377"/>
                </a:lnTo>
                <a:close/>
              </a:path>
              <a:path w="4018915" h="1590675">
                <a:moveTo>
                  <a:pt x="391304" y="1590377"/>
                </a:moveTo>
                <a:lnTo>
                  <a:pt x="334154" y="1590377"/>
                </a:lnTo>
                <a:lnTo>
                  <a:pt x="334154" y="1571327"/>
                </a:lnTo>
                <a:lnTo>
                  <a:pt x="391304" y="1571327"/>
                </a:lnTo>
                <a:lnTo>
                  <a:pt x="391304" y="1590377"/>
                </a:lnTo>
                <a:close/>
              </a:path>
              <a:path w="4018915" h="1590675">
                <a:moveTo>
                  <a:pt x="315104" y="1590377"/>
                </a:moveTo>
                <a:lnTo>
                  <a:pt x="257954" y="1590377"/>
                </a:lnTo>
                <a:lnTo>
                  <a:pt x="257954" y="1571327"/>
                </a:lnTo>
                <a:lnTo>
                  <a:pt x="315104" y="1571327"/>
                </a:lnTo>
                <a:lnTo>
                  <a:pt x="315104" y="1590377"/>
                </a:lnTo>
                <a:close/>
              </a:path>
              <a:path w="4018915" h="1590675">
                <a:moveTo>
                  <a:pt x="238904" y="1590377"/>
                </a:moveTo>
                <a:lnTo>
                  <a:pt x="181754" y="1590377"/>
                </a:lnTo>
                <a:lnTo>
                  <a:pt x="181754" y="1571327"/>
                </a:lnTo>
                <a:lnTo>
                  <a:pt x="238904" y="1571327"/>
                </a:lnTo>
                <a:lnTo>
                  <a:pt x="238904" y="1590377"/>
                </a:lnTo>
                <a:close/>
              </a:path>
              <a:path w="4018915" h="1590675">
                <a:moveTo>
                  <a:pt x="162704" y="1590377"/>
                </a:moveTo>
                <a:lnTo>
                  <a:pt x="105554" y="1590377"/>
                </a:lnTo>
                <a:lnTo>
                  <a:pt x="105554" y="1571327"/>
                </a:lnTo>
                <a:lnTo>
                  <a:pt x="162704" y="1571327"/>
                </a:lnTo>
                <a:lnTo>
                  <a:pt x="162704" y="1590377"/>
                </a:lnTo>
                <a:close/>
              </a:path>
              <a:path w="4018915" h="1590675">
                <a:moveTo>
                  <a:pt x="86504" y="1590377"/>
                </a:moveTo>
                <a:lnTo>
                  <a:pt x="47621" y="1590377"/>
                </a:lnTo>
                <a:lnTo>
                  <a:pt x="38287" y="1589453"/>
                </a:lnTo>
                <a:lnTo>
                  <a:pt x="29356" y="1586735"/>
                </a:lnTo>
                <a:lnTo>
                  <a:pt x="36663" y="1569142"/>
                </a:lnTo>
                <a:lnTo>
                  <a:pt x="40170" y="1570599"/>
                </a:lnTo>
                <a:lnTo>
                  <a:pt x="43823" y="1571327"/>
                </a:lnTo>
                <a:lnTo>
                  <a:pt x="86504" y="1571327"/>
                </a:lnTo>
                <a:lnTo>
                  <a:pt x="86504" y="1590377"/>
                </a:lnTo>
                <a:close/>
              </a:path>
              <a:path w="4018915" h="1590675">
                <a:moveTo>
                  <a:pt x="13373" y="1575729"/>
                </a:moveTo>
                <a:lnTo>
                  <a:pt x="8000" y="1569176"/>
                </a:lnTo>
                <a:lnTo>
                  <a:pt x="3624" y="1560980"/>
                </a:lnTo>
                <a:lnTo>
                  <a:pt x="923" y="1552090"/>
                </a:lnTo>
                <a:lnTo>
                  <a:pt x="0" y="1542756"/>
                </a:lnTo>
                <a:lnTo>
                  <a:pt x="0" y="1521184"/>
                </a:lnTo>
                <a:lnTo>
                  <a:pt x="19049" y="1521184"/>
                </a:lnTo>
                <a:lnTo>
                  <a:pt x="19049" y="1550435"/>
                </a:lnTo>
                <a:lnTo>
                  <a:pt x="21712" y="1557040"/>
                </a:lnTo>
                <a:lnTo>
                  <a:pt x="27038" y="1562571"/>
                </a:lnTo>
                <a:lnTo>
                  <a:pt x="13373" y="1575729"/>
                </a:lnTo>
                <a:close/>
              </a:path>
              <a:path w="4018915" h="1590675">
                <a:moveTo>
                  <a:pt x="19049" y="1502134"/>
                </a:moveTo>
                <a:lnTo>
                  <a:pt x="0" y="1502134"/>
                </a:lnTo>
                <a:lnTo>
                  <a:pt x="0" y="1444984"/>
                </a:lnTo>
                <a:lnTo>
                  <a:pt x="19049" y="1444984"/>
                </a:lnTo>
                <a:lnTo>
                  <a:pt x="19049" y="1502134"/>
                </a:lnTo>
                <a:close/>
              </a:path>
              <a:path w="4018915" h="1590675">
                <a:moveTo>
                  <a:pt x="19049" y="1425934"/>
                </a:moveTo>
                <a:lnTo>
                  <a:pt x="0" y="1425934"/>
                </a:lnTo>
                <a:lnTo>
                  <a:pt x="0" y="1368784"/>
                </a:lnTo>
                <a:lnTo>
                  <a:pt x="19049" y="1368784"/>
                </a:lnTo>
                <a:lnTo>
                  <a:pt x="19049" y="1425934"/>
                </a:lnTo>
                <a:close/>
              </a:path>
              <a:path w="4018915" h="1590675">
                <a:moveTo>
                  <a:pt x="19049" y="1349734"/>
                </a:moveTo>
                <a:lnTo>
                  <a:pt x="0" y="1349734"/>
                </a:lnTo>
                <a:lnTo>
                  <a:pt x="0" y="1292584"/>
                </a:lnTo>
                <a:lnTo>
                  <a:pt x="19049" y="1292584"/>
                </a:lnTo>
                <a:lnTo>
                  <a:pt x="19049" y="1349734"/>
                </a:lnTo>
                <a:close/>
              </a:path>
              <a:path w="4018915" h="1590675">
                <a:moveTo>
                  <a:pt x="19049" y="1273534"/>
                </a:moveTo>
                <a:lnTo>
                  <a:pt x="0" y="1273534"/>
                </a:lnTo>
                <a:lnTo>
                  <a:pt x="0" y="1216384"/>
                </a:lnTo>
                <a:lnTo>
                  <a:pt x="19049" y="1216384"/>
                </a:lnTo>
                <a:lnTo>
                  <a:pt x="19049" y="1273534"/>
                </a:lnTo>
                <a:close/>
              </a:path>
              <a:path w="4018915" h="1590675">
                <a:moveTo>
                  <a:pt x="19049" y="1197334"/>
                </a:moveTo>
                <a:lnTo>
                  <a:pt x="0" y="1197334"/>
                </a:lnTo>
                <a:lnTo>
                  <a:pt x="0" y="1140184"/>
                </a:lnTo>
                <a:lnTo>
                  <a:pt x="19049" y="1140184"/>
                </a:lnTo>
                <a:lnTo>
                  <a:pt x="19049" y="1197334"/>
                </a:lnTo>
                <a:close/>
              </a:path>
              <a:path w="4018915" h="1590675">
                <a:moveTo>
                  <a:pt x="19049" y="1121134"/>
                </a:moveTo>
                <a:lnTo>
                  <a:pt x="0" y="1121134"/>
                </a:lnTo>
                <a:lnTo>
                  <a:pt x="0" y="1063984"/>
                </a:lnTo>
                <a:lnTo>
                  <a:pt x="19049" y="1063984"/>
                </a:lnTo>
                <a:lnTo>
                  <a:pt x="19049" y="1121134"/>
                </a:lnTo>
                <a:close/>
              </a:path>
              <a:path w="4018915" h="1590675">
                <a:moveTo>
                  <a:pt x="19049" y="1044934"/>
                </a:moveTo>
                <a:lnTo>
                  <a:pt x="0" y="1044934"/>
                </a:lnTo>
                <a:lnTo>
                  <a:pt x="0" y="987784"/>
                </a:lnTo>
                <a:lnTo>
                  <a:pt x="19049" y="987784"/>
                </a:lnTo>
                <a:lnTo>
                  <a:pt x="19049" y="1044934"/>
                </a:lnTo>
                <a:close/>
              </a:path>
              <a:path w="4018915" h="1590675">
                <a:moveTo>
                  <a:pt x="19049" y="968734"/>
                </a:moveTo>
                <a:lnTo>
                  <a:pt x="0" y="968734"/>
                </a:lnTo>
                <a:lnTo>
                  <a:pt x="0" y="911584"/>
                </a:lnTo>
                <a:lnTo>
                  <a:pt x="19049" y="911584"/>
                </a:lnTo>
                <a:lnTo>
                  <a:pt x="19049" y="968734"/>
                </a:lnTo>
                <a:close/>
              </a:path>
              <a:path w="4018915" h="1590675">
                <a:moveTo>
                  <a:pt x="19049" y="892534"/>
                </a:moveTo>
                <a:lnTo>
                  <a:pt x="0" y="892534"/>
                </a:lnTo>
                <a:lnTo>
                  <a:pt x="0" y="835384"/>
                </a:lnTo>
                <a:lnTo>
                  <a:pt x="19049" y="835384"/>
                </a:lnTo>
                <a:lnTo>
                  <a:pt x="19049" y="892534"/>
                </a:lnTo>
                <a:close/>
              </a:path>
              <a:path w="4018915" h="1590675">
                <a:moveTo>
                  <a:pt x="19049" y="816334"/>
                </a:moveTo>
                <a:lnTo>
                  <a:pt x="0" y="816334"/>
                </a:lnTo>
                <a:lnTo>
                  <a:pt x="0" y="759184"/>
                </a:lnTo>
                <a:lnTo>
                  <a:pt x="19049" y="759184"/>
                </a:lnTo>
                <a:lnTo>
                  <a:pt x="19049" y="816334"/>
                </a:lnTo>
                <a:close/>
              </a:path>
              <a:path w="4018915" h="1590675">
                <a:moveTo>
                  <a:pt x="19049" y="740134"/>
                </a:moveTo>
                <a:lnTo>
                  <a:pt x="0" y="740134"/>
                </a:lnTo>
                <a:lnTo>
                  <a:pt x="0" y="682984"/>
                </a:lnTo>
                <a:lnTo>
                  <a:pt x="19049" y="682984"/>
                </a:lnTo>
                <a:lnTo>
                  <a:pt x="19049" y="740134"/>
                </a:lnTo>
                <a:close/>
              </a:path>
              <a:path w="4018915" h="1590675">
                <a:moveTo>
                  <a:pt x="19049" y="663934"/>
                </a:moveTo>
                <a:lnTo>
                  <a:pt x="0" y="663934"/>
                </a:lnTo>
                <a:lnTo>
                  <a:pt x="0" y="606784"/>
                </a:lnTo>
                <a:lnTo>
                  <a:pt x="19049" y="606784"/>
                </a:lnTo>
                <a:lnTo>
                  <a:pt x="19049" y="663934"/>
                </a:lnTo>
                <a:close/>
              </a:path>
              <a:path w="4018915" h="1590675">
                <a:moveTo>
                  <a:pt x="19049" y="587734"/>
                </a:moveTo>
                <a:lnTo>
                  <a:pt x="0" y="587734"/>
                </a:lnTo>
                <a:lnTo>
                  <a:pt x="0" y="530584"/>
                </a:lnTo>
                <a:lnTo>
                  <a:pt x="19049" y="530584"/>
                </a:lnTo>
                <a:lnTo>
                  <a:pt x="19049" y="587734"/>
                </a:lnTo>
                <a:close/>
              </a:path>
              <a:path w="4018915" h="1590675">
                <a:moveTo>
                  <a:pt x="19049" y="511534"/>
                </a:moveTo>
                <a:lnTo>
                  <a:pt x="0" y="511534"/>
                </a:lnTo>
                <a:lnTo>
                  <a:pt x="0" y="454384"/>
                </a:lnTo>
                <a:lnTo>
                  <a:pt x="19049" y="454384"/>
                </a:lnTo>
                <a:lnTo>
                  <a:pt x="19049" y="511534"/>
                </a:lnTo>
                <a:close/>
              </a:path>
              <a:path w="4018915" h="1590675">
                <a:moveTo>
                  <a:pt x="19049" y="435334"/>
                </a:moveTo>
                <a:lnTo>
                  <a:pt x="0" y="435334"/>
                </a:lnTo>
                <a:lnTo>
                  <a:pt x="0" y="378184"/>
                </a:lnTo>
                <a:lnTo>
                  <a:pt x="19049" y="378184"/>
                </a:lnTo>
                <a:lnTo>
                  <a:pt x="19049" y="435334"/>
                </a:lnTo>
                <a:close/>
              </a:path>
              <a:path w="4018915" h="1590675">
                <a:moveTo>
                  <a:pt x="19049" y="359134"/>
                </a:moveTo>
                <a:lnTo>
                  <a:pt x="0" y="359134"/>
                </a:lnTo>
                <a:lnTo>
                  <a:pt x="0" y="301984"/>
                </a:lnTo>
                <a:lnTo>
                  <a:pt x="19049" y="301984"/>
                </a:lnTo>
                <a:lnTo>
                  <a:pt x="19049" y="359134"/>
                </a:lnTo>
                <a:close/>
              </a:path>
              <a:path w="4018915" h="1590675">
                <a:moveTo>
                  <a:pt x="19049" y="282934"/>
                </a:moveTo>
                <a:lnTo>
                  <a:pt x="0" y="282934"/>
                </a:lnTo>
                <a:lnTo>
                  <a:pt x="0" y="225784"/>
                </a:lnTo>
                <a:lnTo>
                  <a:pt x="19049" y="225784"/>
                </a:lnTo>
                <a:lnTo>
                  <a:pt x="19049" y="282934"/>
                </a:lnTo>
                <a:close/>
              </a:path>
              <a:path w="4018915" h="1590675">
                <a:moveTo>
                  <a:pt x="19049" y="206734"/>
                </a:moveTo>
                <a:lnTo>
                  <a:pt x="0" y="206734"/>
                </a:lnTo>
                <a:lnTo>
                  <a:pt x="0" y="149584"/>
                </a:lnTo>
                <a:lnTo>
                  <a:pt x="19049" y="149584"/>
                </a:lnTo>
                <a:lnTo>
                  <a:pt x="19049" y="206734"/>
                </a:lnTo>
                <a:close/>
              </a:path>
              <a:path w="4018915" h="1590675">
                <a:moveTo>
                  <a:pt x="19049" y="130534"/>
                </a:moveTo>
                <a:lnTo>
                  <a:pt x="0" y="130534"/>
                </a:lnTo>
                <a:lnTo>
                  <a:pt x="0" y="73384"/>
                </a:lnTo>
                <a:lnTo>
                  <a:pt x="19049" y="73384"/>
                </a:lnTo>
                <a:lnTo>
                  <a:pt x="19049" y="130534"/>
                </a:lnTo>
                <a:close/>
              </a:path>
              <a:path w="4018915" h="1590675">
                <a:moveTo>
                  <a:pt x="19049" y="54334"/>
                </a:moveTo>
                <a:lnTo>
                  <a:pt x="0" y="54334"/>
                </a:lnTo>
                <a:lnTo>
                  <a:pt x="0" y="47621"/>
                </a:lnTo>
                <a:lnTo>
                  <a:pt x="21200" y="8000"/>
                </a:lnTo>
                <a:lnTo>
                  <a:pt x="25591" y="5656"/>
                </a:lnTo>
                <a:lnTo>
                  <a:pt x="34340" y="22324"/>
                </a:lnTo>
                <a:lnTo>
                  <a:pt x="31775" y="23670"/>
                </a:lnTo>
                <a:lnTo>
                  <a:pt x="29467" y="25368"/>
                </a:lnTo>
                <a:lnTo>
                  <a:pt x="21839" y="32997"/>
                </a:lnTo>
                <a:lnTo>
                  <a:pt x="19049" y="39731"/>
                </a:lnTo>
                <a:lnTo>
                  <a:pt x="19049" y="54334"/>
                </a:lnTo>
                <a:close/>
              </a:path>
              <a:path w="4018915" h="1590675">
                <a:moveTo>
                  <a:pt x="104771" y="19049"/>
                </a:moveTo>
                <a:lnTo>
                  <a:pt x="45497" y="19049"/>
                </a:lnTo>
                <a:lnTo>
                  <a:pt x="44109" y="347"/>
                </a:lnTo>
                <a:lnTo>
                  <a:pt x="47621" y="0"/>
                </a:lnTo>
                <a:lnTo>
                  <a:pt x="104771" y="0"/>
                </a:lnTo>
                <a:lnTo>
                  <a:pt x="104771" y="19049"/>
                </a:lnTo>
                <a:close/>
              </a:path>
            </a:pathLst>
          </a:custGeom>
          <a:solidFill>
            <a:srgbClr val="56585C"/>
          </a:solidFill>
        </p:spPr>
        <p:txBody>
          <a:bodyPr wrap="square" lIns="0" tIns="0" rIns="0" bIns="0" rtlCol="0"/>
          <a:lstStyle/>
          <a:p>
            <a:endParaRPr/>
          </a:p>
        </p:txBody>
      </p:sp>
      <p:sp>
        <p:nvSpPr>
          <p:cNvPr id="171" name="TextBox 170">
            <a:extLst>
              <a:ext uri="{FF2B5EF4-FFF2-40B4-BE49-F238E27FC236}">
                <a16:creationId xmlns:a16="http://schemas.microsoft.com/office/drawing/2014/main" id="{503273CC-561F-4622-FEA8-B7A96006D28E}"/>
              </a:ext>
            </a:extLst>
          </p:cNvPr>
          <p:cNvSpPr txBox="1"/>
          <p:nvPr/>
        </p:nvSpPr>
        <p:spPr>
          <a:xfrm>
            <a:off x="0" y="7651515"/>
            <a:ext cx="2000122" cy="369332"/>
          </a:xfrm>
          <a:prstGeom prst="rect">
            <a:avLst/>
          </a:prstGeom>
          <a:noFill/>
        </p:spPr>
        <p:txBody>
          <a:bodyPr wrap="square" rtlCol="0">
            <a:spAutoFit/>
          </a:bodyPr>
          <a:lstStyle/>
          <a:p>
            <a:r>
              <a:rPr lang="en-IN" b="1" dirty="0">
                <a:solidFill>
                  <a:schemeClr val="bg1"/>
                </a:solidFill>
                <a:latin typeface="Tahoma" panose="020B0604030504040204" pitchFamily="34" charset="0"/>
                <a:ea typeface="Tahoma" panose="020B0604030504040204" pitchFamily="34" charset="0"/>
                <a:cs typeface="Tahoma" panose="020B0604030504040204" pitchFamily="34" charset="0"/>
              </a:rPr>
              <a:t>OUR PROMISE</a:t>
            </a:r>
          </a:p>
        </p:txBody>
      </p:sp>
      <p:pic>
        <p:nvPicPr>
          <p:cNvPr id="173" name="Picture 172">
            <a:extLst>
              <a:ext uri="{FF2B5EF4-FFF2-40B4-BE49-F238E27FC236}">
                <a16:creationId xmlns:a16="http://schemas.microsoft.com/office/drawing/2014/main" id="{E58F5490-701C-BBF6-88B4-35435B2385DD}"/>
              </a:ext>
            </a:extLst>
          </p:cNvPr>
          <p:cNvPicPr>
            <a:picLocks noChangeAspect="1"/>
          </p:cNvPicPr>
          <p:nvPr/>
        </p:nvPicPr>
        <p:blipFill>
          <a:blip r:embed="rId35"/>
          <a:srcRect l="22059" t="17489" r="23886" b="19227"/>
          <a:stretch>
            <a:fillRect/>
          </a:stretch>
        </p:blipFill>
        <p:spPr>
          <a:xfrm>
            <a:off x="222668" y="106713"/>
            <a:ext cx="1216152" cy="777240"/>
          </a:xfrm>
          <a:prstGeom prst="rect">
            <a:avLst/>
          </a:prstGeom>
        </p:spPr>
      </p:pic>
      <p:pic>
        <p:nvPicPr>
          <p:cNvPr id="175" name="Picture 174">
            <a:extLst>
              <a:ext uri="{FF2B5EF4-FFF2-40B4-BE49-F238E27FC236}">
                <a16:creationId xmlns:a16="http://schemas.microsoft.com/office/drawing/2014/main" id="{FC7E1A80-56A9-0F31-D713-5F4CBC6A7A03}"/>
              </a:ext>
            </a:extLst>
          </p:cNvPr>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16105826" y="26280"/>
            <a:ext cx="1964055" cy="9273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 name="Rectangle 165">
            <a:extLst>
              <a:ext uri="{FF2B5EF4-FFF2-40B4-BE49-F238E27FC236}">
                <a16:creationId xmlns:a16="http://schemas.microsoft.com/office/drawing/2014/main" id="{E3589DCD-1709-283B-7642-F7F8A0B1F848}"/>
              </a:ext>
            </a:extLst>
          </p:cNvPr>
          <p:cNvSpPr/>
          <p:nvPr/>
        </p:nvSpPr>
        <p:spPr>
          <a:xfrm>
            <a:off x="584948" y="821005"/>
            <a:ext cx="8438140" cy="4738654"/>
          </a:xfrm>
          <a:prstGeom prst="rect">
            <a:avLst/>
          </a:prstGeom>
          <a:solidFill>
            <a:srgbClr val="FFFCDA"/>
          </a:solidFill>
          <a:ln w="381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bject 3" descr="$PPTXTitle"/>
          <p:cNvSpPr txBox="1">
            <a:spLocks noGrp="1"/>
          </p:cNvSpPr>
          <p:nvPr>
            <p:ph type="title"/>
          </p:nvPr>
        </p:nvSpPr>
        <p:spPr>
          <a:xfrm>
            <a:off x="6306988" y="14652"/>
            <a:ext cx="6647012" cy="628377"/>
          </a:xfrm>
          <a:prstGeom prst="rect">
            <a:avLst/>
          </a:prstGeom>
        </p:spPr>
        <p:txBody>
          <a:bodyPr vert="horz" wrap="square" lIns="0" tIns="12700" rIns="0" bIns="0" rtlCol="0">
            <a:spAutoFit/>
          </a:bodyPr>
          <a:lstStyle/>
          <a:p>
            <a:pPr marL="12700">
              <a:lnSpc>
                <a:spcPct val="100000"/>
              </a:lnSpc>
              <a:spcBef>
                <a:spcPts val="100"/>
              </a:spcBef>
            </a:pPr>
            <a:r>
              <a:rPr lang="en-IN" sz="4000" spc="-325" dirty="0"/>
              <a:t>RESEARCH</a:t>
            </a:r>
            <a:r>
              <a:rPr lang="en-IN" sz="4000" spc="-240" dirty="0"/>
              <a:t> </a:t>
            </a:r>
            <a:r>
              <a:rPr lang="en-IN" sz="4000" spc="-495" dirty="0"/>
              <a:t>AND</a:t>
            </a:r>
            <a:r>
              <a:rPr lang="en-IN" sz="4000" spc="-240" dirty="0"/>
              <a:t> </a:t>
            </a:r>
            <a:r>
              <a:rPr lang="en-IN" sz="4000" spc="-315" dirty="0"/>
              <a:t>REFERENCES</a:t>
            </a:r>
            <a:endParaRPr lang="en-IN" sz="4000" dirty="0"/>
          </a:p>
        </p:txBody>
      </p:sp>
      <p:sp>
        <p:nvSpPr>
          <p:cNvPr id="6" name="object 6"/>
          <p:cNvSpPr/>
          <p:nvPr/>
        </p:nvSpPr>
        <p:spPr>
          <a:xfrm>
            <a:off x="0" y="10056665"/>
            <a:ext cx="18288000" cy="230504"/>
          </a:xfrm>
          <a:custGeom>
            <a:avLst/>
            <a:gdLst/>
            <a:ahLst/>
            <a:cxnLst/>
            <a:rect l="l" t="t" r="r" b="b"/>
            <a:pathLst>
              <a:path w="18288000" h="230504">
                <a:moveTo>
                  <a:pt x="0" y="0"/>
                </a:moveTo>
                <a:lnTo>
                  <a:pt x="18287837" y="0"/>
                </a:lnTo>
                <a:lnTo>
                  <a:pt x="18287837" y="230334"/>
                </a:lnTo>
                <a:lnTo>
                  <a:pt x="0" y="230334"/>
                </a:lnTo>
                <a:lnTo>
                  <a:pt x="0" y="0"/>
                </a:lnTo>
                <a:close/>
              </a:path>
            </a:pathLst>
          </a:custGeom>
          <a:solidFill>
            <a:srgbClr val="004EAB"/>
          </a:solidFill>
        </p:spPr>
        <p:txBody>
          <a:bodyPr wrap="square" lIns="0" tIns="0" rIns="0" bIns="0" rtlCol="0"/>
          <a:lstStyle/>
          <a:p>
            <a:endParaRPr/>
          </a:p>
        </p:txBody>
      </p:sp>
      <p:grpSp>
        <p:nvGrpSpPr>
          <p:cNvPr id="7" name="object 7"/>
          <p:cNvGrpSpPr/>
          <p:nvPr/>
        </p:nvGrpSpPr>
        <p:grpSpPr>
          <a:xfrm>
            <a:off x="9243469" y="7406511"/>
            <a:ext cx="8562975" cy="2590799"/>
            <a:chOff x="9243469" y="7406511"/>
            <a:chExt cx="8562975" cy="2590799"/>
          </a:xfrm>
        </p:grpSpPr>
        <p:sp>
          <p:nvSpPr>
            <p:cNvPr id="8" name="object 8"/>
            <p:cNvSpPr/>
            <p:nvPr/>
          </p:nvSpPr>
          <p:spPr>
            <a:xfrm>
              <a:off x="9243469" y="7406511"/>
              <a:ext cx="8546465" cy="2574290"/>
            </a:xfrm>
            <a:custGeom>
              <a:avLst/>
              <a:gdLst/>
              <a:ahLst/>
              <a:cxnLst/>
              <a:rect l="l" t="t" r="r" b="b"/>
              <a:pathLst>
                <a:path w="8546465" h="2574290">
                  <a:moveTo>
                    <a:pt x="8357766" y="2573953"/>
                  </a:moveTo>
                  <a:lnTo>
                    <a:pt x="190500" y="2573953"/>
                  </a:lnTo>
                  <a:lnTo>
                    <a:pt x="146820" y="2568922"/>
                  </a:lnTo>
                  <a:lnTo>
                    <a:pt x="106723" y="2554591"/>
                  </a:lnTo>
                  <a:lnTo>
                    <a:pt x="71352" y="2532103"/>
                  </a:lnTo>
                  <a:lnTo>
                    <a:pt x="41850" y="2502602"/>
                  </a:lnTo>
                  <a:lnTo>
                    <a:pt x="19362" y="2467231"/>
                  </a:lnTo>
                  <a:lnTo>
                    <a:pt x="5031" y="2427133"/>
                  </a:lnTo>
                  <a:lnTo>
                    <a:pt x="0" y="2383454"/>
                  </a:lnTo>
                  <a:lnTo>
                    <a:pt x="0" y="190500"/>
                  </a:lnTo>
                  <a:lnTo>
                    <a:pt x="5031" y="146820"/>
                  </a:lnTo>
                  <a:lnTo>
                    <a:pt x="19362" y="106722"/>
                  </a:lnTo>
                  <a:lnTo>
                    <a:pt x="41850" y="71351"/>
                  </a:lnTo>
                  <a:lnTo>
                    <a:pt x="71352" y="41850"/>
                  </a:lnTo>
                  <a:lnTo>
                    <a:pt x="106723" y="19362"/>
                  </a:lnTo>
                  <a:lnTo>
                    <a:pt x="146820" y="5031"/>
                  </a:lnTo>
                  <a:lnTo>
                    <a:pt x="190500" y="0"/>
                  </a:lnTo>
                  <a:lnTo>
                    <a:pt x="8357766" y="0"/>
                  </a:lnTo>
                  <a:lnTo>
                    <a:pt x="8401447" y="5031"/>
                  </a:lnTo>
                  <a:lnTo>
                    <a:pt x="8441544" y="19362"/>
                  </a:lnTo>
                  <a:lnTo>
                    <a:pt x="8476915" y="41850"/>
                  </a:lnTo>
                  <a:lnTo>
                    <a:pt x="8506416" y="71351"/>
                  </a:lnTo>
                  <a:lnTo>
                    <a:pt x="8528904" y="106722"/>
                  </a:lnTo>
                  <a:lnTo>
                    <a:pt x="8543235" y="146820"/>
                  </a:lnTo>
                  <a:lnTo>
                    <a:pt x="8546331" y="173694"/>
                  </a:lnTo>
                  <a:lnTo>
                    <a:pt x="8546331" y="2400259"/>
                  </a:lnTo>
                  <a:lnTo>
                    <a:pt x="8528904" y="2467231"/>
                  </a:lnTo>
                  <a:lnTo>
                    <a:pt x="8506416" y="2502602"/>
                  </a:lnTo>
                  <a:lnTo>
                    <a:pt x="8476915" y="2532103"/>
                  </a:lnTo>
                  <a:lnTo>
                    <a:pt x="8441544" y="2554591"/>
                  </a:lnTo>
                  <a:lnTo>
                    <a:pt x="8401447" y="2568922"/>
                  </a:lnTo>
                  <a:lnTo>
                    <a:pt x="8357766" y="2573953"/>
                  </a:lnTo>
                  <a:close/>
                </a:path>
              </a:pathLst>
            </a:custGeom>
            <a:solidFill>
              <a:srgbClr val="EDEDED"/>
            </a:solidFill>
          </p:spPr>
          <p:txBody>
            <a:bodyPr wrap="square" lIns="0" tIns="0" rIns="0" bIns="0" rtlCol="0"/>
            <a:lstStyle/>
            <a:p>
              <a:endParaRPr/>
            </a:p>
          </p:txBody>
        </p:sp>
        <p:pic>
          <p:nvPicPr>
            <p:cNvPr id="9" name="object 9"/>
            <p:cNvPicPr/>
            <p:nvPr/>
          </p:nvPicPr>
          <p:blipFill>
            <a:blip r:embed="rId2" cstate="print"/>
            <a:stretch>
              <a:fillRect/>
            </a:stretch>
          </p:blipFill>
          <p:spPr>
            <a:xfrm>
              <a:off x="17600072" y="9806649"/>
              <a:ext cx="206372" cy="190661"/>
            </a:xfrm>
            <a:prstGeom prst="rect">
              <a:avLst/>
            </a:prstGeom>
          </p:spPr>
        </p:pic>
        <p:sp>
          <p:nvSpPr>
            <p:cNvPr id="10" name="object 10"/>
            <p:cNvSpPr/>
            <p:nvPr/>
          </p:nvSpPr>
          <p:spPr>
            <a:xfrm>
              <a:off x="9243656" y="7406511"/>
              <a:ext cx="8543925" cy="2571750"/>
            </a:xfrm>
            <a:custGeom>
              <a:avLst/>
              <a:gdLst/>
              <a:ahLst/>
              <a:cxnLst/>
              <a:rect l="l" t="t" r="r" b="b"/>
              <a:pathLst>
                <a:path w="8543925" h="2571750">
                  <a:moveTo>
                    <a:pt x="172401" y="2571749"/>
                  </a:moveTo>
                  <a:lnTo>
                    <a:pt x="106717" y="2554471"/>
                  </a:lnTo>
                  <a:lnTo>
                    <a:pt x="71348" y="2531984"/>
                  </a:lnTo>
                  <a:lnTo>
                    <a:pt x="41848" y="2502484"/>
                  </a:lnTo>
                  <a:lnTo>
                    <a:pt x="19361" y="2467115"/>
                  </a:lnTo>
                  <a:lnTo>
                    <a:pt x="5030" y="2427020"/>
                  </a:lnTo>
                  <a:lnTo>
                    <a:pt x="0" y="2383342"/>
                  </a:lnTo>
                  <a:lnTo>
                    <a:pt x="0" y="190491"/>
                  </a:lnTo>
                  <a:lnTo>
                    <a:pt x="5031" y="146813"/>
                  </a:lnTo>
                  <a:lnTo>
                    <a:pt x="19361" y="106718"/>
                  </a:lnTo>
                  <a:lnTo>
                    <a:pt x="41848" y="71348"/>
                  </a:lnTo>
                  <a:lnTo>
                    <a:pt x="71348" y="41848"/>
                  </a:lnTo>
                  <a:lnTo>
                    <a:pt x="106717" y="19361"/>
                  </a:lnTo>
                  <a:lnTo>
                    <a:pt x="146813" y="5031"/>
                  </a:lnTo>
                  <a:lnTo>
                    <a:pt x="190490" y="0"/>
                  </a:lnTo>
                  <a:lnTo>
                    <a:pt x="8357374" y="0"/>
                  </a:lnTo>
                  <a:lnTo>
                    <a:pt x="8401052" y="5030"/>
                  </a:lnTo>
                  <a:lnTo>
                    <a:pt x="8441148" y="19361"/>
                  </a:lnTo>
                  <a:lnTo>
                    <a:pt x="8476517" y="41848"/>
                  </a:lnTo>
                  <a:lnTo>
                    <a:pt x="8506017" y="71348"/>
                  </a:lnTo>
                  <a:lnTo>
                    <a:pt x="8528505" y="106717"/>
                  </a:lnTo>
                  <a:lnTo>
                    <a:pt x="8542835" y="146813"/>
                  </a:lnTo>
                  <a:lnTo>
                    <a:pt x="8543738" y="154645"/>
                  </a:lnTo>
                </a:path>
              </a:pathLst>
            </a:custGeom>
            <a:ln w="38099">
              <a:solidFill>
                <a:srgbClr val="36454E"/>
              </a:solidFill>
            </a:ln>
          </p:spPr>
          <p:txBody>
            <a:bodyPr wrap="square" lIns="0" tIns="0" rIns="0" bIns="0" rtlCol="0"/>
            <a:lstStyle/>
            <a:p>
              <a:endParaRPr/>
            </a:p>
          </p:txBody>
        </p:sp>
        <p:sp>
          <p:nvSpPr>
            <p:cNvPr id="11" name="object 11">
              <a:hlinkClick r:id="rId3"/>
            </p:cNvPr>
            <p:cNvSpPr/>
            <p:nvPr/>
          </p:nvSpPr>
          <p:spPr>
            <a:xfrm>
              <a:off x="13741733" y="8090660"/>
              <a:ext cx="3902075" cy="1775460"/>
            </a:xfrm>
            <a:custGeom>
              <a:avLst/>
              <a:gdLst/>
              <a:ahLst/>
              <a:cxnLst/>
              <a:rect l="l" t="t" r="r" b="b"/>
              <a:pathLst>
                <a:path w="3902075" h="1775459">
                  <a:moveTo>
                    <a:pt x="3663670" y="1775104"/>
                  </a:moveTo>
                  <a:lnTo>
                    <a:pt x="238125" y="1775104"/>
                  </a:lnTo>
                  <a:lnTo>
                    <a:pt x="190134" y="1770266"/>
                  </a:lnTo>
                  <a:lnTo>
                    <a:pt x="145435" y="1756391"/>
                  </a:lnTo>
                  <a:lnTo>
                    <a:pt x="104986" y="1734436"/>
                  </a:lnTo>
                  <a:lnTo>
                    <a:pt x="69744" y="1705359"/>
                  </a:lnTo>
                  <a:lnTo>
                    <a:pt x="40667" y="1670117"/>
                  </a:lnTo>
                  <a:lnTo>
                    <a:pt x="18712" y="1629668"/>
                  </a:lnTo>
                  <a:lnTo>
                    <a:pt x="4837" y="1584970"/>
                  </a:lnTo>
                  <a:lnTo>
                    <a:pt x="0" y="1536979"/>
                  </a:lnTo>
                  <a:lnTo>
                    <a:pt x="0" y="238125"/>
                  </a:lnTo>
                  <a:lnTo>
                    <a:pt x="4837" y="190134"/>
                  </a:lnTo>
                  <a:lnTo>
                    <a:pt x="18712" y="145436"/>
                  </a:lnTo>
                  <a:lnTo>
                    <a:pt x="40667" y="104987"/>
                  </a:lnTo>
                  <a:lnTo>
                    <a:pt x="69744" y="69745"/>
                  </a:lnTo>
                  <a:lnTo>
                    <a:pt x="104986" y="40668"/>
                  </a:lnTo>
                  <a:lnTo>
                    <a:pt x="145435" y="18713"/>
                  </a:lnTo>
                  <a:lnTo>
                    <a:pt x="190134" y="4837"/>
                  </a:lnTo>
                  <a:lnTo>
                    <a:pt x="238125" y="0"/>
                  </a:lnTo>
                  <a:lnTo>
                    <a:pt x="3663670" y="0"/>
                  </a:lnTo>
                  <a:lnTo>
                    <a:pt x="3711661" y="4837"/>
                  </a:lnTo>
                  <a:lnTo>
                    <a:pt x="3756360" y="18713"/>
                  </a:lnTo>
                  <a:lnTo>
                    <a:pt x="3796809" y="40668"/>
                  </a:lnTo>
                  <a:lnTo>
                    <a:pt x="3832051" y="69745"/>
                  </a:lnTo>
                  <a:lnTo>
                    <a:pt x="3861128" y="104987"/>
                  </a:lnTo>
                  <a:lnTo>
                    <a:pt x="3883084" y="145436"/>
                  </a:lnTo>
                  <a:lnTo>
                    <a:pt x="3896959" y="190134"/>
                  </a:lnTo>
                  <a:lnTo>
                    <a:pt x="3901797" y="238125"/>
                  </a:lnTo>
                  <a:lnTo>
                    <a:pt x="3901797" y="1536979"/>
                  </a:lnTo>
                  <a:lnTo>
                    <a:pt x="3896959" y="1584970"/>
                  </a:lnTo>
                  <a:lnTo>
                    <a:pt x="3883084" y="1629668"/>
                  </a:lnTo>
                  <a:lnTo>
                    <a:pt x="3861128" y="1670117"/>
                  </a:lnTo>
                  <a:lnTo>
                    <a:pt x="3832051" y="1705359"/>
                  </a:lnTo>
                  <a:lnTo>
                    <a:pt x="3796809" y="1734436"/>
                  </a:lnTo>
                  <a:lnTo>
                    <a:pt x="3756360" y="1756391"/>
                  </a:lnTo>
                  <a:lnTo>
                    <a:pt x="3711661" y="1770266"/>
                  </a:lnTo>
                  <a:lnTo>
                    <a:pt x="3663670" y="1775104"/>
                  </a:lnTo>
                  <a:close/>
                </a:path>
              </a:pathLst>
            </a:custGeom>
            <a:solidFill>
              <a:srgbClr val="FFFFFF"/>
            </a:solidFill>
          </p:spPr>
          <p:txBody>
            <a:bodyPr wrap="square" lIns="0" tIns="0" rIns="0" bIns="0" rtlCol="0"/>
            <a:lstStyle/>
            <a:p>
              <a:endParaRPr/>
            </a:p>
          </p:txBody>
        </p:sp>
        <p:sp>
          <p:nvSpPr>
            <p:cNvPr id="12" name="object 12">
              <a:hlinkClick r:id="rId3"/>
            </p:cNvPr>
            <p:cNvSpPr/>
            <p:nvPr/>
          </p:nvSpPr>
          <p:spPr>
            <a:xfrm>
              <a:off x="13741732" y="8090660"/>
              <a:ext cx="3902075" cy="1771650"/>
            </a:xfrm>
            <a:custGeom>
              <a:avLst/>
              <a:gdLst/>
              <a:ahLst/>
              <a:cxnLst/>
              <a:rect l="l" t="t" r="r" b="b"/>
              <a:pathLst>
                <a:path w="3902075" h="1771650">
                  <a:moveTo>
                    <a:pt x="203860" y="1771638"/>
                  </a:moveTo>
                  <a:lnTo>
                    <a:pt x="145415" y="1756379"/>
                  </a:lnTo>
                  <a:lnTo>
                    <a:pt x="104964" y="1734418"/>
                  </a:lnTo>
                  <a:lnTo>
                    <a:pt x="69724" y="1705334"/>
                  </a:lnTo>
                  <a:lnTo>
                    <a:pt x="40651" y="1670086"/>
                  </a:lnTo>
                  <a:lnTo>
                    <a:pt x="18702" y="1629633"/>
                  </a:lnTo>
                  <a:lnTo>
                    <a:pt x="4834" y="1584933"/>
                  </a:lnTo>
                  <a:lnTo>
                    <a:pt x="0" y="1536944"/>
                  </a:lnTo>
                  <a:lnTo>
                    <a:pt x="0" y="238128"/>
                  </a:lnTo>
                  <a:lnTo>
                    <a:pt x="4836" y="190139"/>
                  </a:lnTo>
                  <a:lnTo>
                    <a:pt x="18710" y="145441"/>
                  </a:lnTo>
                  <a:lnTo>
                    <a:pt x="40663" y="104992"/>
                  </a:lnTo>
                  <a:lnTo>
                    <a:pt x="69739" y="69749"/>
                  </a:lnTo>
                  <a:lnTo>
                    <a:pt x="104980" y="40671"/>
                  </a:lnTo>
                  <a:lnTo>
                    <a:pt x="145429" y="18715"/>
                  </a:lnTo>
                  <a:lnTo>
                    <a:pt x="190127" y="4838"/>
                  </a:lnTo>
                  <a:lnTo>
                    <a:pt x="238117" y="0"/>
                  </a:lnTo>
                  <a:lnTo>
                    <a:pt x="3663560" y="0"/>
                  </a:lnTo>
                  <a:lnTo>
                    <a:pt x="3711562" y="4806"/>
                  </a:lnTo>
                  <a:lnTo>
                    <a:pt x="3756276" y="18667"/>
                  </a:lnTo>
                  <a:lnTo>
                    <a:pt x="3796745" y="40615"/>
                  </a:lnTo>
                  <a:lnTo>
                    <a:pt x="3832008" y="69693"/>
                  </a:lnTo>
                  <a:lnTo>
                    <a:pt x="3861105" y="104943"/>
                  </a:lnTo>
                  <a:lnTo>
                    <a:pt x="3883075" y="145408"/>
                  </a:lnTo>
                  <a:lnTo>
                    <a:pt x="3896958" y="190127"/>
                  </a:lnTo>
                  <a:lnTo>
                    <a:pt x="3901797" y="238128"/>
                  </a:lnTo>
                  <a:lnTo>
                    <a:pt x="3901799" y="1536956"/>
                  </a:lnTo>
                  <a:lnTo>
                    <a:pt x="3896959" y="1584970"/>
                  </a:lnTo>
                  <a:lnTo>
                    <a:pt x="3883073" y="1629688"/>
                  </a:lnTo>
                  <a:lnTo>
                    <a:pt x="3861100" y="1670151"/>
                  </a:lnTo>
                  <a:lnTo>
                    <a:pt x="3832001" y="1705400"/>
                  </a:lnTo>
                  <a:lnTo>
                    <a:pt x="3796737" y="1734475"/>
                  </a:lnTo>
                  <a:lnTo>
                    <a:pt x="3756268" y="1756419"/>
                  </a:lnTo>
                  <a:lnTo>
                    <a:pt x="3711554" y="1770277"/>
                  </a:lnTo>
                  <a:lnTo>
                    <a:pt x="3697931" y="1771596"/>
                  </a:lnTo>
                </a:path>
              </a:pathLst>
            </a:custGeom>
            <a:ln w="33337">
              <a:solidFill>
                <a:srgbClr val="000000"/>
              </a:solidFill>
            </a:ln>
          </p:spPr>
          <p:txBody>
            <a:bodyPr wrap="square" lIns="0" tIns="0" rIns="0" bIns="0" rtlCol="0"/>
            <a:lstStyle/>
            <a:p>
              <a:endParaRPr/>
            </a:p>
          </p:txBody>
        </p:sp>
        <p:sp>
          <p:nvSpPr>
            <p:cNvPr id="13" name="object 13">
              <a:hlinkClick r:id="rId4"/>
            </p:cNvPr>
            <p:cNvSpPr/>
            <p:nvPr/>
          </p:nvSpPr>
          <p:spPr>
            <a:xfrm>
              <a:off x="9397628" y="8090660"/>
              <a:ext cx="4230370" cy="1775460"/>
            </a:xfrm>
            <a:custGeom>
              <a:avLst/>
              <a:gdLst/>
              <a:ahLst/>
              <a:cxnLst/>
              <a:rect l="l" t="t" r="r" b="b"/>
              <a:pathLst>
                <a:path w="4230369" h="1775459">
                  <a:moveTo>
                    <a:pt x="3991679" y="1775104"/>
                  </a:moveTo>
                  <a:lnTo>
                    <a:pt x="238125" y="1775104"/>
                  </a:lnTo>
                  <a:lnTo>
                    <a:pt x="191452" y="1770486"/>
                  </a:lnTo>
                  <a:lnTo>
                    <a:pt x="146998" y="1756978"/>
                  </a:lnTo>
                  <a:lnTo>
                    <a:pt x="106013" y="1735096"/>
                  </a:lnTo>
                  <a:lnTo>
                    <a:pt x="69745" y="1705359"/>
                  </a:lnTo>
                  <a:lnTo>
                    <a:pt x="40007" y="1669091"/>
                  </a:lnTo>
                  <a:lnTo>
                    <a:pt x="18126" y="1628106"/>
                  </a:lnTo>
                  <a:lnTo>
                    <a:pt x="4617" y="1583652"/>
                  </a:lnTo>
                  <a:lnTo>
                    <a:pt x="0" y="1536979"/>
                  </a:lnTo>
                  <a:lnTo>
                    <a:pt x="0" y="238125"/>
                  </a:lnTo>
                  <a:lnTo>
                    <a:pt x="4617" y="191452"/>
                  </a:lnTo>
                  <a:lnTo>
                    <a:pt x="18126" y="146998"/>
                  </a:lnTo>
                  <a:lnTo>
                    <a:pt x="40007" y="106013"/>
                  </a:lnTo>
                  <a:lnTo>
                    <a:pt x="69745" y="69745"/>
                  </a:lnTo>
                  <a:lnTo>
                    <a:pt x="106013" y="40007"/>
                  </a:lnTo>
                  <a:lnTo>
                    <a:pt x="146998" y="18126"/>
                  </a:lnTo>
                  <a:lnTo>
                    <a:pt x="191452" y="4617"/>
                  </a:lnTo>
                  <a:lnTo>
                    <a:pt x="238125" y="0"/>
                  </a:lnTo>
                  <a:lnTo>
                    <a:pt x="3991679" y="0"/>
                  </a:lnTo>
                  <a:lnTo>
                    <a:pt x="4038352" y="4617"/>
                  </a:lnTo>
                  <a:lnTo>
                    <a:pt x="4082805" y="18126"/>
                  </a:lnTo>
                  <a:lnTo>
                    <a:pt x="4123790" y="40007"/>
                  </a:lnTo>
                  <a:lnTo>
                    <a:pt x="4160058" y="69745"/>
                  </a:lnTo>
                  <a:lnTo>
                    <a:pt x="4189796" y="106013"/>
                  </a:lnTo>
                  <a:lnTo>
                    <a:pt x="4211677" y="146998"/>
                  </a:lnTo>
                  <a:lnTo>
                    <a:pt x="4225186" y="191452"/>
                  </a:lnTo>
                  <a:lnTo>
                    <a:pt x="4229804" y="238125"/>
                  </a:lnTo>
                  <a:lnTo>
                    <a:pt x="4229804" y="1536979"/>
                  </a:lnTo>
                  <a:lnTo>
                    <a:pt x="4225186" y="1583652"/>
                  </a:lnTo>
                  <a:lnTo>
                    <a:pt x="4211677" y="1628106"/>
                  </a:lnTo>
                  <a:lnTo>
                    <a:pt x="4189796" y="1669091"/>
                  </a:lnTo>
                  <a:lnTo>
                    <a:pt x="4160058" y="1705359"/>
                  </a:lnTo>
                  <a:lnTo>
                    <a:pt x="4123790" y="1735096"/>
                  </a:lnTo>
                  <a:lnTo>
                    <a:pt x="4082805" y="1756978"/>
                  </a:lnTo>
                  <a:lnTo>
                    <a:pt x="4038352" y="1770486"/>
                  </a:lnTo>
                  <a:lnTo>
                    <a:pt x="3991679" y="1775104"/>
                  </a:lnTo>
                  <a:close/>
                </a:path>
              </a:pathLst>
            </a:custGeom>
            <a:solidFill>
              <a:srgbClr val="FFFFFF"/>
            </a:solidFill>
          </p:spPr>
          <p:txBody>
            <a:bodyPr wrap="square" lIns="0" tIns="0" rIns="0" bIns="0" rtlCol="0"/>
            <a:lstStyle/>
            <a:p>
              <a:endParaRPr/>
            </a:p>
          </p:txBody>
        </p:sp>
        <p:sp>
          <p:nvSpPr>
            <p:cNvPr id="14" name="object 14">
              <a:hlinkClick r:id="rId4"/>
            </p:cNvPr>
            <p:cNvSpPr/>
            <p:nvPr/>
          </p:nvSpPr>
          <p:spPr>
            <a:xfrm>
              <a:off x="9397628" y="8090649"/>
              <a:ext cx="4229100" cy="1771650"/>
            </a:xfrm>
            <a:custGeom>
              <a:avLst/>
              <a:gdLst/>
              <a:ahLst/>
              <a:cxnLst/>
              <a:rect l="l" t="t" r="r" b="b"/>
              <a:pathLst>
                <a:path w="4229100" h="1771650">
                  <a:moveTo>
                    <a:pt x="4229005" y="1544096"/>
                  </a:moveTo>
                  <a:lnTo>
                    <a:pt x="4225186" y="1583661"/>
                  </a:lnTo>
                  <a:lnTo>
                    <a:pt x="4211668" y="1628133"/>
                  </a:lnTo>
                  <a:lnTo>
                    <a:pt x="4189770" y="1669132"/>
                  </a:lnTo>
                  <a:lnTo>
                    <a:pt x="4160012" y="1705407"/>
                  </a:lnTo>
                  <a:lnTo>
                    <a:pt x="4123723" y="1735142"/>
                  </a:lnTo>
                  <a:lnTo>
                    <a:pt x="4082719" y="1757014"/>
                  </a:lnTo>
                  <a:lnTo>
                    <a:pt x="4038252" y="1770506"/>
                  </a:lnTo>
                  <a:lnTo>
                    <a:pt x="4026587" y="1771611"/>
                  </a:lnTo>
                </a:path>
                <a:path w="4229100" h="1771650">
                  <a:moveTo>
                    <a:pt x="203212" y="1771650"/>
                  </a:moveTo>
                  <a:lnTo>
                    <a:pt x="146979" y="1756978"/>
                  </a:lnTo>
                  <a:lnTo>
                    <a:pt x="105992" y="1735090"/>
                  </a:lnTo>
                  <a:lnTo>
                    <a:pt x="69726" y="1705346"/>
                  </a:lnTo>
                  <a:lnTo>
                    <a:pt x="39992" y="1669072"/>
                  </a:lnTo>
                  <a:lnTo>
                    <a:pt x="18116" y="1628083"/>
                  </a:lnTo>
                  <a:lnTo>
                    <a:pt x="4614" y="1583628"/>
                  </a:lnTo>
                  <a:lnTo>
                    <a:pt x="0" y="1536956"/>
                  </a:lnTo>
                  <a:lnTo>
                    <a:pt x="0" y="238135"/>
                  </a:lnTo>
                  <a:lnTo>
                    <a:pt x="4617" y="191463"/>
                  </a:lnTo>
                  <a:lnTo>
                    <a:pt x="18124" y="147011"/>
                  </a:lnTo>
                  <a:lnTo>
                    <a:pt x="40005" y="106026"/>
                  </a:lnTo>
                  <a:lnTo>
                    <a:pt x="69741" y="69758"/>
                  </a:lnTo>
                  <a:lnTo>
                    <a:pt x="106008" y="40020"/>
                  </a:lnTo>
                  <a:lnTo>
                    <a:pt x="146993" y="18137"/>
                  </a:lnTo>
                  <a:lnTo>
                    <a:pt x="191446" y="4628"/>
                  </a:lnTo>
                  <a:lnTo>
                    <a:pt x="238118" y="10"/>
                  </a:lnTo>
                  <a:lnTo>
                    <a:pt x="3991577" y="0"/>
                  </a:lnTo>
                  <a:lnTo>
                    <a:pt x="4038257" y="4599"/>
                  </a:lnTo>
                  <a:lnTo>
                    <a:pt x="4082725" y="18093"/>
                  </a:lnTo>
                  <a:lnTo>
                    <a:pt x="4123729" y="39967"/>
                  </a:lnTo>
                  <a:lnTo>
                    <a:pt x="4160017" y="69705"/>
                  </a:lnTo>
                  <a:lnTo>
                    <a:pt x="4189773" y="105981"/>
                  </a:lnTo>
                  <a:lnTo>
                    <a:pt x="4211669" y="146980"/>
                  </a:lnTo>
                  <a:lnTo>
                    <a:pt x="4225185" y="191453"/>
                  </a:lnTo>
                  <a:lnTo>
                    <a:pt x="4229008" y="231027"/>
                  </a:lnTo>
                </a:path>
              </a:pathLst>
            </a:custGeom>
            <a:ln w="38099">
              <a:solidFill>
                <a:srgbClr val="000000"/>
              </a:solidFill>
            </a:ln>
          </p:spPr>
          <p:txBody>
            <a:bodyPr wrap="square" lIns="0" tIns="0" rIns="0" bIns="0" rtlCol="0"/>
            <a:lstStyle/>
            <a:p>
              <a:endParaRPr/>
            </a:p>
          </p:txBody>
        </p:sp>
      </p:grpSp>
      <p:grpSp>
        <p:nvGrpSpPr>
          <p:cNvPr id="24" name="object 24"/>
          <p:cNvGrpSpPr/>
          <p:nvPr/>
        </p:nvGrpSpPr>
        <p:grpSpPr>
          <a:xfrm>
            <a:off x="9243469" y="2522928"/>
            <a:ext cx="8520110" cy="3102610"/>
            <a:chOff x="9243469" y="2522928"/>
            <a:chExt cx="8520110" cy="3102610"/>
          </a:xfrm>
        </p:grpSpPr>
        <p:pic>
          <p:nvPicPr>
            <p:cNvPr id="25" name="object 25">
              <a:hlinkClick r:id="rId5"/>
            </p:cNvPr>
            <p:cNvPicPr/>
            <p:nvPr/>
          </p:nvPicPr>
          <p:blipFill>
            <a:blip r:embed="rId6" cstate="print"/>
            <a:stretch>
              <a:fillRect/>
            </a:stretch>
          </p:blipFill>
          <p:spPr>
            <a:xfrm>
              <a:off x="9753204" y="4282515"/>
              <a:ext cx="605786" cy="605786"/>
            </a:xfrm>
            <a:prstGeom prst="rect">
              <a:avLst/>
            </a:prstGeom>
          </p:spPr>
        </p:pic>
        <p:pic>
          <p:nvPicPr>
            <p:cNvPr id="26" name="object 26">
              <a:hlinkClick r:id="rId5"/>
            </p:cNvPr>
            <p:cNvPicPr/>
            <p:nvPr/>
          </p:nvPicPr>
          <p:blipFill>
            <a:blip r:embed="rId6" cstate="print"/>
            <a:stretch>
              <a:fillRect/>
            </a:stretch>
          </p:blipFill>
          <p:spPr>
            <a:xfrm>
              <a:off x="14246373" y="3157208"/>
              <a:ext cx="605786" cy="605786"/>
            </a:xfrm>
            <a:prstGeom prst="rect">
              <a:avLst/>
            </a:prstGeom>
          </p:spPr>
        </p:pic>
        <p:pic>
          <p:nvPicPr>
            <p:cNvPr id="27" name="object 27">
              <a:hlinkClick r:id="rId5"/>
            </p:cNvPr>
            <p:cNvPicPr/>
            <p:nvPr/>
          </p:nvPicPr>
          <p:blipFill>
            <a:blip r:embed="rId6" cstate="print"/>
            <a:stretch>
              <a:fillRect/>
            </a:stretch>
          </p:blipFill>
          <p:spPr>
            <a:xfrm>
              <a:off x="14246373" y="4282469"/>
              <a:ext cx="605786" cy="605786"/>
            </a:xfrm>
            <a:prstGeom prst="rect">
              <a:avLst/>
            </a:prstGeom>
          </p:spPr>
        </p:pic>
        <p:sp>
          <p:nvSpPr>
            <p:cNvPr id="28" name="object 28"/>
            <p:cNvSpPr/>
            <p:nvPr/>
          </p:nvSpPr>
          <p:spPr>
            <a:xfrm>
              <a:off x="9243469" y="2522928"/>
              <a:ext cx="4178300" cy="3102610"/>
            </a:xfrm>
            <a:custGeom>
              <a:avLst/>
              <a:gdLst/>
              <a:ahLst/>
              <a:cxnLst/>
              <a:rect l="l" t="t" r="r" b="b"/>
              <a:pathLst>
                <a:path w="4178300" h="3102610">
                  <a:moveTo>
                    <a:pt x="3939732" y="3102411"/>
                  </a:moveTo>
                  <a:lnTo>
                    <a:pt x="238124" y="3102411"/>
                  </a:lnTo>
                  <a:lnTo>
                    <a:pt x="190134" y="3097573"/>
                  </a:lnTo>
                  <a:lnTo>
                    <a:pt x="145436" y="3083698"/>
                  </a:lnTo>
                  <a:lnTo>
                    <a:pt x="104987" y="3061743"/>
                  </a:lnTo>
                  <a:lnTo>
                    <a:pt x="69745" y="3032666"/>
                  </a:lnTo>
                  <a:lnTo>
                    <a:pt x="40668" y="2997424"/>
                  </a:lnTo>
                  <a:lnTo>
                    <a:pt x="18713" y="2956975"/>
                  </a:lnTo>
                  <a:lnTo>
                    <a:pt x="4837" y="2912276"/>
                  </a:lnTo>
                  <a:lnTo>
                    <a:pt x="0" y="2864286"/>
                  </a:lnTo>
                  <a:lnTo>
                    <a:pt x="0" y="238124"/>
                  </a:lnTo>
                  <a:lnTo>
                    <a:pt x="4837" y="190134"/>
                  </a:lnTo>
                  <a:lnTo>
                    <a:pt x="18713" y="145436"/>
                  </a:lnTo>
                  <a:lnTo>
                    <a:pt x="40668" y="104987"/>
                  </a:lnTo>
                  <a:lnTo>
                    <a:pt x="69745" y="69745"/>
                  </a:lnTo>
                  <a:lnTo>
                    <a:pt x="104987" y="40668"/>
                  </a:lnTo>
                  <a:lnTo>
                    <a:pt x="145436" y="18713"/>
                  </a:lnTo>
                  <a:lnTo>
                    <a:pt x="190134" y="4837"/>
                  </a:lnTo>
                  <a:lnTo>
                    <a:pt x="238124" y="0"/>
                  </a:lnTo>
                  <a:lnTo>
                    <a:pt x="3939732" y="0"/>
                  </a:lnTo>
                  <a:lnTo>
                    <a:pt x="3987723" y="4837"/>
                  </a:lnTo>
                  <a:lnTo>
                    <a:pt x="4032421" y="18713"/>
                  </a:lnTo>
                  <a:lnTo>
                    <a:pt x="4072870" y="40668"/>
                  </a:lnTo>
                  <a:lnTo>
                    <a:pt x="4108112" y="69745"/>
                  </a:lnTo>
                  <a:lnTo>
                    <a:pt x="4137189" y="104987"/>
                  </a:lnTo>
                  <a:lnTo>
                    <a:pt x="4159144" y="145436"/>
                  </a:lnTo>
                  <a:lnTo>
                    <a:pt x="4173019" y="190134"/>
                  </a:lnTo>
                  <a:lnTo>
                    <a:pt x="4177857" y="238124"/>
                  </a:lnTo>
                  <a:lnTo>
                    <a:pt x="4177857" y="2864286"/>
                  </a:lnTo>
                  <a:lnTo>
                    <a:pt x="4173019" y="2912276"/>
                  </a:lnTo>
                  <a:lnTo>
                    <a:pt x="4159144" y="2956975"/>
                  </a:lnTo>
                  <a:lnTo>
                    <a:pt x="4137189" y="2997424"/>
                  </a:lnTo>
                  <a:lnTo>
                    <a:pt x="4108112" y="3032666"/>
                  </a:lnTo>
                  <a:lnTo>
                    <a:pt x="4072870" y="3061743"/>
                  </a:lnTo>
                  <a:lnTo>
                    <a:pt x="4032421" y="3083698"/>
                  </a:lnTo>
                  <a:lnTo>
                    <a:pt x="3987723" y="3097573"/>
                  </a:lnTo>
                  <a:lnTo>
                    <a:pt x="3939732" y="3102411"/>
                  </a:lnTo>
                  <a:close/>
                </a:path>
              </a:pathLst>
            </a:custGeom>
            <a:solidFill>
              <a:srgbClr val="EDF5FD"/>
            </a:solidFill>
          </p:spPr>
          <p:txBody>
            <a:bodyPr wrap="square" lIns="0" tIns="0" rIns="0" bIns="0" rtlCol="0"/>
            <a:lstStyle/>
            <a:p>
              <a:endParaRPr/>
            </a:p>
          </p:txBody>
        </p:sp>
        <p:sp>
          <p:nvSpPr>
            <p:cNvPr id="29" name="object 29"/>
            <p:cNvSpPr/>
            <p:nvPr/>
          </p:nvSpPr>
          <p:spPr>
            <a:xfrm>
              <a:off x="9243470" y="2522928"/>
              <a:ext cx="4178300" cy="3102610"/>
            </a:xfrm>
            <a:custGeom>
              <a:avLst/>
              <a:gdLst/>
              <a:ahLst/>
              <a:cxnLst/>
              <a:rect l="l" t="t" r="r" b="b"/>
              <a:pathLst>
                <a:path w="4178300" h="3102610">
                  <a:moveTo>
                    <a:pt x="238126" y="0"/>
                  </a:moveTo>
                  <a:lnTo>
                    <a:pt x="3939627" y="0"/>
                  </a:lnTo>
                  <a:lnTo>
                    <a:pt x="3987626" y="4807"/>
                  </a:lnTo>
                  <a:lnTo>
                    <a:pt x="4032338" y="18667"/>
                  </a:lnTo>
                  <a:lnTo>
                    <a:pt x="4072805" y="40614"/>
                  </a:lnTo>
                  <a:lnTo>
                    <a:pt x="4108067" y="69689"/>
                  </a:lnTo>
                  <a:lnTo>
                    <a:pt x="4137163" y="104938"/>
                  </a:lnTo>
                  <a:lnTo>
                    <a:pt x="4159133" y="145400"/>
                  </a:lnTo>
                  <a:lnTo>
                    <a:pt x="4173018" y="190118"/>
                  </a:lnTo>
                  <a:lnTo>
                    <a:pt x="4177857" y="238118"/>
                  </a:lnTo>
                  <a:lnTo>
                    <a:pt x="4177865" y="2864216"/>
                  </a:lnTo>
                  <a:lnTo>
                    <a:pt x="4173034" y="2912232"/>
                  </a:lnTo>
                  <a:lnTo>
                    <a:pt x="4159155" y="2956956"/>
                  </a:lnTo>
                  <a:lnTo>
                    <a:pt x="4137187" y="2997427"/>
                  </a:lnTo>
                  <a:lnTo>
                    <a:pt x="4108090" y="3032685"/>
                  </a:lnTo>
                  <a:lnTo>
                    <a:pt x="4072823" y="3061769"/>
                  </a:lnTo>
                  <a:lnTo>
                    <a:pt x="4032348" y="3083721"/>
                  </a:lnTo>
                  <a:lnTo>
                    <a:pt x="3987626" y="3097583"/>
                  </a:lnTo>
                  <a:lnTo>
                    <a:pt x="3939627" y="3102411"/>
                  </a:lnTo>
                  <a:lnTo>
                    <a:pt x="238117" y="3102410"/>
                  </a:lnTo>
                  <a:lnTo>
                    <a:pt x="190111" y="3097566"/>
                  </a:lnTo>
                  <a:lnTo>
                    <a:pt x="145401" y="3083680"/>
                  </a:lnTo>
                  <a:lnTo>
                    <a:pt x="104946" y="3061710"/>
                  </a:lnTo>
                  <a:lnTo>
                    <a:pt x="69704" y="3032617"/>
                  </a:lnTo>
                  <a:lnTo>
                    <a:pt x="40633" y="2997360"/>
                  </a:lnTo>
                  <a:lnTo>
                    <a:pt x="18689" y="2956900"/>
                  </a:lnTo>
                  <a:lnTo>
                    <a:pt x="4829" y="2912195"/>
                  </a:lnTo>
                  <a:lnTo>
                    <a:pt x="0" y="2864204"/>
                  </a:lnTo>
                  <a:lnTo>
                    <a:pt x="0" y="238117"/>
                  </a:lnTo>
                  <a:lnTo>
                    <a:pt x="4840" y="190127"/>
                  </a:lnTo>
                  <a:lnTo>
                    <a:pt x="18716" y="145429"/>
                  </a:lnTo>
                  <a:lnTo>
                    <a:pt x="40672" y="104982"/>
                  </a:lnTo>
                  <a:lnTo>
                    <a:pt x="69749" y="69741"/>
                  </a:lnTo>
                  <a:lnTo>
                    <a:pt x="104991" y="40665"/>
                  </a:lnTo>
                  <a:lnTo>
                    <a:pt x="145439" y="18712"/>
                  </a:lnTo>
                  <a:lnTo>
                    <a:pt x="190137" y="4837"/>
                  </a:lnTo>
                  <a:lnTo>
                    <a:pt x="238126" y="0"/>
                  </a:lnTo>
                </a:path>
              </a:pathLst>
            </a:custGeom>
            <a:ln w="38099">
              <a:solidFill>
                <a:srgbClr val="8FC2FF"/>
              </a:solidFill>
            </a:ln>
          </p:spPr>
          <p:txBody>
            <a:bodyPr wrap="square" lIns="0" tIns="0" rIns="0" bIns="0" rtlCol="0"/>
            <a:lstStyle/>
            <a:p>
              <a:endParaRPr/>
            </a:p>
          </p:txBody>
        </p:sp>
        <p:sp>
          <p:nvSpPr>
            <p:cNvPr id="30" name="object 30">
              <a:hlinkClick r:id="rId5"/>
            </p:cNvPr>
            <p:cNvSpPr/>
            <p:nvPr/>
          </p:nvSpPr>
          <p:spPr>
            <a:xfrm>
              <a:off x="9560862" y="3200886"/>
              <a:ext cx="3622040" cy="941705"/>
            </a:xfrm>
            <a:custGeom>
              <a:avLst/>
              <a:gdLst/>
              <a:ahLst/>
              <a:cxnLst/>
              <a:rect l="l" t="t" r="r" b="b"/>
              <a:pathLst>
                <a:path w="3622040" h="941704">
                  <a:moveTo>
                    <a:pt x="3432560" y="941354"/>
                  </a:moveTo>
                  <a:lnTo>
                    <a:pt x="190500" y="941354"/>
                  </a:lnTo>
                  <a:lnTo>
                    <a:pt x="146820" y="936323"/>
                  </a:lnTo>
                  <a:lnTo>
                    <a:pt x="106722" y="921991"/>
                  </a:lnTo>
                  <a:lnTo>
                    <a:pt x="71352" y="899503"/>
                  </a:lnTo>
                  <a:lnTo>
                    <a:pt x="41850" y="870002"/>
                  </a:lnTo>
                  <a:lnTo>
                    <a:pt x="19362" y="834631"/>
                  </a:lnTo>
                  <a:lnTo>
                    <a:pt x="5031" y="794534"/>
                  </a:lnTo>
                  <a:lnTo>
                    <a:pt x="0" y="750854"/>
                  </a:lnTo>
                  <a:lnTo>
                    <a:pt x="0" y="190500"/>
                  </a:lnTo>
                  <a:lnTo>
                    <a:pt x="5031" y="146820"/>
                  </a:lnTo>
                  <a:lnTo>
                    <a:pt x="19362" y="106722"/>
                  </a:lnTo>
                  <a:lnTo>
                    <a:pt x="41850" y="71351"/>
                  </a:lnTo>
                  <a:lnTo>
                    <a:pt x="71352" y="41850"/>
                  </a:lnTo>
                  <a:lnTo>
                    <a:pt x="106722" y="19362"/>
                  </a:lnTo>
                  <a:lnTo>
                    <a:pt x="146820" y="5031"/>
                  </a:lnTo>
                  <a:lnTo>
                    <a:pt x="190500" y="0"/>
                  </a:lnTo>
                  <a:lnTo>
                    <a:pt x="3432560" y="0"/>
                  </a:lnTo>
                  <a:lnTo>
                    <a:pt x="3476240" y="5031"/>
                  </a:lnTo>
                  <a:lnTo>
                    <a:pt x="3516338" y="19362"/>
                  </a:lnTo>
                  <a:lnTo>
                    <a:pt x="3551708" y="41850"/>
                  </a:lnTo>
                  <a:lnTo>
                    <a:pt x="3581210" y="71351"/>
                  </a:lnTo>
                  <a:lnTo>
                    <a:pt x="3603698" y="106722"/>
                  </a:lnTo>
                  <a:lnTo>
                    <a:pt x="3618029" y="146820"/>
                  </a:lnTo>
                  <a:lnTo>
                    <a:pt x="3622007" y="181360"/>
                  </a:lnTo>
                  <a:lnTo>
                    <a:pt x="3622007" y="759994"/>
                  </a:lnTo>
                  <a:lnTo>
                    <a:pt x="3603698" y="834631"/>
                  </a:lnTo>
                  <a:lnTo>
                    <a:pt x="3581210" y="870002"/>
                  </a:lnTo>
                  <a:lnTo>
                    <a:pt x="3551708" y="899503"/>
                  </a:lnTo>
                  <a:lnTo>
                    <a:pt x="3516338" y="921991"/>
                  </a:lnTo>
                  <a:lnTo>
                    <a:pt x="3476240" y="936323"/>
                  </a:lnTo>
                  <a:lnTo>
                    <a:pt x="3432560" y="941354"/>
                  </a:lnTo>
                  <a:close/>
                </a:path>
              </a:pathLst>
            </a:custGeom>
            <a:solidFill>
              <a:srgbClr val="FFFFFF"/>
            </a:solidFill>
          </p:spPr>
          <p:txBody>
            <a:bodyPr wrap="square" lIns="0" tIns="0" rIns="0" bIns="0" rtlCol="0"/>
            <a:lstStyle/>
            <a:p>
              <a:endParaRPr dirty="0"/>
            </a:p>
          </p:txBody>
        </p:sp>
        <p:sp>
          <p:nvSpPr>
            <p:cNvPr id="31" name="object 31">
              <a:hlinkClick r:id="rId5"/>
            </p:cNvPr>
            <p:cNvSpPr/>
            <p:nvPr/>
          </p:nvSpPr>
          <p:spPr>
            <a:xfrm>
              <a:off x="9560863" y="3200885"/>
              <a:ext cx="3619500" cy="941705"/>
            </a:xfrm>
            <a:custGeom>
              <a:avLst/>
              <a:gdLst/>
              <a:ahLst/>
              <a:cxnLst/>
              <a:rect l="l" t="t" r="r" b="b"/>
              <a:pathLst>
                <a:path w="3619500" h="941704">
                  <a:moveTo>
                    <a:pt x="3619500" y="780550"/>
                  </a:moveTo>
                  <a:lnTo>
                    <a:pt x="3603561" y="834609"/>
                  </a:lnTo>
                  <a:lnTo>
                    <a:pt x="3581073" y="869979"/>
                  </a:lnTo>
                  <a:lnTo>
                    <a:pt x="3551573" y="899479"/>
                  </a:lnTo>
                  <a:lnTo>
                    <a:pt x="3516203" y="921966"/>
                  </a:lnTo>
                  <a:lnTo>
                    <a:pt x="3476108" y="936297"/>
                  </a:lnTo>
                  <a:lnTo>
                    <a:pt x="3432429" y="941328"/>
                  </a:lnTo>
                  <a:lnTo>
                    <a:pt x="190492" y="941328"/>
                  </a:lnTo>
                  <a:lnTo>
                    <a:pt x="146814" y="936297"/>
                  </a:lnTo>
                  <a:lnTo>
                    <a:pt x="106718" y="921966"/>
                  </a:lnTo>
                  <a:lnTo>
                    <a:pt x="71349" y="899478"/>
                  </a:lnTo>
                  <a:lnTo>
                    <a:pt x="41848" y="869978"/>
                  </a:lnTo>
                  <a:lnTo>
                    <a:pt x="19361" y="834609"/>
                  </a:lnTo>
                  <a:lnTo>
                    <a:pt x="5031" y="794513"/>
                  </a:lnTo>
                  <a:lnTo>
                    <a:pt x="0" y="750835"/>
                  </a:lnTo>
                  <a:lnTo>
                    <a:pt x="0" y="190502"/>
                  </a:lnTo>
                  <a:lnTo>
                    <a:pt x="5031" y="146824"/>
                  </a:lnTo>
                  <a:lnTo>
                    <a:pt x="19361" y="106728"/>
                  </a:lnTo>
                  <a:lnTo>
                    <a:pt x="41849" y="71359"/>
                  </a:lnTo>
                  <a:lnTo>
                    <a:pt x="71349" y="41858"/>
                  </a:lnTo>
                  <a:lnTo>
                    <a:pt x="106718" y="19371"/>
                  </a:lnTo>
                  <a:lnTo>
                    <a:pt x="146814" y="5040"/>
                  </a:lnTo>
                  <a:lnTo>
                    <a:pt x="190492" y="0"/>
                  </a:lnTo>
                  <a:lnTo>
                    <a:pt x="3432429" y="0"/>
                  </a:lnTo>
                  <a:lnTo>
                    <a:pt x="3476108" y="5040"/>
                  </a:lnTo>
                  <a:lnTo>
                    <a:pt x="3516203" y="19371"/>
                  </a:lnTo>
                  <a:lnTo>
                    <a:pt x="3551573" y="41858"/>
                  </a:lnTo>
                  <a:lnTo>
                    <a:pt x="3581073" y="71358"/>
                  </a:lnTo>
                  <a:lnTo>
                    <a:pt x="3603561" y="106728"/>
                  </a:lnTo>
                  <a:lnTo>
                    <a:pt x="3617892" y="146824"/>
                  </a:lnTo>
                  <a:lnTo>
                    <a:pt x="3619499" y="160787"/>
                  </a:lnTo>
                </a:path>
              </a:pathLst>
            </a:custGeom>
            <a:ln w="38099">
              <a:solidFill>
                <a:srgbClr val="000000"/>
              </a:solidFill>
            </a:ln>
          </p:spPr>
          <p:txBody>
            <a:bodyPr wrap="square" lIns="0" tIns="0" rIns="0" bIns="0" rtlCol="0"/>
            <a:lstStyle/>
            <a:p>
              <a:endParaRPr dirty="0"/>
            </a:p>
          </p:txBody>
        </p:sp>
        <p:pic>
          <p:nvPicPr>
            <p:cNvPr id="32" name="object 32">
              <a:hlinkClick r:id="rId5"/>
            </p:cNvPr>
            <p:cNvPicPr/>
            <p:nvPr/>
          </p:nvPicPr>
          <p:blipFill>
            <a:blip r:embed="rId7" cstate="print"/>
            <a:stretch>
              <a:fillRect/>
            </a:stretch>
          </p:blipFill>
          <p:spPr>
            <a:xfrm>
              <a:off x="9630494" y="3397454"/>
              <a:ext cx="571085" cy="571499"/>
            </a:xfrm>
            <a:prstGeom prst="rect">
              <a:avLst/>
            </a:prstGeom>
          </p:spPr>
        </p:pic>
        <p:sp>
          <p:nvSpPr>
            <p:cNvPr id="33" name="object 33">
              <a:hlinkClick r:id="rId8"/>
            </p:cNvPr>
            <p:cNvSpPr/>
            <p:nvPr/>
          </p:nvSpPr>
          <p:spPr>
            <a:xfrm>
              <a:off x="9560862" y="4362965"/>
              <a:ext cx="3622040" cy="941705"/>
            </a:xfrm>
            <a:custGeom>
              <a:avLst/>
              <a:gdLst/>
              <a:ahLst/>
              <a:cxnLst/>
              <a:rect l="l" t="t" r="r" b="b"/>
              <a:pathLst>
                <a:path w="3622040" h="941704">
                  <a:moveTo>
                    <a:pt x="3432560" y="941354"/>
                  </a:moveTo>
                  <a:lnTo>
                    <a:pt x="190500" y="941354"/>
                  </a:lnTo>
                  <a:lnTo>
                    <a:pt x="146820" y="936323"/>
                  </a:lnTo>
                  <a:lnTo>
                    <a:pt x="106722" y="921991"/>
                  </a:lnTo>
                  <a:lnTo>
                    <a:pt x="71352" y="899503"/>
                  </a:lnTo>
                  <a:lnTo>
                    <a:pt x="41850" y="870002"/>
                  </a:lnTo>
                  <a:lnTo>
                    <a:pt x="19362" y="834631"/>
                  </a:lnTo>
                  <a:lnTo>
                    <a:pt x="5031" y="794534"/>
                  </a:lnTo>
                  <a:lnTo>
                    <a:pt x="0" y="750854"/>
                  </a:lnTo>
                  <a:lnTo>
                    <a:pt x="0" y="190500"/>
                  </a:lnTo>
                  <a:lnTo>
                    <a:pt x="5031" y="146820"/>
                  </a:lnTo>
                  <a:lnTo>
                    <a:pt x="19362" y="106722"/>
                  </a:lnTo>
                  <a:lnTo>
                    <a:pt x="41850" y="71352"/>
                  </a:lnTo>
                  <a:lnTo>
                    <a:pt x="71352" y="41850"/>
                  </a:lnTo>
                  <a:lnTo>
                    <a:pt x="106722" y="19362"/>
                  </a:lnTo>
                  <a:lnTo>
                    <a:pt x="146820" y="5031"/>
                  </a:lnTo>
                  <a:lnTo>
                    <a:pt x="190500" y="0"/>
                  </a:lnTo>
                  <a:lnTo>
                    <a:pt x="3432560" y="0"/>
                  </a:lnTo>
                  <a:lnTo>
                    <a:pt x="3476240" y="5031"/>
                  </a:lnTo>
                  <a:lnTo>
                    <a:pt x="3516338" y="19362"/>
                  </a:lnTo>
                  <a:lnTo>
                    <a:pt x="3551708" y="41850"/>
                  </a:lnTo>
                  <a:lnTo>
                    <a:pt x="3581210" y="71352"/>
                  </a:lnTo>
                  <a:lnTo>
                    <a:pt x="3603698" y="106722"/>
                  </a:lnTo>
                  <a:lnTo>
                    <a:pt x="3618029" y="146820"/>
                  </a:lnTo>
                  <a:lnTo>
                    <a:pt x="3622007" y="181360"/>
                  </a:lnTo>
                  <a:lnTo>
                    <a:pt x="3622007" y="759994"/>
                  </a:lnTo>
                  <a:lnTo>
                    <a:pt x="3603698" y="834631"/>
                  </a:lnTo>
                  <a:lnTo>
                    <a:pt x="3581210" y="870002"/>
                  </a:lnTo>
                  <a:lnTo>
                    <a:pt x="3551708" y="899503"/>
                  </a:lnTo>
                  <a:lnTo>
                    <a:pt x="3516338" y="921991"/>
                  </a:lnTo>
                  <a:lnTo>
                    <a:pt x="3476240" y="936323"/>
                  </a:lnTo>
                  <a:lnTo>
                    <a:pt x="3432560" y="941354"/>
                  </a:lnTo>
                  <a:close/>
                </a:path>
              </a:pathLst>
            </a:custGeom>
            <a:solidFill>
              <a:srgbClr val="FFFFFF"/>
            </a:solidFill>
          </p:spPr>
          <p:txBody>
            <a:bodyPr wrap="square" lIns="0" tIns="0" rIns="0" bIns="0" rtlCol="0"/>
            <a:lstStyle/>
            <a:p>
              <a:endParaRPr/>
            </a:p>
          </p:txBody>
        </p:sp>
        <p:sp>
          <p:nvSpPr>
            <p:cNvPr id="34" name="object 34">
              <a:hlinkClick r:id="rId8"/>
            </p:cNvPr>
            <p:cNvSpPr/>
            <p:nvPr/>
          </p:nvSpPr>
          <p:spPr>
            <a:xfrm>
              <a:off x="9560863" y="4362965"/>
              <a:ext cx="3619500" cy="941705"/>
            </a:xfrm>
            <a:custGeom>
              <a:avLst/>
              <a:gdLst/>
              <a:ahLst/>
              <a:cxnLst/>
              <a:rect l="l" t="t" r="r" b="b"/>
              <a:pathLst>
                <a:path w="3619500" h="941704">
                  <a:moveTo>
                    <a:pt x="3619500" y="780550"/>
                  </a:moveTo>
                  <a:lnTo>
                    <a:pt x="3603561" y="834609"/>
                  </a:lnTo>
                  <a:lnTo>
                    <a:pt x="3581073" y="869979"/>
                  </a:lnTo>
                  <a:lnTo>
                    <a:pt x="3551573" y="899479"/>
                  </a:lnTo>
                  <a:lnTo>
                    <a:pt x="3516203" y="921966"/>
                  </a:lnTo>
                  <a:lnTo>
                    <a:pt x="3476108" y="936297"/>
                  </a:lnTo>
                  <a:lnTo>
                    <a:pt x="3432429" y="941328"/>
                  </a:lnTo>
                  <a:lnTo>
                    <a:pt x="190492" y="941328"/>
                  </a:lnTo>
                  <a:lnTo>
                    <a:pt x="146814" y="936297"/>
                  </a:lnTo>
                  <a:lnTo>
                    <a:pt x="106718" y="921966"/>
                  </a:lnTo>
                  <a:lnTo>
                    <a:pt x="71349" y="899478"/>
                  </a:lnTo>
                  <a:lnTo>
                    <a:pt x="41848" y="869978"/>
                  </a:lnTo>
                  <a:lnTo>
                    <a:pt x="19361" y="834609"/>
                  </a:lnTo>
                  <a:lnTo>
                    <a:pt x="5031" y="794513"/>
                  </a:lnTo>
                  <a:lnTo>
                    <a:pt x="0" y="750835"/>
                  </a:lnTo>
                  <a:lnTo>
                    <a:pt x="0" y="190502"/>
                  </a:lnTo>
                  <a:lnTo>
                    <a:pt x="5031" y="146824"/>
                  </a:lnTo>
                  <a:lnTo>
                    <a:pt x="19361" y="106728"/>
                  </a:lnTo>
                  <a:lnTo>
                    <a:pt x="41849" y="71358"/>
                  </a:lnTo>
                  <a:lnTo>
                    <a:pt x="71349" y="41858"/>
                  </a:lnTo>
                  <a:lnTo>
                    <a:pt x="106718" y="19371"/>
                  </a:lnTo>
                  <a:lnTo>
                    <a:pt x="146814" y="5040"/>
                  </a:lnTo>
                  <a:lnTo>
                    <a:pt x="190492" y="0"/>
                  </a:lnTo>
                  <a:lnTo>
                    <a:pt x="3432429" y="0"/>
                  </a:lnTo>
                  <a:lnTo>
                    <a:pt x="3476108" y="5040"/>
                  </a:lnTo>
                  <a:lnTo>
                    <a:pt x="3516203" y="19371"/>
                  </a:lnTo>
                  <a:lnTo>
                    <a:pt x="3551573" y="41858"/>
                  </a:lnTo>
                  <a:lnTo>
                    <a:pt x="3581073" y="71358"/>
                  </a:lnTo>
                  <a:lnTo>
                    <a:pt x="3603561" y="106728"/>
                  </a:lnTo>
                  <a:lnTo>
                    <a:pt x="3617892" y="146824"/>
                  </a:lnTo>
                  <a:lnTo>
                    <a:pt x="3619499" y="160787"/>
                  </a:lnTo>
                </a:path>
              </a:pathLst>
            </a:custGeom>
            <a:ln w="38099">
              <a:solidFill>
                <a:srgbClr val="000000"/>
              </a:solidFill>
            </a:ln>
          </p:spPr>
          <p:txBody>
            <a:bodyPr wrap="square" lIns="0" tIns="0" rIns="0" bIns="0" rtlCol="0"/>
            <a:lstStyle/>
            <a:p>
              <a:endParaRPr/>
            </a:p>
          </p:txBody>
        </p:sp>
        <p:pic>
          <p:nvPicPr>
            <p:cNvPr id="35" name="object 35">
              <a:hlinkClick r:id="rId8"/>
            </p:cNvPr>
            <p:cNvPicPr/>
            <p:nvPr/>
          </p:nvPicPr>
          <p:blipFill>
            <a:blip r:embed="rId9" cstate="print"/>
            <a:stretch>
              <a:fillRect/>
            </a:stretch>
          </p:blipFill>
          <p:spPr>
            <a:xfrm>
              <a:off x="9753204" y="4538822"/>
              <a:ext cx="609599" cy="609599"/>
            </a:xfrm>
            <a:prstGeom prst="rect">
              <a:avLst/>
            </a:prstGeom>
          </p:spPr>
        </p:pic>
        <p:sp>
          <p:nvSpPr>
            <p:cNvPr id="36" name="object 36"/>
            <p:cNvSpPr/>
            <p:nvPr/>
          </p:nvSpPr>
          <p:spPr>
            <a:xfrm>
              <a:off x="13486855" y="2523268"/>
              <a:ext cx="4274820" cy="3082925"/>
            </a:xfrm>
            <a:custGeom>
              <a:avLst/>
              <a:gdLst/>
              <a:ahLst/>
              <a:cxnLst/>
              <a:rect l="l" t="t" r="r" b="b"/>
              <a:pathLst>
                <a:path w="4274819" h="3082925">
                  <a:moveTo>
                    <a:pt x="4041628" y="3082682"/>
                  </a:moveTo>
                  <a:lnTo>
                    <a:pt x="238125" y="3082682"/>
                  </a:lnTo>
                  <a:lnTo>
                    <a:pt x="190134" y="3077844"/>
                  </a:lnTo>
                  <a:lnTo>
                    <a:pt x="145435" y="3063969"/>
                  </a:lnTo>
                  <a:lnTo>
                    <a:pt x="104986" y="3042014"/>
                  </a:lnTo>
                  <a:lnTo>
                    <a:pt x="69745" y="3012937"/>
                  </a:lnTo>
                  <a:lnTo>
                    <a:pt x="40668" y="2977695"/>
                  </a:lnTo>
                  <a:lnTo>
                    <a:pt x="18713" y="2937246"/>
                  </a:lnTo>
                  <a:lnTo>
                    <a:pt x="4838" y="2892548"/>
                  </a:lnTo>
                  <a:lnTo>
                    <a:pt x="0" y="2844557"/>
                  </a:lnTo>
                  <a:lnTo>
                    <a:pt x="0" y="238125"/>
                  </a:lnTo>
                  <a:lnTo>
                    <a:pt x="4838" y="190134"/>
                  </a:lnTo>
                  <a:lnTo>
                    <a:pt x="18713" y="145436"/>
                  </a:lnTo>
                  <a:lnTo>
                    <a:pt x="40668" y="104987"/>
                  </a:lnTo>
                  <a:lnTo>
                    <a:pt x="69745" y="69745"/>
                  </a:lnTo>
                  <a:lnTo>
                    <a:pt x="104986" y="40668"/>
                  </a:lnTo>
                  <a:lnTo>
                    <a:pt x="145435" y="18713"/>
                  </a:lnTo>
                  <a:lnTo>
                    <a:pt x="190134" y="4837"/>
                  </a:lnTo>
                  <a:lnTo>
                    <a:pt x="238125" y="0"/>
                  </a:lnTo>
                  <a:lnTo>
                    <a:pt x="4041628" y="0"/>
                  </a:lnTo>
                  <a:lnTo>
                    <a:pt x="4089619" y="4837"/>
                  </a:lnTo>
                  <a:lnTo>
                    <a:pt x="4134317" y="18713"/>
                  </a:lnTo>
                  <a:lnTo>
                    <a:pt x="4174766" y="40668"/>
                  </a:lnTo>
                  <a:lnTo>
                    <a:pt x="4210008" y="69745"/>
                  </a:lnTo>
                  <a:lnTo>
                    <a:pt x="4239085" y="104987"/>
                  </a:lnTo>
                  <a:lnTo>
                    <a:pt x="4261040" y="145436"/>
                  </a:lnTo>
                  <a:lnTo>
                    <a:pt x="4274813" y="190134"/>
                  </a:lnTo>
                  <a:lnTo>
                    <a:pt x="4274813" y="2892548"/>
                  </a:lnTo>
                  <a:lnTo>
                    <a:pt x="4261040" y="2937246"/>
                  </a:lnTo>
                  <a:lnTo>
                    <a:pt x="4239085" y="2977695"/>
                  </a:lnTo>
                  <a:lnTo>
                    <a:pt x="4210008" y="3012937"/>
                  </a:lnTo>
                  <a:lnTo>
                    <a:pt x="4174766" y="3042014"/>
                  </a:lnTo>
                  <a:lnTo>
                    <a:pt x="4134317" y="3063969"/>
                  </a:lnTo>
                  <a:lnTo>
                    <a:pt x="4089619" y="3077844"/>
                  </a:lnTo>
                  <a:lnTo>
                    <a:pt x="4041628" y="3082682"/>
                  </a:lnTo>
                  <a:close/>
                </a:path>
              </a:pathLst>
            </a:custGeom>
            <a:solidFill>
              <a:srgbClr val="EDF5FD"/>
            </a:solidFill>
          </p:spPr>
          <p:txBody>
            <a:bodyPr wrap="square" lIns="0" tIns="0" rIns="0" bIns="0" rtlCol="0"/>
            <a:lstStyle/>
            <a:p>
              <a:endParaRPr/>
            </a:p>
          </p:txBody>
        </p:sp>
        <p:sp>
          <p:nvSpPr>
            <p:cNvPr id="37" name="object 37"/>
            <p:cNvSpPr/>
            <p:nvPr/>
          </p:nvSpPr>
          <p:spPr>
            <a:xfrm>
              <a:off x="13486854" y="2523268"/>
              <a:ext cx="4276725" cy="3082925"/>
            </a:xfrm>
            <a:custGeom>
              <a:avLst/>
              <a:gdLst/>
              <a:ahLst/>
              <a:cxnLst/>
              <a:rect l="l" t="t" r="r" b="b"/>
              <a:pathLst>
                <a:path w="4276725" h="3082925">
                  <a:moveTo>
                    <a:pt x="4276706" y="2874597"/>
                  </a:moveTo>
                  <a:lnTo>
                    <a:pt x="4261037" y="2937252"/>
                  </a:lnTo>
                  <a:lnTo>
                    <a:pt x="4239075" y="2977708"/>
                  </a:lnTo>
                  <a:lnTo>
                    <a:pt x="4209988" y="3012953"/>
                  </a:lnTo>
                  <a:lnTo>
                    <a:pt x="4174736" y="3042030"/>
                  </a:lnTo>
                  <a:lnTo>
                    <a:pt x="4134278" y="3063981"/>
                  </a:lnTo>
                  <a:lnTo>
                    <a:pt x="4089572" y="3077849"/>
                  </a:lnTo>
                  <a:lnTo>
                    <a:pt x="4041579" y="3082682"/>
                  </a:lnTo>
                  <a:lnTo>
                    <a:pt x="238121" y="3082681"/>
                  </a:lnTo>
                  <a:lnTo>
                    <a:pt x="190127" y="3077841"/>
                  </a:lnTo>
                  <a:lnTo>
                    <a:pt x="145426" y="3063963"/>
                  </a:lnTo>
                  <a:lnTo>
                    <a:pt x="104976" y="3042005"/>
                  </a:lnTo>
                  <a:lnTo>
                    <a:pt x="69735" y="3012924"/>
                  </a:lnTo>
                  <a:lnTo>
                    <a:pt x="40660" y="2977679"/>
                  </a:lnTo>
                  <a:lnTo>
                    <a:pt x="18708" y="2937227"/>
                  </a:lnTo>
                  <a:lnTo>
                    <a:pt x="4837" y="2892528"/>
                  </a:lnTo>
                  <a:lnTo>
                    <a:pt x="1" y="2844538"/>
                  </a:lnTo>
                  <a:lnTo>
                    <a:pt x="0" y="238137"/>
                  </a:lnTo>
                  <a:lnTo>
                    <a:pt x="4835" y="190147"/>
                  </a:lnTo>
                  <a:lnTo>
                    <a:pt x="18708" y="145447"/>
                  </a:lnTo>
                  <a:lnTo>
                    <a:pt x="40661" y="104996"/>
                  </a:lnTo>
                  <a:lnTo>
                    <a:pt x="69738" y="69751"/>
                  </a:lnTo>
                  <a:lnTo>
                    <a:pt x="104980" y="40672"/>
                  </a:lnTo>
                  <a:lnTo>
                    <a:pt x="145430" y="18714"/>
                  </a:lnTo>
                  <a:lnTo>
                    <a:pt x="190131" y="4838"/>
                  </a:lnTo>
                  <a:lnTo>
                    <a:pt x="238123" y="0"/>
                  </a:lnTo>
                  <a:lnTo>
                    <a:pt x="4041579" y="0"/>
                  </a:lnTo>
                  <a:lnTo>
                    <a:pt x="4089578" y="4825"/>
                  </a:lnTo>
                  <a:lnTo>
                    <a:pt x="4134285" y="18695"/>
                  </a:lnTo>
                  <a:lnTo>
                    <a:pt x="4174744" y="40649"/>
                  </a:lnTo>
                  <a:lnTo>
                    <a:pt x="4209995" y="69728"/>
                  </a:lnTo>
                  <a:lnTo>
                    <a:pt x="4239080" y="104976"/>
                  </a:lnTo>
                  <a:lnTo>
                    <a:pt x="4261040" y="145434"/>
                  </a:lnTo>
                  <a:lnTo>
                    <a:pt x="4274917" y="190142"/>
                  </a:lnTo>
                  <a:lnTo>
                    <a:pt x="4276672" y="208088"/>
                  </a:lnTo>
                </a:path>
              </a:pathLst>
            </a:custGeom>
            <a:ln w="38099">
              <a:solidFill>
                <a:srgbClr val="8FC2FF"/>
              </a:solidFill>
            </a:ln>
          </p:spPr>
          <p:txBody>
            <a:bodyPr wrap="square" lIns="0" tIns="0" rIns="0" bIns="0" rtlCol="0"/>
            <a:lstStyle/>
            <a:p>
              <a:endParaRPr/>
            </a:p>
          </p:txBody>
        </p:sp>
        <p:sp>
          <p:nvSpPr>
            <p:cNvPr id="38" name="object 38">
              <a:hlinkClick r:id="rId10"/>
            </p:cNvPr>
            <p:cNvSpPr/>
            <p:nvPr/>
          </p:nvSpPr>
          <p:spPr>
            <a:xfrm>
              <a:off x="13902906" y="3175897"/>
              <a:ext cx="3496310" cy="941705"/>
            </a:xfrm>
            <a:custGeom>
              <a:avLst/>
              <a:gdLst/>
              <a:ahLst/>
              <a:cxnLst/>
              <a:rect l="l" t="t" r="r" b="b"/>
              <a:pathLst>
                <a:path w="3496309" h="941704">
                  <a:moveTo>
                    <a:pt x="3305203" y="941354"/>
                  </a:moveTo>
                  <a:lnTo>
                    <a:pt x="190499" y="941354"/>
                  </a:lnTo>
                  <a:lnTo>
                    <a:pt x="146820" y="936322"/>
                  </a:lnTo>
                  <a:lnTo>
                    <a:pt x="106723" y="921991"/>
                  </a:lnTo>
                  <a:lnTo>
                    <a:pt x="71352" y="899503"/>
                  </a:lnTo>
                  <a:lnTo>
                    <a:pt x="41850" y="870002"/>
                  </a:lnTo>
                  <a:lnTo>
                    <a:pt x="19362" y="834631"/>
                  </a:lnTo>
                  <a:lnTo>
                    <a:pt x="5031" y="794534"/>
                  </a:lnTo>
                  <a:lnTo>
                    <a:pt x="0" y="750854"/>
                  </a:lnTo>
                  <a:lnTo>
                    <a:pt x="0" y="190499"/>
                  </a:lnTo>
                  <a:lnTo>
                    <a:pt x="5031" y="146820"/>
                  </a:lnTo>
                  <a:lnTo>
                    <a:pt x="19362" y="106722"/>
                  </a:lnTo>
                  <a:lnTo>
                    <a:pt x="41850" y="71351"/>
                  </a:lnTo>
                  <a:lnTo>
                    <a:pt x="71352" y="41850"/>
                  </a:lnTo>
                  <a:lnTo>
                    <a:pt x="106723" y="19362"/>
                  </a:lnTo>
                  <a:lnTo>
                    <a:pt x="146820" y="5031"/>
                  </a:lnTo>
                  <a:lnTo>
                    <a:pt x="190499" y="0"/>
                  </a:lnTo>
                  <a:lnTo>
                    <a:pt x="3305203" y="0"/>
                  </a:lnTo>
                  <a:lnTo>
                    <a:pt x="3348882" y="5031"/>
                  </a:lnTo>
                  <a:lnTo>
                    <a:pt x="3388979" y="19362"/>
                  </a:lnTo>
                  <a:lnTo>
                    <a:pt x="3424350" y="41850"/>
                  </a:lnTo>
                  <a:lnTo>
                    <a:pt x="3453852" y="71351"/>
                  </a:lnTo>
                  <a:lnTo>
                    <a:pt x="3476340" y="106722"/>
                  </a:lnTo>
                  <a:lnTo>
                    <a:pt x="3490671" y="146820"/>
                  </a:lnTo>
                  <a:lnTo>
                    <a:pt x="3495703" y="190499"/>
                  </a:lnTo>
                  <a:lnTo>
                    <a:pt x="3495703" y="750854"/>
                  </a:lnTo>
                  <a:lnTo>
                    <a:pt x="3490671" y="794534"/>
                  </a:lnTo>
                  <a:lnTo>
                    <a:pt x="3476340" y="834631"/>
                  </a:lnTo>
                  <a:lnTo>
                    <a:pt x="3453852" y="870002"/>
                  </a:lnTo>
                  <a:lnTo>
                    <a:pt x="3424350" y="899503"/>
                  </a:lnTo>
                  <a:lnTo>
                    <a:pt x="3388979" y="921991"/>
                  </a:lnTo>
                  <a:lnTo>
                    <a:pt x="3348882" y="936322"/>
                  </a:lnTo>
                  <a:lnTo>
                    <a:pt x="3305203" y="941354"/>
                  </a:lnTo>
                  <a:close/>
                </a:path>
              </a:pathLst>
            </a:custGeom>
            <a:solidFill>
              <a:srgbClr val="FFFFFF"/>
            </a:solidFill>
          </p:spPr>
          <p:txBody>
            <a:bodyPr wrap="square" lIns="0" tIns="0" rIns="0" bIns="0" rtlCol="0"/>
            <a:lstStyle/>
            <a:p>
              <a:endParaRPr/>
            </a:p>
          </p:txBody>
        </p:sp>
        <p:sp>
          <p:nvSpPr>
            <p:cNvPr id="39" name="object 39">
              <a:hlinkClick r:id="rId10"/>
            </p:cNvPr>
            <p:cNvSpPr/>
            <p:nvPr/>
          </p:nvSpPr>
          <p:spPr>
            <a:xfrm>
              <a:off x="13902907" y="3175895"/>
              <a:ext cx="3496310" cy="941705"/>
            </a:xfrm>
            <a:custGeom>
              <a:avLst/>
              <a:gdLst/>
              <a:ahLst/>
              <a:cxnLst/>
              <a:rect l="l" t="t" r="r" b="b"/>
              <a:pathLst>
                <a:path w="3496309" h="941704">
                  <a:moveTo>
                    <a:pt x="190512" y="1"/>
                  </a:moveTo>
                  <a:lnTo>
                    <a:pt x="3305161" y="1"/>
                  </a:lnTo>
                  <a:lnTo>
                    <a:pt x="3348845" y="5019"/>
                  </a:lnTo>
                  <a:lnTo>
                    <a:pt x="3388949" y="19344"/>
                  </a:lnTo>
                  <a:lnTo>
                    <a:pt x="3424328" y="41829"/>
                  </a:lnTo>
                  <a:lnTo>
                    <a:pt x="3453838" y="71332"/>
                  </a:lnTo>
                  <a:lnTo>
                    <a:pt x="3476334" y="106708"/>
                  </a:lnTo>
                  <a:lnTo>
                    <a:pt x="3490670" y="146813"/>
                  </a:lnTo>
                  <a:lnTo>
                    <a:pt x="3495703" y="190498"/>
                  </a:lnTo>
                  <a:lnTo>
                    <a:pt x="3495703" y="750847"/>
                  </a:lnTo>
                  <a:lnTo>
                    <a:pt x="3490671" y="794537"/>
                  </a:lnTo>
                  <a:lnTo>
                    <a:pt x="3476334" y="834642"/>
                  </a:lnTo>
                  <a:lnTo>
                    <a:pt x="3453837" y="870018"/>
                  </a:lnTo>
                  <a:lnTo>
                    <a:pt x="3424326" y="899520"/>
                  </a:lnTo>
                  <a:lnTo>
                    <a:pt x="3388946" y="922004"/>
                  </a:lnTo>
                  <a:lnTo>
                    <a:pt x="3348842" y="936329"/>
                  </a:lnTo>
                  <a:lnTo>
                    <a:pt x="3305161" y="941355"/>
                  </a:lnTo>
                  <a:lnTo>
                    <a:pt x="190510" y="941356"/>
                  </a:lnTo>
                  <a:lnTo>
                    <a:pt x="146826" y="936326"/>
                  </a:lnTo>
                  <a:lnTo>
                    <a:pt x="106725" y="921994"/>
                  </a:lnTo>
                  <a:lnTo>
                    <a:pt x="71351" y="899504"/>
                  </a:lnTo>
                  <a:lnTo>
                    <a:pt x="41848" y="869999"/>
                  </a:lnTo>
                  <a:lnTo>
                    <a:pt x="19359" y="834624"/>
                  </a:lnTo>
                  <a:lnTo>
                    <a:pt x="5029" y="794523"/>
                  </a:lnTo>
                  <a:lnTo>
                    <a:pt x="0" y="750842"/>
                  </a:lnTo>
                  <a:lnTo>
                    <a:pt x="0" y="190496"/>
                  </a:lnTo>
                  <a:lnTo>
                    <a:pt x="5033" y="146814"/>
                  </a:lnTo>
                  <a:lnTo>
                    <a:pt x="19368" y="106715"/>
                  </a:lnTo>
                  <a:lnTo>
                    <a:pt x="41859" y="71345"/>
                  </a:lnTo>
                  <a:lnTo>
                    <a:pt x="71363" y="41845"/>
                  </a:lnTo>
                  <a:lnTo>
                    <a:pt x="106735" y="19359"/>
                  </a:lnTo>
                  <a:lnTo>
                    <a:pt x="146833" y="5031"/>
                  </a:lnTo>
                  <a:lnTo>
                    <a:pt x="190512" y="0"/>
                  </a:lnTo>
                </a:path>
              </a:pathLst>
            </a:custGeom>
            <a:ln w="38099">
              <a:solidFill>
                <a:srgbClr val="000000"/>
              </a:solidFill>
            </a:ln>
          </p:spPr>
          <p:txBody>
            <a:bodyPr wrap="square" lIns="0" tIns="0" rIns="0" bIns="0" rtlCol="0"/>
            <a:lstStyle/>
            <a:p>
              <a:endParaRPr/>
            </a:p>
          </p:txBody>
        </p:sp>
        <p:pic>
          <p:nvPicPr>
            <p:cNvPr id="40" name="object 40">
              <a:hlinkClick r:id="rId10"/>
            </p:cNvPr>
            <p:cNvPicPr/>
            <p:nvPr/>
          </p:nvPicPr>
          <p:blipFill>
            <a:blip r:embed="rId11" cstate="print"/>
            <a:stretch>
              <a:fillRect/>
            </a:stretch>
          </p:blipFill>
          <p:spPr>
            <a:xfrm>
              <a:off x="13978586" y="3386952"/>
              <a:ext cx="557566" cy="522842"/>
            </a:xfrm>
            <a:prstGeom prst="rect">
              <a:avLst/>
            </a:prstGeom>
          </p:spPr>
        </p:pic>
      </p:grpSp>
      <p:pic>
        <p:nvPicPr>
          <p:cNvPr id="41" name="object 41"/>
          <p:cNvPicPr/>
          <p:nvPr/>
        </p:nvPicPr>
        <p:blipFill>
          <a:blip r:embed="rId12" cstate="print"/>
          <a:stretch>
            <a:fillRect/>
          </a:stretch>
        </p:blipFill>
        <p:spPr>
          <a:xfrm>
            <a:off x="9156004" y="1191700"/>
            <a:ext cx="607499" cy="607499"/>
          </a:xfrm>
          <a:prstGeom prst="rect">
            <a:avLst/>
          </a:prstGeom>
        </p:spPr>
      </p:pic>
      <p:sp>
        <p:nvSpPr>
          <p:cNvPr id="42" name="object 42"/>
          <p:cNvSpPr txBox="1"/>
          <p:nvPr/>
        </p:nvSpPr>
        <p:spPr>
          <a:xfrm rot="20820000">
            <a:off x="9591752" y="1077512"/>
            <a:ext cx="1245373" cy="234950"/>
          </a:xfrm>
          <a:prstGeom prst="rect">
            <a:avLst/>
          </a:prstGeom>
        </p:spPr>
        <p:txBody>
          <a:bodyPr vert="horz" wrap="square" lIns="0" tIns="0" rIns="0" bIns="0" rtlCol="0">
            <a:spAutoFit/>
          </a:bodyPr>
          <a:lstStyle/>
          <a:p>
            <a:pPr>
              <a:lnSpc>
                <a:spcPts val="1850"/>
              </a:lnSpc>
            </a:pPr>
            <a:r>
              <a:rPr sz="1850" spc="-175" dirty="0">
                <a:latin typeface="Tahoma"/>
                <a:cs typeface="Tahoma"/>
              </a:rPr>
              <a:t>CLICK</a:t>
            </a:r>
            <a:r>
              <a:rPr sz="1850" spc="-105" dirty="0">
                <a:latin typeface="Tahoma"/>
                <a:cs typeface="Tahoma"/>
              </a:rPr>
              <a:t> </a:t>
            </a:r>
            <a:r>
              <a:rPr sz="1850" spc="-340" dirty="0">
                <a:latin typeface="Tahoma"/>
                <a:cs typeface="Tahoma"/>
              </a:rPr>
              <a:t>ON</a:t>
            </a:r>
            <a:r>
              <a:rPr sz="1850" spc="-105" dirty="0">
                <a:latin typeface="Tahoma"/>
                <a:cs typeface="Tahoma"/>
              </a:rPr>
              <a:t> </a:t>
            </a:r>
            <a:r>
              <a:rPr sz="1850" spc="-220" dirty="0">
                <a:latin typeface="Tahoma"/>
                <a:cs typeface="Tahoma"/>
              </a:rPr>
              <a:t>THE</a:t>
            </a:r>
            <a:endParaRPr sz="1850">
              <a:latin typeface="Tahoma"/>
              <a:cs typeface="Tahoma"/>
            </a:endParaRPr>
          </a:p>
        </p:txBody>
      </p:sp>
      <p:sp>
        <p:nvSpPr>
          <p:cNvPr id="43" name="object 43"/>
          <p:cNvSpPr txBox="1"/>
          <p:nvPr/>
        </p:nvSpPr>
        <p:spPr>
          <a:xfrm rot="20820000">
            <a:off x="9767929" y="1348236"/>
            <a:ext cx="1018699" cy="234950"/>
          </a:xfrm>
          <a:prstGeom prst="rect">
            <a:avLst/>
          </a:prstGeom>
        </p:spPr>
        <p:txBody>
          <a:bodyPr vert="horz" wrap="square" lIns="0" tIns="0" rIns="0" bIns="0" rtlCol="0">
            <a:spAutoFit/>
          </a:bodyPr>
          <a:lstStyle/>
          <a:p>
            <a:pPr>
              <a:lnSpc>
                <a:spcPts val="1850"/>
              </a:lnSpc>
            </a:pPr>
            <a:r>
              <a:rPr sz="1850" spc="-175" dirty="0">
                <a:latin typeface="Tahoma"/>
                <a:cs typeface="Tahoma"/>
              </a:rPr>
              <a:t>IMAGES</a:t>
            </a:r>
            <a:r>
              <a:rPr sz="1850" spc="-95" dirty="0">
                <a:latin typeface="Tahoma"/>
                <a:cs typeface="Tahoma"/>
              </a:rPr>
              <a:t> </a:t>
            </a:r>
            <a:r>
              <a:rPr sz="1850" spc="-340" dirty="0">
                <a:latin typeface="Tahoma"/>
                <a:cs typeface="Tahoma"/>
              </a:rPr>
              <a:t>TO</a:t>
            </a:r>
            <a:endParaRPr sz="1850">
              <a:latin typeface="Tahoma"/>
              <a:cs typeface="Tahoma"/>
            </a:endParaRPr>
          </a:p>
        </p:txBody>
      </p:sp>
      <p:sp>
        <p:nvSpPr>
          <p:cNvPr id="44" name="object 44"/>
          <p:cNvSpPr txBox="1"/>
          <p:nvPr/>
        </p:nvSpPr>
        <p:spPr>
          <a:xfrm rot="20820000">
            <a:off x="9804197" y="1618980"/>
            <a:ext cx="1071911" cy="234950"/>
          </a:xfrm>
          <a:prstGeom prst="rect">
            <a:avLst/>
          </a:prstGeom>
        </p:spPr>
        <p:txBody>
          <a:bodyPr vert="horz" wrap="square" lIns="0" tIns="0" rIns="0" bIns="0" rtlCol="0">
            <a:spAutoFit/>
          </a:bodyPr>
          <a:lstStyle/>
          <a:p>
            <a:pPr>
              <a:lnSpc>
                <a:spcPts val="1850"/>
              </a:lnSpc>
            </a:pPr>
            <a:r>
              <a:rPr sz="1850" spc="-165" dirty="0">
                <a:latin typeface="Tahoma"/>
                <a:cs typeface="Tahoma"/>
              </a:rPr>
              <a:t>VIsIT</a:t>
            </a:r>
            <a:r>
              <a:rPr sz="1850" spc="-105" dirty="0">
                <a:latin typeface="Tahoma"/>
                <a:cs typeface="Tahoma"/>
              </a:rPr>
              <a:t> </a:t>
            </a:r>
            <a:r>
              <a:rPr sz="1850" spc="-130" dirty="0">
                <a:latin typeface="Tahoma"/>
                <a:cs typeface="Tahoma"/>
              </a:rPr>
              <a:t>LINKs</a:t>
            </a:r>
            <a:endParaRPr sz="1850">
              <a:latin typeface="Tahoma"/>
              <a:cs typeface="Tahoma"/>
            </a:endParaRPr>
          </a:p>
        </p:txBody>
      </p:sp>
      <p:grpSp>
        <p:nvGrpSpPr>
          <p:cNvPr id="60" name="object 60"/>
          <p:cNvGrpSpPr/>
          <p:nvPr/>
        </p:nvGrpSpPr>
        <p:grpSpPr>
          <a:xfrm>
            <a:off x="11111230" y="690780"/>
            <a:ext cx="6598920" cy="1727835"/>
            <a:chOff x="11111230" y="690780"/>
            <a:chExt cx="6598920" cy="1727835"/>
          </a:xfrm>
        </p:grpSpPr>
        <p:sp>
          <p:nvSpPr>
            <p:cNvPr id="61" name="object 61"/>
            <p:cNvSpPr/>
            <p:nvPr/>
          </p:nvSpPr>
          <p:spPr>
            <a:xfrm>
              <a:off x="11111230" y="951846"/>
              <a:ext cx="6598920" cy="1466850"/>
            </a:xfrm>
            <a:custGeom>
              <a:avLst/>
              <a:gdLst/>
              <a:ahLst/>
              <a:cxnLst/>
              <a:rect l="l" t="t" r="r" b="b"/>
              <a:pathLst>
                <a:path w="6598919" h="1466850">
                  <a:moveTo>
                    <a:pt x="6313414" y="1466306"/>
                  </a:moveTo>
                  <a:lnTo>
                    <a:pt x="285750" y="1466306"/>
                  </a:lnTo>
                  <a:lnTo>
                    <a:pt x="240779" y="1462747"/>
                  </a:lnTo>
                  <a:lnTo>
                    <a:pt x="197320" y="1452279"/>
                  </a:lnTo>
                  <a:lnTo>
                    <a:pt x="156142" y="1435223"/>
                  </a:lnTo>
                  <a:lnTo>
                    <a:pt x="118010" y="1411894"/>
                  </a:lnTo>
                  <a:lnTo>
                    <a:pt x="83694" y="1382612"/>
                  </a:lnTo>
                  <a:lnTo>
                    <a:pt x="54412" y="1348296"/>
                  </a:lnTo>
                  <a:lnTo>
                    <a:pt x="31083" y="1310164"/>
                  </a:lnTo>
                  <a:lnTo>
                    <a:pt x="14027" y="1268986"/>
                  </a:lnTo>
                  <a:lnTo>
                    <a:pt x="3559" y="1225527"/>
                  </a:lnTo>
                  <a:lnTo>
                    <a:pt x="0" y="1180556"/>
                  </a:lnTo>
                  <a:lnTo>
                    <a:pt x="0" y="285750"/>
                  </a:lnTo>
                  <a:lnTo>
                    <a:pt x="3559" y="240779"/>
                  </a:lnTo>
                  <a:lnTo>
                    <a:pt x="14027" y="197320"/>
                  </a:lnTo>
                  <a:lnTo>
                    <a:pt x="31083" y="156141"/>
                  </a:lnTo>
                  <a:lnTo>
                    <a:pt x="54412" y="118010"/>
                  </a:lnTo>
                  <a:lnTo>
                    <a:pt x="83694" y="83694"/>
                  </a:lnTo>
                  <a:lnTo>
                    <a:pt x="118010" y="54412"/>
                  </a:lnTo>
                  <a:lnTo>
                    <a:pt x="156142" y="31083"/>
                  </a:lnTo>
                  <a:lnTo>
                    <a:pt x="197320" y="14026"/>
                  </a:lnTo>
                  <a:lnTo>
                    <a:pt x="240779" y="3559"/>
                  </a:lnTo>
                  <a:lnTo>
                    <a:pt x="285750" y="0"/>
                  </a:lnTo>
                  <a:lnTo>
                    <a:pt x="6313414" y="0"/>
                  </a:lnTo>
                  <a:lnTo>
                    <a:pt x="6358385" y="3559"/>
                  </a:lnTo>
                  <a:lnTo>
                    <a:pt x="6401843" y="14026"/>
                  </a:lnTo>
                  <a:lnTo>
                    <a:pt x="6443021" y="31083"/>
                  </a:lnTo>
                  <a:lnTo>
                    <a:pt x="6481152" y="54412"/>
                  </a:lnTo>
                  <a:lnTo>
                    <a:pt x="6515469" y="83694"/>
                  </a:lnTo>
                  <a:lnTo>
                    <a:pt x="6544751" y="118010"/>
                  </a:lnTo>
                  <a:lnTo>
                    <a:pt x="6568080" y="156141"/>
                  </a:lnTo>
                  <a:lnTo>
                    <a:pt x="6585137" y="197320"/>
                  </a:lnTo>
                  <a:lnTo>
                    <a:pt x="6595604" y="240779"/>
                  </a:lnTo>
                  <a:lnTo>
                    <a:pt x="6598379" y="275840"/>
                  </a:lnTo>
                  <a:lnTo>
                    <a:pt x="6598379" y="1190466"/>
                  </a:lnTo>
                  <a:lnTo>
                    <a:pt x="6585137" y="1268986"/>
                  </a:lnTo>
                  <a:lnTo>
                    <a:pt x="6568080" y="1310164"/>
                  </a:lnTo>
                  <a:lnTo>
                    <a:pt x="6544751" y="1348296"/>
                  </a:lnTo>
                  <a:lnTo>
                    <a:pt x="6515469" y="1382612"/>
                  </a:lnTo>
                  <a:lnTo>
                    <a:pt x="6481152" y="1411894"/>
                  </a:lnTo>
                  <a:lnTo>
                    <a:pt x="6443021" y="1435223"/>
                  </a:lnTo>
                  <a:lnTo>
                    <a:pt x="6401843" y="1452279"/>
                  </a:lnTo>
                  <a:lnTo>
                    <a:pt x="6358385" y="1462747"/>
                  </a:lnTo>
                  <a:lnTo>
                    <a:pt x="6313414" y="1466306"/>
                  </a:lnTo>
                  <a:close/>
                </a:path>
              </a:pathLst>
            </a:custGeom>
            <a:solidFill>
              <a:srgbClr val="D4F9B9"/>
            </a:solidFill>
          </p:spPr>
          <p:txBody>
            <a:bodyPr wrap="square" lIns="0" tIns="0" rIns="0" bIns="0" rtlCol="0"/>
            <a:lstStyle/>
            <a:p>
              <a:endParaRPr/>
            </a:p>
          </p:txBody>
        </p:sp>
        <p:sp>
          <p:nvSpPr>
            <p:cNvPr id="62" name="object 62"/>
            <p:cNvSpPr/>
            <p:nvPr/>
          </p:nvSpPr>
          <p:spPr>
            <a:xfrm>
              <a:off x="13443280" y="690780"/>
              <a:ext cx="1657985" cy="452120"/>
            </a:xfrm>
            <a:custGeom>
              <a:avLst/>
              <a:gdLst/>
              <a:ahLst/>
              <a:cxnLst/>
              <a:rect l="l" t="t" r="r" b="b"/>
              <a:pathLst>
                <a:path w="1657984" h="452119">
                  <a:moveTo>
                    <a:pt x="1544954" y="451816"/>
                  </a:moveTo>
                  <a:lnTo>
                    <a:pt x="112954" y="451816"/>
                  </a:lnTo>
                  <a:lnTo>
                    <a:pt x="68987" y="442940"/>
                  </a:lnTo>
                  <a:lnTo>
                    <a:pt x="33083" y="418733"/>
                  </a:lnTo>
                  <a:lnTo>
                    <a:pt x="8876" y="382829"/>
                  </a:lnTo>
                  <a:lnTo>
                    <a:pt x="0" y="338862"/>
                  </a:lnTo>
                  <a:lnTo>
                    <a:pt x="0" y="112954"/>
                  </a:lnTo>
                  <a:lnTo>
                    <a:pt x="8876" y="68987"/>
                  </a:lnTo>
                  <a:lnTo>
                    <a:pt x="33083" y="33083"/>
                  </a:lnTo>
                  <a:lnTo>
                    <a:pt x="68987" y="8876"/>
                  </a:lnTo>
                  <a:lnTo>
                    <a:pt x="112954" y="0"/>
                  </a:lnTo>
                  <a:lnTo>
                    <a:pt x="1544954" y="0"/>
                  </a:lnTo>
                  <a:lnTo>
                    <a:pt x="1588921" y="8876"/>
                  </a:lnTo>
                  <a:lnTo>
                    <a:pt x="1624825" y="33083"/>
                  </a:lnTo>
                  <a:lnTo>
                    <a:pt x="1649032" y="68987"/>
                  </a:lnTo>
                  <a:lnTo>
                    <a:pt x="1657908" y="112954"/>
                  </a:lnTo>
                  <a:lnTo>
                    <a:pt x="1657908" y="338862"/>
                  </a:lnTo>
                  <a:lnTo>
                    <a:pt x="1649032" y="382829"/>
                  </a:lnTo>
                  <a:lnTo>
                    <a:pt x="1624825" y="418733"/>
                  </a:lnTo>
                  <a:lnTo>
                    <a:pt x="1588921" y="442940"/>
                  </a:lnTo>
                  <a:lnTo>
                    <a:pt x="1544954" y="451816"/>
                  </a:lnTo>
                  <a:close/>
                </a:path>
              </a:pathLst>
            </a:custGeom>
            <a:solidFill>
              <a:srgbClr val="0E7B3C"/>
            </a:solidFill>
          </p:spPr>
          <p:txBody>
            <a:bodyPr wrap="square" lIns="0" tIns="0" rIns="0" bIns="0" rtlCol="0"/>
            <a:lstStyle/>
            <a:p>
              <a:endParaRPr/>
            </a:p>
          </p:txBody>
        </p:sp>
      </p:grpSp>
      <p:sp>
        <p:nvSpPr>
          <p:cNvPr id="63" name="object 63"/>
          <p:cNvSpPr txBox="1"/>
          <p:nvPr/>
        </p:nvSpPr>
        <p:spPr>
          <a:xfrm>
            <a:off x="13541641" y="730487"/>
            <a:ext cx="1461770" cy="358775"/>
          </a:xfrm>
          <a:prstGeom prst="rect">
            <a:avLst/>
          </a:prstGeom>
        </p:spPr>
        <p:txBody>
          <a:bodyPr vert="horz" wrap="square" lIns="0" tIns="17145" rIns="0" bIns="0" rtlCol="0">
            <a:spAutoFit/>
          </a:bodyPr>
          <a:lstStyle/>
          <a:p>
            <a:pPr marL="12700">
              <a:lnSpc>
                <a:spcPct val="100000"/>
              </a:lnSpc>
              <a:spcBef>
                <a:spcPts val="135"/>
              </a:spcBef>
            </a:pPr>
            <a:r>
              <a:rPr sz="2150" spc="160" dirty="0">
                <a:solidFill>
                  <a:srgbClr val="FFFFFF"/>
                </a:solidFill>
                <a:latin typeface="Tahoma"/>
                <a:cs typeface="Tahoma"/>
              </a:rPr>
              <a:t>Our</a:t>
            </a:r>
            <a:r>
              <a:rPr sz="2150" spc="-110" dirty="0">
                <a:solidFill>
                  <a:srgbClr val="FFFFFF"/>
                </a:solidFill>
                <a:latin typeface="Tahoma"/>
                <a:cs typeface="Tahoma"/>
              </a:rPr>
              <a:t> </a:t>
            </a:r>
            <a:r>
              <a:rPr sz="2150" spc="130" dirty="0">
                <a:solidFill>
                  <a:srgbClr val="FFFFFF"/>
                </a:solidFill>
                <a:latin typeface="Tahoma"/>
                <a:cs typeface="Tahoma"/>
              </a:rPr>
              <a:t>Works</a:t>
            </a:r>
            <a:endParaRPr sz="2150">
              <a:latin typeface="Tahoma"/>
              <a:cs typeface="Tahoma"/>
            </a:endParaRPr>
          </a:p>
        </p:txBody>
      </p:sp>
      <p:grpSp>
        <p:nvGrpSpPr>
          <p:cNvPr id="64" name="object 64"/>
          <p:cNvGrpSpPr/>
          <p:nvPr/>
        </p:nvGrpSpPr>
        <p:grpSpPr>
          <a:xfrm>
            <a:off x="11252826" y="529682"/>
            <a:ext cx="6341745" cy="1822450"/>
            <a:chOff x="11252826" y="529682"/>
            <a:chExt cx="6341745" cy="1822450"/>
          </a:xfrm>
        </p:grpSpPr>
        <p:sp>
          <p:nvSpPr>
            <p:cNvPr id="65" name="object 65">
              <a:hlinkClick r:id="rId13"/>
            </p:cNvPr>
            <p:cNvSpPr/>
            <p:nvPr/>
          </p:nvSpPr>
          <p:spPr>
            <a:xfrm>
              <a:off x="11271876" y="1209343"/>
              <a:ext cx="3000375" cy="1123950"/>
            </a:xfrm>
            <a:custGeom>
              <a:avLst/>
              <a:gdLst/>
              <a:ahLst/>
              <a:cxnLst/>
              <a:rect l="l" t="t" r="r" b="b"/>
              <a:pathLst>
                <a:path w="3000375" h="1123950">
                  <a:moveTo>
                    <a:pt x="2762249" y="1123424"/>
                  </a:moveTo>
                  <a:lnTo>
                    <a:pt x="238124" y="1123424"/>
                  </a:lnTo>
                  <a:lnTo>
                    <a:pt x="191452" y="1118806"/>
                  </a:lnTo>
                  <a:lnTo>
                    <a:pt x="146998" y="1105298"/>
                  </a:lnTo>
                  <a:lnTo>
                    <a:pt x="106012" y="1083416"/>
                  </a:lnTo>
                  <a:lnTo>
                    <a:pt x="69745" y="1053679"/>
                  </a:lnTo>
                  <a:lnTo>
                    <a:pt x="40007" y="1017411"/>
                  </a:lnTo>
                  <a:lnTo>
                    <a:pt x="18126" y="976426"/>
                  </a:lnTo>
                  <a:lnTo>
                    <a:pt x="4617" y="931972"/>
                  </a:lnTo>
                  <a:lnTo>
                    <a:pt x="0" y="885299"/>
                  </a:lnTo>
                  <a:lnTo>
                    <a:pt x="0" y="238124"/>
                  </a:lnTo>
                  <a:lnTo>
                    <a:pt x="4617" y="191452"/>
                  </a:lnTo>
                  <a:lnTo>
                    <a:pt x="18126" y="146998"/>
                  </a:lnTo>
                  <a:lnTo>
                    <a:pt x="40007" y="106013"/>
                  </a:lnTo>
                  <a:lnTo>
                    <a:pt x="69745" y="69745"/>
                  </a:lnTo>
                  <a:lnTo>
                    <a:pt x="106012" y="40007"/>
                  </a:lnTo>
                  <a:lnTo>
                    <a:pt x="146998" y="18126"/>
                  </a:lnTo>
                  <a:lnTo>
                    <a:pt x="191452" y="4617"/>
                  </a:lnTo>
                  <a:lnTo>
                    <a:pt x="238124" y="0"/>
                  </a:lnTo>
                  <a:lnTo>
                    <a:pt x="2762249" y="0"/>
                  </a:lnTo>
                  <a:lnTo>
                    <a:pt x="2808922" y="4617"/>
                  </a:lnTo>
                  <a:lnTo>
                    <a:pt x="2853376" y="18126"/>
                  </a:lnTo>
                  <a:lnTo>
                    <a:pt x="2894361" y="40007"/>
                  </a:lnTo>
                  <a:lnTo>
                    <a:pt x="2930629" y="69745"/>
                  </a:lnTo>
                  <a:lnTo>
                    <a:pt x="2960367" y="106013"/>
                  </a:lnTo>
                  <a:lnTo>
                    <a:pt x="2982248" y="146998"/>
                  </a:lnTo>
                  <a:lnTo>
                    <a:pt x="2995757" y="191452"/>
                  </a:lnTo>
                  <a:lnTo>
                    <a:pt x="3000374" y="238124"/>
                  </a:lnTo>
                  <a:lnTo>
                    <a:pt x="3000374" y="885299"/>
                  </a:lnTo>
                  <a:lnTo>
                    <a:pt x="2995757" y="931972"/>
                  </a:lnTo>
                  <a:lnTo>
                    <a:pt x="2982248" y="976426"/>
                  </a:lnTo>
                  <a:lnTo>
                    <a:pt x="2960367" y="1017411"/>
                  </a:lnTo>
                  <a:lnTo>
                    <a:pt x="2930629" y="1053679"/>
                  </a:lnTo>
                  <a:lnTo>
                    <a:pt x="2894361" y="1083416"/>
                  </a:lnTo>
                  <a:lnTo>
                    <a:pt x="2853376" y="1105298"/>
                  </a:lnTo>
                  <a:lnTo>
                    <a:pt x="2808922" y="1118806"/>
                  </a:lnTo>
                  <a:lnTo>
                    <a:pt x="2762249" y="1123424"/>
                  </a:lnTo>
                  <a:close/>
                </a:path>
              </a:pathLst>
            </a:custGeom>
            <a:solidFill>
              <a:srgbClr val="FFFFFF"/>
            </a:solidFill>
          </p:spPr>
          <p:txBody>
            <a:bodyPr wrap="square" lIns="0" tIns="0" rIns="0" bIns="0" rtlCol="0"/>
            <a:lstStyle/>
            <a:p>
              <a:endParaRPr/>
            </a:p>
          </p:txBody>
        </p:sp>
        <p:sp>
          <p:nvSpPr>
            <p:cNvPr id="66" name="object 66">
              <a:hlinkClick r:id="rId13"/>
            </p:cNvPr>
            <p:cNvSpPr/>
            <p:nvPr/>
          </p:nvSpPr>
          <p:spPr>
            <a:xfrm>
              <a:off x="11271876" y="1209335"/>
              <a:ext cx="3000375" cy="1123950"/>
            </a:xfrm>
            <a:custGeom>
              <a:avLst/>
              <a:gdLst/>
              <a:ahLst/>
              <a:cxnLst/>
              <a:rect l="l" t="t" r="r" b="b"/>
              <a:pathLst>
                <a:path w="3000375" h="1123950">
                  <a:moveTo>
                    <a:pt x="238202" y="7"/>
                  </a:moveTo>
                  <a:lnTo>
                    <a:pt x="2762170" y="7"/>
                  </a:lnTo>
                  <a:lnTo>
                    <a:pt x="2808847" y="4602"/>
                  </a:lnTo>
                  <a:lnTo>
                    <a:pt x="2853309" y="18098"/>
                  </a:lnTo>
                  <a:lnTo>
                    <a:pt x="2894308" y="39971"/>
                  </a:lnTo>
                  <a:lnTo>
                    <a:pt x="2930591" y="69706"/>
                  </a:lnTo>
                  <a:lnTo>
                    <a:pt x="2960343" y="105977"/>
                  </a:lnTo>
                  <a:lnTo>
                    <a:pt x="2982238" y="146971"/>
                  </a:lnTo>
                  <a:lnTo>
                    <a:pt x="2995754" y="191438"/>
                  </a:lnTo>
                  <a:lnTo>
                    <a:pt x="3000374" y="238117"/>
                  </a:lnTo>
                  <a:lnTo>
                    <a:pt x="3000379" y="885261"/>
                  </a:lnTo>
                  <a:lnTo>
                    <a:pt x="2995765" y="931952"/>
                  </a:lnTo>
                  <a:lnTo>
                    <a:pt x="2982253" y="976424"/>
                  </a:lnTo>
                  <a:lnTo>
                    <a:pt x="2960361" y="1017425"/>
                  </a:lnTo>
                  <a:lnTo>
                    <a:pt x="2930608" y="1053704"/>
                  </a:lnTo>
                  <a:lnTo>
                    <a:pt x="2894321" y="1083445"/>
                  </a:lnTo>
                  <a:lnTo>
                    <a:pt x="2853317" y="1105323"/>
                  </a:lnTo>
                  <a:lnTo>
                    <a:pt x="2808848" y="1118821"/>
                  </a:lnTo>
                  <a:lnTo>
                    <a:pt x="2762170" y="1123432"/>
                  </a:lnTo>
                  <a:lnTo>
                    <a:pt x="238195" y="1123439"/>
                  </a:lnTo>
                  <a:lnTo>
                    <a:pt x="191506" y="1118830"/>
                  </a:lnTo>
                  <a:lnTo>
                    <a:pt x="147034" y="1105325"/>
                  </a:lnTo>
                  <a:lnTo>
                    <a:pt x="106031" y="1083439"/>
                  </a:lnTo>
                  <a:lnTo>
                    <a:pt x="69748" y="1053691"/>
                  </a:lnTo>
                  <a:lnTo>
                    <a:pt x="40001" y="1017407"/>
                  </a:lnTo>
                  <a:lnTo>
                    <a:pt x="18116" y="976403"/>
                  </a:lnTo>
                  <a:lnTo>
                    <a:pt x="4612" y="931931"/>
                  </a:lnTo>
                  <a:lnTo>
                    <a:pt x="0" y="885251"/>
                  </a:lnTo>
                  <a:lnTo>
                    <a:pt x="2" y="238108"/>
                  </a:lnTo>
                  <a:lnTo>
                    <a:pt x="4628" y="191423"/>
                  </a:lnTo>
                  <a:lnTo>
                    <a:pt x="18150" y="146960"/>
                  </a:lnTo>
                  <a:lnTo>
                    <a:pt x="40047" y="105972"/>
                  </a:lnTo>
                  <a:lnTo>
                    <a:pt x="69800" y="69707"/>
                  </a:lnTo>
                  <a:lnTo>
                    <a:pt x="106081" y="39979"/>
                  </a:lnTo>
                  <a:lnTo>
                    <a:pt x="147075" y="18110"/>
                  </a:lnTo>
                  <a:lnTo>
                    <a:pt x="191532" y="4617"/>
                  </a:lnTo>
                  <a:lnTo>
                    <a:pt x="238202" y="0"/>
                  </a:lnTo>
                </a:path>
              </a:pathLst>
            </a:custGeom>
            <a:ln w="38099">
              <a:solidFill>
                <a:srgbClr val="000000"/>
              </a:solidFill>
            </a:ln>
          </p:spPr>
          <p:txBody>
            <a:bodyPr wrap="square" lIns="0" tIns="0" rIns="0" bIns="0" rtlCol="0"/>
            <a:lstStyle/>
            <a:p>
              <a:endParaRPr/>
            </a:p>
          </p:txBody>
        </p:sp>
        <p:sp>
          <p:nvSpPr>
            <p:cNvPr id="67" name="object 67">
              <a:hlinkClick r:id="rId13"/>
            </p:cNvPr>
            <p:cNvSpPr/>
            <p:nvPr/>
          </p:nvSpPr>
          <p:spPr>
            <a:xfrm>
              <a:off x="11359560" y="1488931"/>
              <a:ext cx="563880" cy="550545"/>
            </a:xfrm>
            <a:custGeom>
              <a:avLst/>
              <a:gdLst/>
              <a:ahLst/>
              <a:cxnLst/>
              <a:rect l="l" t="t" r="r" b="b"/>
              <a:pathLst>
                <a:path w="563879" h="550544">
                  <a:moveTo>
                    <a:pt x="364187" y="550254"/>
                  </a:moveTo>
                  <a:lnTo>
                    <a:pt x="359358" y="549398"/>
                  </a:lnTo>
                  <a:lnTo>
                    <a:pt x="353246" y="543530"/>
                  </a:lnTo>
                  <a:lnTo>
                    <a:pt x="351718" y="539863"/>
                  </a:lnTo>
                  <a:lnTo>
                    <a:pt x="351718" y="458076"/>
                  </a:lnTo>
                  <a:lnTo>
                    <a:pt x="350526" y="441481"/>
                  </a:lnTo>
                  <a:lnTo>
                    <a:pt x="346950" y="427269"/>
                  </a:lnTo>
                  <a:lnTo>
                    <a:pt x="340990" y="415441"/>
                  </a:lnTo>
                  <a:lnTo>
                    <a:pt x="332646" y="405997"/>
                  </a:lnTo>
                  <a:lnTo>
                    <a:pt x="342835" y="404759"/>
                  </a:lnTo>
                  <a:lnTo>
                    <a:pt x="387201" y="393619"/>
                  </a:lnTo>
                  <a:lnTo>
                    <a:pt x="421034" y="374044"/>
                  </a:lnTo>
                  <a:lnTo>
                    <a:pt x="445240" y="343832"/>
                  </a:lnTo>
                  <a:lnTo>
                    <a:pt x="459498" y="296383"/>
                  </a:lnTo>
                  <a:lnTo>
                    <a:pt x="461377" y="266997"/>
                  </a:lnTo>
                  <a:lnTo>
                    <a:pt x="459566" y="245634"/>
                  </a:lnTo>
                  <a:lnTo>
                    <a:pt x="454134" y="225921"/>
                  </a:lnTo>
                  <a:lnTo>
                    <a:pt x="445080" y="207858"/>
                  </a:lnTo>
                  <a:lnTo>
                    <a:pt x="432404" y="191446"/>
                  </a:lnTo>
                  <a:lnTo>
                    <a:pt x="437309" y="174254"/>
                  </a:lnTo>
                  <a:lnTo>
                    <a:pt x="438455" y="156054"/>
                  </a:lnTo>
                  <a:lnTo>
                    <a:pt x="435842" y="136845"/>
                  </a:lnTo>
                  <a:lnTo>
                    <a:pt x="429470" y="116628"/>
                  </a:lnTo>
                  <a:lnTo>
                    <a:pt x="423762" y="115642"/>
                  </a:lnTo>
                  <a:lnTo>
                    <a:pt x="416908" y="115986"/>
                  </a:lnTo>
                  <a:lnTo>
                    <a:pt x="373494" y="132490"/>
                  </a:lnTo>
                  <a:lnTo>
                    <a:pt x="352084" y="145601"/>
                  </a:lnTo>
                  <a:lnTo>
                    <a:pt x="334893" y="141429"/>
                  </a:lnTo>
                  <a:lnTo>
                    <a:pt x="317426" y="138450"/>
                  </a:lnTo>
                  <a:lnTo>
                    <a:pt x="299684" y="136662"/>
                  </a:lnTo>
                  <a:lnTo>
                    <a:pt x="281667" y="136066"/>
                  </a:lnTo>
                  <a:lnTo>
                    <a:pt x="263650" y="136662"/>
                  </a:lnTo>
                  <a:lnTo>
                    <a:pt x="245909" y="138450"/>
                  </a:lnTo>
                  <a:lnTo>
                    <a:pt x="228442" y="141429"/>
                  </a:lnTo>
                  <a:lnTo>
                    <a:pt x="211250" y="145601"/>
                  </a:lnTo>
                  <a:lnTo>
                    <a:pt x="207338" y="142912"/>
                  </a:lnTo>
                  <a:lnTo>
                    <a:pt x="165039" y="121579"/>
                  </a:lnTo>
                  <a:lnTo>
                    <a:pt x="139458" y="115699"/>
                  </a:lnTo>
                  <a:lnTo>
                    <a:pt x="133498" y="116628"/>
                  </a:lnTo>
                  <a:lnTo>
                    <a:pt x="127286" y="136845"/>
                  </a:lnTo>
                  <a:lnTo>
                    <a:pt x="124788" y="156054"/>
                  </a:lnTo>
                  <a:lnTo>
                    <a:pt x="126003" y="174254"/>
                  </a:lnTo>
                  <a:lnTo>
                    <a:pt x="130931" y="191446"/>
                  </a:lnTo>
                  <a:lnTo>
                    <a:pt x="118255" y="207858"/>
                  </a:lnTo>
                  <a:lnTo>
                    <a:pt x="109201" y="225921"/>
                  </a:lnTo>
                  <a:lnTo>
                    <a:pt x="103768" y="245634"/>
                  </a:lnTo>
                  <a:lnTo>
                    <a:pt x="101957" y="266997"/>
                  </a:lnTo>
                  <a:lnTo>
                    <a:pt x="102427" y="282126"/>
                  </a:lnTo>
                  <a:lnTo>
                    <a:pt x="109476" y="322010"/>
                  </a:lnTo>
                  <a:lnTo>
                    <a:pt x="128731" y="360520"/>
                  </a:lnTo>
                  <a:lnTo>
                    <a:pt x="158254" y="385092"/>
                  </a:lnTo>
                  <a:lnTo>
                    <a:pt x="201337" y="401459"/>
                  </a:lnTo>
                  <a:lnTo>
                    <a:pt x="230322" y="405997"/>
                  </a:lnTo>
                  <a:lnTo>
                    <a:pt x="223697" y="413309"/>
                  </a:lnTo>
                  <a:lnTo>
                    <a:pt x="218494" y="422043"/>
                  </a:lnTo>
                  <a:lnTo>
                    <a:pt x="214712" y="432197"/>
                  </a:lnTo>
                  <a:lnTo>
                    <a:pt x="212351" y="443773"/>
                  </a:lnTo>
                  <a:lnTo>
                    <a:pt x="207216" y="446218"/>
                  </a:lnTo>
                  <a:lnTo>
                    <a:pt x="201715" y="448052"/>
                  </a:lnTo>
                  <a:lnTo>
                    <a:pt x="189979" y="450497"/>
                  </a:lnTo>
                  <a:lnTo>
                    <a:pt x="183010" y="451108"/>
                  </a:lnTo>
                  <a:lnTo>
                    <a:pt x="166873" y="451108"/>
                  </a:lnTo>
                  <a:lnTo>
                    <a:pt x="135000" y="427372"/>
                  </a:lnTo>
                  <a:lnTo>
                    <a:pt x="130564" y="420301"/>
                  </a:lnTo>
                  <a:lnTo>
                    <a:pt x="126839" y="414708"/>
                  </a:lnTo>
                  <a:lnTo>
                    <a:pt x="94622" y="392427"/>
                  </a:lnTo>
                  <a:lnTo>
                    <a:pt x="87287" y="391327"/>
                  </a:lnTo>
                  <a:lnTo>
                    <a:pt x="82153" y="391327"/>
                  </a:lnTo>
                  <a:lnTo>
                    <a:pt x="78607" y="391877"/>
                  </a:lnTo>
                  <a:lnTo>
                    <a:pt x="74695" y="394078"/>
                  </a:lnTo>
                  <a:lnTo>
                    <a:pt x="74084" y="395484"/>
                  </a:lnTo>
                  <a:lnTo>
                    <a:pt x="75551" y="398907"/>
                  </a:lnTo>
                  <a:lnTo>
                    <a:pt x="90832" y="411010"/>
                  </a:lnTo>
                  <a:lnTo>
                    <a:pt x="96150" y="415655"/>
                  </a:lnTo>
                  <a:lnTo>
                    <a:pt x="106664" y="429347"/>
                  </a:lnTo>
                  <a:lnTo>
                    <a:pt x="110515" y="435582"/>
                  </a:lnTo>
                  <a:lnTo>
                    <a:pt x="116628" y="449641"/>
                  </a:lnTo>
                  <a:lnTo>
                    <a:pt x="119424" y="456277"/>
                  </a:lnTo>
                  <a:lnTo>
                    <a:pt x="123046" y="462248"/>
                  </a:lnTo>
                  <a:lnTo>
                    <a:pt x="157337" y="483199"/>
                  </a:lnTo>
                  <a:lnTo>
                    <a:pt x="191018" y="485889"/>
                  </a:lnTo>
                  <a:lnTo>
                    <a:pt x="197803" y="485461"/>
                  </a:lnTo>
                  <a:lnTo>
                    <a:pt x="203182" y="484483"/>
                  </a:lnTo>
                  <a:lnTo>
                    <a:pt x="211617" y="483016"/>
                  </a:lnTo>
                  <a:lnTo>
                    <a:pt x="211984" y="534728"/>
                  </a:lnTo>
                  <a:lnTo>
                    <a:pt x="211984" y="539863"/>
                  </a:lnTo>
                  <a:lnTo>
                    <a:pt x="210395" y="543530"/>
                  </a:lnTo>
                  <a:lnTo>
                    <a:pt x="204038" y="549398"/>
                  </a:lnTo>
                  <a:lnTo>
                    <a:pt x="199147" y="550254"/>
                  </a:lnTo>
                  <a:lnTo>
                    <a:pt x="192546" y="549032"/>
                  </a:lnTo>
                  <a:lnTo>
                    <a:pt x="151962" y="532081"/>
                  </a:lnTo>
                  <a:lnTo>
                    <a:pt x="115298" y="509468"/>
                  </a:lnTo>
                  <a:lnTo>
                    <a:pt x="82554" y="481193"/>
                  </a:lnTo>
                  <a:lnTo>
                    <a:pt x="53729" y="447257"/>
                  </a:lnTo>
                  <a:lnTo>
                    <a:pt x="30222" y="409332"/>
                  </a:lnTo>
                  <a:lnTo>
                    <a:pt x="13432" y="369093"/>
                  </a:lnTo>
                  <a:lnTo>
                    <a:pt x="3358" y="326538"/>
                  </a:lnTo>
                  <a:lnTo>
                    <a:pt x="0" y="281667"/>
                  </a:lnTo>
                  <a:lnTo>
                    <a:pt x="2360" y="244086"/>
                  </a:lnTo>
                  <a:lnTo>
                    <a:pt x="21248" y="173394"/>
                  </a:lnTo>
                  <a:lnTo>
                    <a:pt x="58348" y="109602"/>
                  </a:lnTo>
                  <a:lnTo>
                    <a:pt x="109602" y="58348"/>
                  </a:lnTo>
                  <a:lnTo>
                    <a:pt x="173394" y="21248"/>
                  </a:lnTo>
                  <a:lnTo>
                    <a:pt x="244086" y="2360"/>
                  </a:lnTo>
                  <a:lnTo>
                    <a:pt x="281667" y="0"/>
                  </a:lnTo>
                  <a:lnTo>
                    <a:pt x="319248" y="2360"/>
                  </a:lnTo>
                  <a:lnTo>
                    <a:pt x="389940" y="21248"/>
                  </a:lnTo>
                  <a:lnTo>
                    <a:pt x="453733" y="58348"/>
                  </a:lnTo>
                  <a:lnTo>
                    <a:pt x="504987" y="109602"/>
                  </a:lnTo>
                  <a:lnTo>
                    <a:pt x="542086" y="173394"/>
                  </a:lnTo>
                  <a:lnTo>
                    <a:pt x="560974" y="244086"/>
                  </a:lnTo>
                  <a:lnTo>
                    <a:pt x="563335" y="281667"/>
                  </a:lnTo>
                  <a:lnTo>
                    <a:pt x="559977" y="326538"/>
                  </a:lnTo>
                  <a:lnTo>
                    <a:pt x="549903" y="369093"/>
                  </a:lnTo>
                  <a:lnTo>
                    <a:pt x="533112" y="409332"/>
                  </a:lnTo>
                  <a:lnTo>
                    <a:pt x="509606" y="447257"/>
                  </a:lnTo>
                  <a:lnTo>
                    <a:pt x="480781" y="481193"/>
                  </a:lnTo>
                  <a:lnTo>
                    <a:pt x="448037" y="509468"/>
                  </a:lnTo>
                  <a:lnTo>
                    <a:pt x="411373" y="532081"/>
                  </a:lnTo>
                  <a:lnTo>
                    <a:pt x="370789" y="549032"/>
                  </a:lnTo>
                  <a:lnTo>
                    <a:pt x="364187" y="550254"/>
                  </a:lnTo>
                  <a:close/>
                </a:path>
              </a:pathLst>
            </a:custGeom>
            <a:solidFill>
              <a:srgbClr val="000000"/>
            </a:solidFill>
          </p:spPr>
          <p:txBody>
            <a:bodyPr wrap="square" lIns="0" tIns="0" rIns="0" bIns="0" rtlCol="0"/>
            <a:lstStyle/>
            <a:p>
              <a:endParaRPr/>
            </a:p>
          </p:txBody>
        </p:sp>
        <p:sp>
          <p:nvSpPr>
            <p:cNvPr id="68" name="object 68">
              <a:hlinkClick r:id="rId14"/>
            </p:cNvPr>
            <p:cNvSpPr/>
            <p:nvPr/>
          </p:nvSpPr>
          <p:spPr>
            <a:xfrm>
              <a:off x="14529424" y="1209141"/>
              <a:ext cx="3046095" cy="1123950"/>
            </a:xfrm>
            <a:custGeom>
              <a:avLst/>
              <a:gdLst/>
              <a:ahLst/>
              <a:cxnLst/>
              <a:rect l="l" t="t" r="r" b="b"/>
              <a:pathLst>
                <a:path w="3046094" h="1123950">
                  <a:moveTo>
                    <a:pt x="2807941" y="1123627"/>
                  </a:moveTo>
                  <a:lnTo>
                    <a:pt x="238124" y="1123627"/>
                  </a:lnTo>
                  <a:lnTo>
                    <a:pt x="190134" y="1118789"/>
                  </a:lnTo>
                  <a:lnTo>
                    <a:pt x="145435" y="1104913"/>
                  </a:lnTo>
                  <a:lnTo>
                    <a:pt x="104986" y="1082959"/>
                  </a:lnTo>
                  <a:lnTo>
                    <a:pt x="69744" y="1053881"/>
                  </a:lnTo>
                  <a:lnTo>
                    <a:pt x="40667" y="1018640"/>
                  </a:lnTo>
                  <a:lnTo>
                    <a:pt x="18712" y="978191"/>
                  </a:lnTo>
                  <a:lnTo>
                    <a:pt x="4837" y="933492"/>
                  </a:lnTo>
                  <a:lnTo>
                    <a:pt x="0" y="885502"/>
                  </a:lnTo>
                  <a:lnTo>
                    <a:pt x="0" y="238124"/>
                  </a:lnTo>
                  <a:lnTo>
                    <a:pt x="4837" y="190134"/>
                  </a:lnTo>
                  <a:lnTo>
                    <a:pt x="18712" y="145435"/>
                  </a:lnTo>
                  <a:lnTo>
                    <a:pt x="40667" y="104987"/>
                  </a:lnTo>
                  <a:lnTo>
                    <a:pt x="69744" y="69745"/>
                  </a:lnTo>
                  <a:lnTo>
                    <a:pt x="104986" y="40668"/>
                  </a:lnTo>
                  <a:lnTo>
                    <a:pt x="145435" y="18713"/>
                  </a:lnTo>
                  <a:lnTo>
                    <a:pt x="190134" y="4837"/>
                  </a:lnTo>
                  <a:lnTo>
                    <a:pt x="238124" y="0"/>
                  </a:lnTo>
                  <a:lnTo>
                    <a:pt x="2807941" y="0"/>
                  </a:lnTo>
                  <a:lnTo>
                    <a:pt x="2855932" y="4837"/>
                  </a:lnTo>
                  <a:lnTo>
                    <a:pt x="2900630" y="18713"/>
                  </a:lnTo>
                  <a:lnTo>
                    <a:pt x="2941079" y="40668"/>
                  </a:lnTo>
                  <a:lnTo>
                    <a:pt x="2976321" y="69745"/>
                  </a:lnTo>
                  <a:lnTo>
                    <a:pt x="3005398" y="104987"/>
                  </a:lnTo>
                  <a:lnTo>
                    <a:pt x="3027353" y="145435"/>
                  </a:lnTo>
                  <a:lnTo>
                    <a:pt x="3041228" y="190134"/>
                  </a:lnTo>
                  <a:lnTo>
                    <a:pt x="3046066" y="238124"/>
                  </a:lnTo>
                  <a:lnTo>
                    <a:pt x="3046066" y="885502"/>
                  </a:lnTo>
                  <a:lnTo>
                    <a:pt x="3041228" y="933492"/>
                  </a:lnTo>
                  <a:lnTo>
                    <a:pt x="3027353" y="978191"/>
                  </a:lnTo>
                  <a:lnTo>
                    <a:pt x="3005398" y="1018640"/>
                  </a:lnTo>
                  <a:lnTo>
                    <a:pt x="2976321" y="1053881"/>
                  </a:lnTo>
                  <a:lnTo>
                    <a:pt x="2941079" y="1082959"/>
                  </a:lnTo>
                  <a:lnTo>
                    <a:pt x="2900630" y="1104913"/>
                  </a:lnTo>
                  <a:lnTo>
                    <a:pt x="2855932" y="1118789"/>
                  </a:lnTo>
                  <a:lnTo>
                    <a:pt x="2807941" y="1123627"/>
                  </a:lnTo>
                  <a:close/>
                </a:path>
              </a:pathLst>
            </a:custGeom>
            <a:solidFill>
              <a:srgbClr val="FFFFFF"/>
            </a:solidFill>
          </p:spPr>
          <p:txBody>
            <a:bodyPr wrap="square" lIns="0" tIns="0" rIns="0" bIns="0" rtlCol="0"/>
            <a:lstStyle/>
            <a:p>
              <a:endParaRPr/>
            </a:p>
          </p:txBody>
        </p:sp>
        <p:sp>
          <p:nvSpPr>
            <p:cNvPr id="69" name="object 69">
              <a:hlinkClick r:id="rId14"/>
            </p:cNvPr>
            <p:cNvSpPr/>
            <p:nvPr/>
          </p:nvSpPr>
          <p:spPr>
            <a:xfrm>
              <a:off x="14529592" y="1209141"/>
              <a:ext cx="3046095" cy="1123950"/>
            </a:xfrm>
            <a:custGeom>
              <a:avLst/>
              <a:gdLst/>
              <a:ahLst/>
              <a:cxnLst/>
              <a:rect l="l" t="t" r="r" b="b"/>
              <a:pathLst>
                <a:path w="3046094" h="1123950">
                  <a:moveTo>
                    <a:pt x="238098" y="0"/>
                  </a:moveTo>
                  <a:lnTo>
                    <a:pt x="2807632" y="0"/>
                  </a:lnTo>
                  <a:lnTo>
                    <a:pt x="2855617" y="4837"/>
                  </a:lnTo>
                  <a:lnTo>
                    <a:pt x="2900311" y="18710"/>
                  </a:lnTo>
                  <a:lnTo>
                    <a:pt x="2940755" y="40663"/>
                  </a:lnTo>
                  <a:lnTo>
                    <a:pt x="2975993" y="69737"/>
                  </a:lnTo>
                  <a:lnTo>
                    <a:pt x="3005067" y="104975"/>
                  </a:lnTo>
                  <a:lnTo>
                    <a:pt x="3027020" y="145419"/>
                  </a:lnTo>
                  <a:lnTo>
                    <a:pt x="3040894" y="190113"/>
                  </a:lnTo>
                  <a:lnTo>
                    <a:pt x="3045731" y="238098"/>
                  </a:lnTo>
                  <a:lnTo>
                    <a:pt x="3045731" y="885404"/>
                  </a:lnTo>
                  <a:lnTo>
                    <a:pt x="3040894" y="933389"/>
                  </a:lnTo>
                  <a:lnTo>
                    <a:pt x="3027020" y="978083"/>
                  </a:lnTo>
                  <a:lnTo>
                    <a:pt x="3005067" y="1018528"/>
                  </a:lnTo>
                  <a:lnTo>
                    <a:pt x="2975993" y="1053766"/>
                  </a:lnTo>
                  <a:lnTo>
                    <a:pt x="2940755" y="1082840"/>
                  </a:lnTo>
                  <a:lnTo>
                    <a:pt x="2900311" y="1104792"/>
                  </a:lnTo>
                  <a:lnTo>
                    <a:pt x="2855617" y="1118666"/>
                  </a:lnTo>
                  <a:lnTo>
                    <a:pt x="2807632" y="1123503"/>
                  </a:lnTo>
                  <a:lnTo>
                    <a:pt x="238098" y="1123503"/>
                  </a:lnTo>
                  <a:lnTo>
                    <a:pt x="190113" y="1118666"/>
                  </a:lnTo>
                  <a:lnTo>
                    <a:pt x="145419" y="1104792"/>
                  </a:lnTo>
                  <a:lnTo>
                    <a:pt x="104975" y="1082839"/>
                  </a:lnTo>
                  <a:lnTo>
                    <a:pt x="69737" y="1053765"/>
                  </a:lnTo>
                  <a:lnTo>
                    <a:pt x="40663" y="1018527"/>
                  </a:lnTo>
                  <a:lnTo>
                    <a:pt x="18711" y="978083"/>
                  </a:lnTo>
                  <a:lnTo>
                    <a:pt x="4837" y="933389"/>
                  </a:lnTo>
                  <a:lnTo>
                    <a:pt x="0" y="885404"/>
                  </a:lnTo>
                  <a:lnTo>
                    <a:pt x="0" y="238098"/>
                  </a:lnTo>
                  <a:lnTo>
                    <a:pt x="4837" y="190113"/>
                  </a:lnTo>
                  <a:lnTo>
                    <a:pt x="18710" y="145420"/>
                  </a:lnTo>
                  <a:lnTo>
                    <a:pt x="40663" y="104975"/>
                  </a:lnTo>
                  <a:lnTo>
                    <a:pt x="69737" y="69737"/>
                  </a:lnTo>
                  <a:lnTo>
                    <a:pt x="104975" y="40663"/>
                  </a:lnTo>
                  <a:lnTo>
                    <a:pt x="145419" y="18711"/>
                  </a:lnTo>
                  <a:lnTo>
                    <a:pt x="190113" y="4837"/>
                  </a:lnTo>
                  <a:lnTo>
                    <a:pt x="238098" y="0"/>
                  </a:lnTo>
                </a:path>
              </a:pathLst>
            </a:custGeom>
            <a:ln w="38099">
              <a:solidFill>
                <a:srgbClr val="000000"/>
              </a:solidFill>
            </a:ln>
          </p:spPr>
          <p:txBody>
            <a:bodyPr wrap="square" lIns="0" tIns="0" rIns="0" bIns="0" rtlCol="0"/>
            <a:lstStyle/>
            <a:p>
              <a:endParaRPr/>
            </a:p>
          </p:txBody>
        </p:sp>
        <p:pic>
          <p:nvPicPr>
            <p:cNvPr id="70" name="object 70">
              <a:hlinkClick r:id="rId14"/>
            </p:cNvPr>
            <p:cNvPicPr/>
            <p:nvPr/>
          </p:nvPicPr>
          <p:blipFill>
            <a:blip r:embed="rId15" cstate="print"/>
            <a:stretch>
              <a:fillRect/>
            </a:stretch>
          </p:blipFill>
          <p:spPr>
            <a:xfrm>
              <a:off x="14634200" y="1520985"/>
              <a:ext cx="533399" cy="533399"/>
            </a:xfrm>
            <a:prstGeom prst="rect">
              <a:avLst/>
            </a:prstGeom>
          </p:spPr>
        </p:pic>
        <p:pic>
          <p:nvPicPr>
            <p:cNvPr id="71" name="object 71"/>
            <p:cNvPicPr/>
            <p:nvPr/>
          </p:nvPicPr>
          <p:blipFill>
            <a:blip r:embed="rId16" cstate="print"/>
            <a:stretch>
              <a:fillRect/>
            </a:stretch>
          </p:blipFill>
          <p:spPr>
            <a:xfrm>
              <a:off x="14859226" y="529682"/>
              <a:ext cx="498654" cy="512810"/>
            </a:xfrm>
            <a:prstGeom prst="rect">
              <a:avLst/>
            </a:prstGeom>
          </p:spPr>
        </p:pic>
      </p:grpSp>
      <p:sp>
        <p:nvSpPr>
          <p:cNvPr id="73" name="object 73"/>
          <p:cNvSpPr txBox="1"/>
          <p:nvPr/>
        </p:nvSpPr>
        <p:spPr>
          <a:xfrm>
            <a:off x="2589704" y="3112581"/>
            <a:ext cx="1835150" cy="689932"/>
          </a:xfrm>
          <a:prstGeom prst="rect">
            <a:avLst/>
          </a:prstGeom>
        </p:spPr>
        <p:txBody>
          <a:bodyPr vert="horz" wrap="square" lIns="0" tIns="12700" rIns="0" bIns="0" rtlCol="0">
            <a:spAutoFit/>
          </a:bodyPr>
          <a:lstStyle/>
          <a:p>
            <a:pPr marL="12700">
              <a:lnSpc>
                <a:spcPct val="100000"/>
              </a:lnSpc>
              <a:spcBef>
                <a:spcPts val="100"/>
              </a:spcBef>
            </a:pPr>
            <a:r>
              <a:rPr lang="en-IN" sz="1100" dirty="0"/>
              <a:t>NDMA — Cyclone Hazard Profile: </a:t>
            </a:r>
            <a:r>
              <a:rPr lang="en-IN" sz="1100" dirty="0">
                <a:hlinkClick r:id="rId17"/>
              </a:rPr>
              <a:t>https://ndma.gov.in/Natural-Hazards/Cyclone</a:t>
            </a:r>
            <a:endParaRPr sz="1100" dirty="0">
              <a:latin typeface="Lucida Sans Unicode"/>
              <a:cs typeface="Lucida Sans Unicode"/>
            </a:endParaRPr>
          </a:p>
        </p:txBody>
      </p:sp>
      <p:sp>
        <p:nvSpPr>
          <p:cNvPr id="75" name="object 75"/>
          <p:cNvSpPr txBox="1"/>
          <p:nvPr/>
        </p:nvSpPr>
        <p:spPr>
          <a:xfrm>
            <a:off x="2482642" y="1466313"/>
            <a:ext cx="2118360" cy="351378"/>
          </a:xfrm>
          <a:prstGeom prst="rect">
            <a:avLst/>
          </a:prstGeom>
        </p:spPr>
        <p:txBody>
          <a:bodyPr vert="horz" wrap="square" lIns="0" tIns="12700" rIns="0" bIns="0" rtlCol="0">
            <a:spAutoFit/>
          </a:bodyPr>
          <a:lstStyle/>
          <a:p>
            <a:pPr marL="12700">
              <a:lnSpc>
                <a:spcPct val="100000"/>
              </a:lnSpc>
              <a:spcBef>
                <a:spcPts val="100"/>
              </a:spcBef>
              <a:tabLst>
                <a:tab pos="749935" algn="l"/>
                <a:tab pos="1432560" algn="l"/>
                <a:tab pos="1774825" algn="l"/>
              </a:tabLst>
            </a:pPr>
            <a:r>
              <a:rPr lang="en-IN" sz="1100" dirty="0"/>
              <a:t>INCOIS — Indian Ocean Overview:</a:t>
            </a:r>
            <a:endParaRPr sz="1100" dirty="0">
              <a:latin typeface="Tahoma"/>
              <a:cs typeface="Tahoma"/>
            </a:endParaRPr>
          </a:p>
        </p:txBody>
      </p:sp>
      <p:sp>
        <p:nvSpPr>
          <p:cNvPr id="76" name="object 76"/>
          <p:cNvSpPr txBox="1"/>
          <p:nvPr/>
        </p:nvSpPr>
        <p:spPr>
          <a:xfrm>
            <a:off x="2468640" y="1751141"/>
            <a:ext cx="2118360" cy="360996"/>
          </a:xfrm>
          <a:prstGeom prst="rect">
            <a:avLst/>
          </a:prstGeom>
        </p:spPr>
        <p:txBody>
          <a:bodyPr vert="horz" wrap="square" lIns="0" tIns="22225" rIns="0" bIns="0" rtlCol="0">
            <a:spAutoFit/>
          </a:bodyPr>
          <a:lstStyle/>
          <a:p>
            <a:pPr marL="12700" marR="5080">
              <a:lnSpc>
                <a:spcPct val="100000"/>
              </a:lnSpc>
              <a:spcBef>
                <a:spcPts val="175"/>
              </a:spcBef>
              <a:tabLst>
                <a:tab pos="1062355" algn="l"/>
                <a:tab pos="1651000" algn="l"/>
              </a:tabLst>
            </a:pPr>
            <a:r>
              <a:rPr lang="en-IN" sz="1100" dirty="0">
                <a:hlinkClick r:id="rId18"/>
              </a:rPr>
              <a:t>https://incois.gov.in/site/services/global.jsp</a:t>
            </a:r>
            <a:endParaRPr sz="1100" dirty="0">
              <a:latin typeface="Tahoma"/>
              <a:cs typeface="Tahoma"/>
            </a:endParaRPr>
          </a:p>
        </p:txBody>
      </p:sp>
      <p:sp>
        <p:nvSpPr>
          <p:cNvPr id="77" name="object 77"/>
          <p:cNvSpPr txBox="1"/>
          <p:nvPr/>
        </p:nvSpPr>
        <p:spPr>
          <a:xfrm>
            <a:off x="806750" y="2267263"/>
            <a:ext cx="2084705" cy="699550"/>
          </a:xfrm>
          <a:prstGeom prst="rect">
            <a:avLst/>
          </a:prstGeom>
        </p:spPr>
        <p:txBody>
          <a:bodyPr vert="horz" wrap="square" lIns="0" tIns="22225" rIns="0" bIns="0" rtlCol="0">
            <a:spAutoFit/>
          </a:bodyPr>
          <a:lstStyle/>
          <a:p>
            <a:pPr marL="12700" marR="5080">
              <a:lnSpc>
                <a:spcPct val="100000"/>
              </a:lnSpc>
              <a:spcBef>
                <a:spcPts val="175"/>
              </a:spcBef>
            </a:pPr>
            <a:r>
              <a:rPr lang="en-IN" sz="1100" dirty="0"/>
              <a:t>Wikipedia — Exclusive Economic Zone of India: </a:t>
            </a:r>
            <a:r>
              <a:rPr lang="en-IN" sz="1100" dirty="0">
                <a:hlinkClick r:id="rId19"/>
              </a:rPr>
              <a:t>https://en.wikipedia.org/wiki/Exclusive_economic_zone_of_India</a:t>
            </a:r>
            <a:endParaRPr sz="1100" dirty="0">
              <a:latin typeface="Tahoma"/>
              <a:cs typeface="Tahoma"/>
            </a:endParaRPr>
          </a:p>
        </p:txBody>
      </p:sp>
      <p:grpSp>
        <p:nvGrpSpPr>
          <p:cNvPr id="80" name="object 80"/>
          <p:cNvGrpSpPr/>
          <p:nvPr/>
        </p:nvGrpSpPr>
        <p:grpSpPr>
          <a:xfrm>
            <a:off x="13880738" y="4334505"/>
            <a:ext cx="3533140" cy="979805"/>
            <a:chOff x="13880738" y="4334505"/>
            <a:chExt cx="3533140" cy="979805"/>
          </a:xfrm>
        </p:grpSpPr>
        <p:sp>
          <p:nvSpPr>
            <p:cNvPr id="81" name="object 81">
              <a:hlinkClick r:id="rId20"/>
            </p:cNvPr>
            <p:cNvSpPr/>
            <p:nvPr/>
          </p:nvSpPr>
          <p:spPr>
            <a:xfrm>
              <a:off x="13899787" y="4353555"/>
              <a:ext cx="3493770" cy="941705"/>
            </a:xfrm>
            <a:custGeom>
              <a:avLst/>
              <a:gdLst/>
              <a:ahLst/>
              <a:cxnLst/>
              <a:rect l="l" t="t" r="r" b="b"/>
              <a:pathLst>
                <a:path w="3493769" h="941704">
                  <a:moveTo>
                    <a:pt x="3303938" y="941354"/>
                  </a:moveTo>
                  <a:lnTo>
                    <a:pt x="190500" y="941354"/>
                  </a:lnTo>
                  <a:lnTo>
                    <a:pt x="146820" y="936323"/>
                  </a:lnTo>
                  <a:lnTo>
                    <a:pt x="106723" y="921991"/>
                  </a:lnTo>
                  <a:lnTo>
                    <a:pt x="71352" y="899503"/>
                  </a:lnTo>
                  <a:lnTo>
                    <a:pt x="41851" y="870002"/>
                  </a:lnTo>
                  <a:lnTo>
                    <a:pt x="19363" y="834631"/>
                  </a:lnTo>
                  <a:lnTo>
                    <a:pt x="5031" y="794534"/>
                  </a:lnTo>
                  <a:lnTo>
                    <a:pt x="0" y="750854"/>
                  </a:lnTo>
                  <a:lnTo>
                    <a:pt x="0" y="190500"/>
                  </a:lnTo>
                  <a:lnTo>
                    <a:pt x="5031" y="146820"/>
                  </a:lnTo>
                  <a:lnTo>
                    <a:pt x="19363" y="106722"/>
                  </a:lnTo>
                  <a:lnTo>
                    <a:pt x="41851" y="71352"/>
                  </a:lnTo>
                  <a:lnTo>
                    <a:pt x="71352" y="41850"/>
                  </a:lnTo>
                  <a:lnTo>
                    <a:pt x="106723" y="19362"/>
                  </a:lnTo>
                  <a:lnTo>
                    <a:pt x="146820" y="5031"/>
                  </a:lnTo>
                  <a:lnTo>
                    <a:pt x="190500" y="0"/>
                  </a:lnTo>
                  <a:lnTo>
                    <a:pt x="3303938" y="0"/>
                  </a:lnTo>
                  <a:lnTo>
                    <a:pt x="3347618" y="5031"/>
                  </a:lnTo>
                  <a:lnTo>
                    <a:pt x="3387715" y="19362"/>
                  </a:lnTo>
                  <a:lnTo>
                    <a:pt x="3423086" y="41850"/>
                  </a:lnTo>
                  <a:lnTo>
                    <a:pt x="3452587" y="71352"/>
                  </a:lnTo>
                  <a:lnTo>
                    <a:pt x="3475075" y="106722"/>
                  </a:lnTo>
                  <a:lnTo>
                    <a:pt x="3489407" y="146820"/>
                  </a:lnTo>
                  <a:lnTo>
                    <a:pt x="3493307" y="180677"/>
                  </a:lnTo>
                  <a:lnTo>
                    <a:pt x="3493307" y="760676"/>
                  </a:lnTo>
                  <a:lnTo>
                    <a:pt x="3475075" y="834631"/>
                  </a:lnTo>
                  <a:lnTo>
                    <a:pt x="3452587" y="870002"/>
                  </a:lnTo>
                  <a:lnTo>
                    <a:pt x="3423086" y="899503"/>
                  </a:lnTo>
                  <a:lnTo>
                    <a:pt x="3387715" y="921991"/>
                  </a:lnTo>
                  <a:lnTo>
                    <a:pt x="3347618" y="936323"/>
                  </a:lnTo>
                  <a:lnTo>
                    <a:pt x="3303938" y="941354"/>
                  </a:lnTo>
                  <a:close/>
                </a:path>
              </a:pathLst>
            </a:custGeom>
            <a:solidFill>
              <a:srgbClr val="FFFFFF"/>
            </a:solidFill>
          </p:spPr>
          <p:txBody>
            <a:bodyPr wrap="square" lIns="0" tIns="0" rIns="0" bIns="0" rtlCol="0"/>
            <a:lstStyle/>
            <a:p>
              <a:endParaRPr dirty="0"/>
            </a:p>
          </p:txBody>
        </p:sp>
        <p:sp>
          <p:nvSpPr>
            <p:cNvPr id="82" name="object 82">
              <a:hlinkClick r:id="rId20"/>
            </p:cNvPr>
            <p:cNvSpPr/>
            <p:nvPr/>
          </p:nvSpPr>
          <p:spPr>
            <a:xfrm>
              <a:off x="13899788" y="4353555"/>
              <a:ext cx="3495040" cy="941705"/>
            </a:xfrm>
            <a:custGeom>
              <a:avLst/>
              <a:gdLst/>
              <a:ahLst/>
              <a:cxnLst/>
              <a:rect l="l" t="t" r="r" b="b"/>
              <a:pathLst>
                <a:path w="3495040" h="941704">
                  <a:moveTo>
                    <a:pt x="190494" y="0"/>
                  </a:moveTo>
                  <a:lnTo>
                    <a:pt x="3303840" y="0"/>
                  </a:lnTo>
                  <a:lnTo>
                    <a:pt x="3347531" y="5000"/>
                  </a:lnTo>
                  <a:lnTo>
                    <a:pt x="3387646" y="19318"/>
                  </a:lnTo>
                  <a:lnTo>
                    <a:pt x="3423037" y="41802"/>
                  </a:lnTo>
                  <a:lnTo>
                    <a:pt x="3452559" y="71308"/>
                  </a:lnTo>
                  <a:lnTo>
                    <a:pt x="3475064" y="106692"/>
                  </a:lnTo>
                  <a:lnTo>
                    <a:pt x="3489405" y="146809"/>
                  </a:lnTo>
                  <a:lnTo>
                    <a:pt x="3494438" y="190499"/>
                  </a:lnTo>
                  <a:lnTo>
                    <a:pt x="3494438" y="750849"/>
                  </a:lnTo>
                  <a:lnTo>
                    <a:pt x="3489400" y="794551"/>
                  </a:lnTo>
                  <a:lnTo>
                    <a:pt x="3475054" y="834664"/>
                  </a:lnTo>
                  <a:lnTo>
                    <a:pt x="3452546" y="870043"/>
                  </a:lnTo>
                  <a:lnTo>
                    <a:pt x="3423023" y="899543"/>
                  </a:lnTo>
                  <a:lnTo>
                    <a:pt x="3387633" y="922020"/>
                  </a:lnTo>
                  <a:lnTo>
                    <a:pt x="3347522" y="936333"/>
                  </a:lnTo>
                  <a:lnTo>
                    <a:pt x="3303840" y="941354"/>
                  </a:lnTo>
                  <a:lnTo>
                    <a:pt x="190491" y="941353"/>
                  </a:lnTo>
                  <a:lnTo>
                    <a:pt x="146809" y="936319"/>
                  </a:lnTo>
                  <a:lnTo>
                    <a:pt x="106710" y="921983"/>
                  </a:lnTo>
                  <a:lnTo>
                    <a:pt x="71340" y="899491"/>
                  </a:lnTo>
                  <a:lnTo>
                    <a:pt x="41841" y="869987"/>
                  </a:lnTo>
                  <a:lnTo>
                    <a:pt x="19356" y="834614"/>
                  </a:lnTo>
                  <a:lnTo>
                    <a:pt x="5029" y="794516"/>
                  </a:lnTo>
                  <a:lnTo>
                    <a:pt x="0" y="750837"/>
                  </a:lnTo>
                  <a:lnTo>
                    <a:pt x="0" y="190499"/>
                  </a:lnTo>
                  <a:lnTo>
                    <a:pt x="5030" y="146821"/>
                  </a:lnTo>
                  <a:lnTo>
                    <a:pt x="19361" y="106725"/>
                  </a:lnTo>
                  <a:lnTo>
                    <a:pt x="41848" y="71354"/>
                  </a:lnTo>
                  <a:lnTo>
                    <a:pt x="71348" y="41853"/>
                  </a:lnTo>
                  <a:lnTo>
                    <a:pt x="106718" y="19364"/>
                  </a:lnTo>
                  <a:lnTo>
                    <a:pt x="146814" y="5031"/>
                  </a:lnTo>
                  <a:lnTo>
                    <a:pt x="190494" y="0"/>
                  </a:lnTo>
                </a:path>
              </a:pathLst>
            </a:custGeom>
            <a:ln w="38099">
              <a:solidFill>
                <a:srgbClr val="000000"/>
              </a:solidFill>
            </a:ln>
          </p:spPr>
          <p:txBody>
            <a:bodyPr wrap="square" lIns="0" tIns="0" rIns="0" bIns="0" rtlCol="0"/>
            <a:lstStyle/>
            <a:p>
              <a:endParaRPr/>
            </a:p>
          </p:txBody>
        </p:sp>
        <p:pic>
          <p:nvPicPr>
            <p:cNvPr id="83" name="object 83">
              <a:hlinkClick r:id="rId20"/>
            </p:cNvPr>
            <p:cNvPicPr/>
            <p:nvPr/>
          </p:nvPicPr>
          <p:blipFill>
            <a:blip r:embed="rId21" cstate="print"/>
            <a:stretch>
              <a:fillRect/>
            </a:stretch>
          </p:blipFill>
          <p:spPr>
            <a:xfrm>
              <a:off x="14085600" y="4554208"/>
              <a:ext cx="542924" cy="552449"/>
            </a:xfrm>
            <a:prstGeom prst="rect">
              <a:avLst/>
            </a:prstGeom>
          </p:spPr>
        </p:pic>
      </p:grpSp>
      <p:sp>
        <p:nvSpPr>
          <p:cNvPr id="84" name="object 84"/>
          <p:cNvSpPr txBox="1"/>
          <p:nvPr/>
        </p:nvSpPr>
        <p:spPr>
          <a:xfrm>
            <a:off x="14662528" y="4262832"/>
            <a:ext cx="2471708" cy="1242007"/>
          </a:xfrm>
          <a:prstGeom prst="rect">
            <a:avLst/>
          </a:prstGeom>
        </p:spPr>
        <p:txBody>
          <a:bodyPr vert="horz" wrap="square" lIns="0" tIns="89535" rIns="0" bIns="0" rtlCol="0">
            <a:spAutoFit/>
          </a:bodyPr>
          <a:lstStyle/>
          <a:p>
            <a:pPr marL="110489">
              <a:spcBef>
                <a:spcPts val="390"/>
              </a:spcBef>
            </a:pPr>
            <a:r>
              <a:rPr lang="en-IN" b="1" dirty="0">
                <a:latin typeface="Tahoma" panose="020B0604030504040204" pitchFamily="34" charset="0"/>
                <a:ea typeface="Tahoma" panose="020B0604030504040204" pitchFamily="34" charset="0"/>
                <a:cs typeface="Tahoma" panose="020B0604030504040204" pitchFamily="34" charset="0"/>
              </a:rPr>
              <a:t>Marching Cubes Algorithm</a:t>
            </a:r>
            <a:r>
              <a:rPr lang="en-IN" sz="1200" dirty="0"/>
              <a:t>: </a:t>
            </a:r>
            <a:r>
              <a:rPr lang="en-IN" sz="1200" dirty="0">
                <a:hlinkClick r:id="rId22"/>
              </a:rPr>
              <a:t>https://en.wikipedia.org/wiki/Marching_cubes</a:t>
            </a:r>
            <a:endParaRPr lang="en-IN" sz="1200" dirty="0"/>
          </a:p>
          <a:p>
            <a:pPr marL="110489">
              <a:lnSpc>
                <a:spcPct val="100000"/>
              </a:lnSpc>
              <a:spcBef>
                <a:spcPts val="390"/>
              </a:spcBef>
            </a:pPr>
            <a:endParaRPr sz="1150" dirty="0">
              <a:latin typeface="Tahoma"/>
              <a:cs typeface="Tahoma"/>
            </a:endParaRPr>
          </a:p>
        </p:txBody>
      </p:sp>
      <p:sp>
        <p:nvSpPr>
          <p:cNvPr id="99" name="object 99"/>
          <p:cNvSpPr txBox="1"/>
          <p:nvPr/>
        </p:nvSpPr>
        <p:spPr>
          <a:xfrm>
            <a:off x="10334972" y="8197319"/>
            <a:ext cx="3276425" cy="1591461"/>
          </a:xfrm>
          <a:prstGeom prst="rect">
            <a:avLst/>
          </a:prstGeom>
        </p:spPr>
        <p:txBody>
          <a:bodyPr vert="horz" wrap="square" lIns="0" tIns="21590" rIns="0" bIns="0" rtlCol="0">
            <a:spAutoFit/>
          </a:bodyPr>
          <a:lstStyle/>
          <a:p>
            <a:pPr marL="12700" marR="5080">
              <a:lnSpc>
                <a:spcPct val="100000"/>
              </a:lnSpc>
              <a:spcBef>
                <a:spcPts val="170"/>
              </a:spcBef>
            </a:pPr>
            <a:r>
              <a:rPr lang="en-IN" sz="1200" b="1" dirty="0">
                <a:latin typeface="Tahoma" panose="020B0604030504040204" pitchFamily="34" charset="0"/>
                <a:ea typeface="Tahoma" panose="020B0604030504040204" pitchFamily="34" charset="0"/>
                <a:cs typeface="Tahoma" panose="020B0604030504040204" pitchFamily="34" charset="0"/>
              </a:rPr>
              <a:t>Ocean Data View (ODV)</a:t>
            </a:r>
            <a:br>
              <a:rPr lang="en-IN" sz="1200" dirty="0"/>
            </a:br>
            <a:r>
              <a:rPr lang="en-IN" sz="1000" dirty="0">
                <a:latin typeface="Lucida Sans Unicode" panose="020B0602030504020204" pitchFamily="34" charset="0"/>
                <a:cs typeface="Lucida Sans Unicode" panose="020B0602030504020204" pitchFamily="34" charset="0"/>
              </a:rPr>
              <a:t>Desktop software for interactive exploration of oceanographic and other geo-referenced profile or trajectory data.</a:t>
            </a:r>
            <a:br>
              <a:rPr lang="en-IN" sz="1000" dirty="0">
                <a:latin typeface="Lucida Sans Unicode" panose="020B0602030504020204" pitchFamily="34" charset="0"/>
                <a:cs typeface="Lucida Sans Unicode" panose="020B0602030504020204" pitchFamily="34" charset="0"/>
              </a:rPr>
            </a:br>
            <a:r>
              <a:rPr lang="en-IN" sz="1000" i="1" dirty="0">
                <a:latin typeface="Lucida Sans Unicode" panose="020B0602030504020204" pitchFamily="34" charset="0"/>
                <a:cs typeface="Lucida Sans Unicode" panose="020B0602030504020204" pitchFamily="34" charset="0"/>
              </a:rPr>
              <a:t>Ocean Data View is one of the most widely used tools by oceanographers globally for visualizing and </a:t>
            </a:r>
            <a:r>
              <a:rPr lang="en-IN" sz="1000" i="1" dirty="0" err="1">
                <a:latin typeface="Lucida Sans Unicode" panose="020B0602030504020204" pitchFamily="34" charset="0"/>
                <a:cs typeface="Lucida Sans Unicode" panose="020B0602030504020204" pitchFamily="34" charset="0"/>
              </a:rPr>
              <a:t>analyzing</a:t>
            </a:r>
            <a:r>
              <a:rPr lang="en-IN" sz="1000" i="1" dirty="0">
                <a:latin typeface="Lucida Sans Unicode" panose="020B0602030504020204" pitchFamily="34" charset="0"/>
                <a:cs typeface="Lucida Sans Unicode" panose="020B0602030504020204" pitchFamily="34" charset="0"/>
              </a:rPr>
              <a:t> </a:t>
            </a:r>
            <a:r>
              <a:rPr lang="en-IN" sz="1000" i="1" dirty="0" err="1">
                <a:latin typeface="Lucida Sans Unicode" panose="020B0602030504020204" pitchFamily="34" charset="0"/>
                <a:cs typeface="Lucida Sans Unicode" panose="020B0602030504020204" pitchFamily="34" charset="0"/>
              </a:rPr>
              <a:t>NetCDF</a:t>
            </a:r>
            <a:r>
              <a:rPr lang="en-IN" sz="1000" i="1" dirty="0">
                <a:latin typeface="Lucida Sans Unicode" panose="020B0602030504020204" pitchFamily="34" charset="0"/>
                <a:cs typeface="Lucida Sans Unicode" panose="020B0602030504020204" pitchFamily="34" charset="0"/>
              </a:rPr>
              <a:t>-based ocean datasets, but requires installation and lacks web-based 3D rendering.</a:t>
            </a:r>
            <a:br>
              <a:rPr lang="en-IN" sz="1000" dirty="0">
                <a:latin typeface="Lucida Sans Unicode" panose="020B0602030504020204" pitchFamily="34" charset="0"/>
                <a:cs typeface="Lucida Sans Unicode" panose="020B0602030504020204" pitchFamily="34" charset="0"/>
              </a:rPr>
            </a:br>
            <a:r>
              <a:rPr lang="en-IN" sz="1000" dirty="0">
                <a:latin typeface="Lucida Sans Unicode" panose="020B0602030504020204" pitchFamily="34" charset="0"/>
                <a:cs typeface="Lucida Sans Unicode" panose="020B0602030504020204" pitchFamily="34" charset="0"/>
              </a:rPr>
              <a:t>Click here: </a:t>
            </a:r>
            <a:r>
              <a:rPr lang="en-IN" sz="1000" dirty="0">
                <a:latin typeface="Lucida Sans Unicode" panose="020B0602030504020204" pitchFamily="34" charset="0"/>
                <a:cs typeface="Lucida Sans Unicode" panose="020B0602030504020204" pitchFamily="34" charset="0"/>
                <a:hlinkClick r:id="rId23"/>
              </a:rPr>
              <a:t>https://odv.awi.de/</a:t>
            </a:r>
            <a:endParaRPr sz="1000" dirty="0">
              <a:latin typeface="Lucida Sans Unicode" panose="020B0602030504020204" pitchFamily="34" charset="0"/>
              <a:cs typeface="Lucida Sans Unicode" panose="020B0602030504020204" pitchFamily="34" charset="0"/>
            </a:endParaRPr>
          </a:p>
        </p:txBody>
      </p:sp>
      <p:sp>
        <p:nvSpPr>
          <p:cNvPr id="102" name="object 102"/>
          <p:cNvSpPr txBox="1"/>
          <p:nvPr/>
        </p:nvSpPr>
        <p:spPr>
          <a:xfrm>
            <a:off x="13685810" y="8139002"/>
            <a:ext cx="3992590" cy="1602361"/>
          </a:xfrm>
          <a:prstGeom prst="rect">
            <a:avLst/>
          </a:prstGeom>
        </p:spPr>
        <p:txBody>
          <a:bodyPr vert="horz" wrap="square" lIns="0" tIns="32384" rIns="0" bIns="0" rtlCol="0">
            <a:spAutoFit/>
          </a:bodyPr>
          <a:lstStyle/>
          <a:p>
            <a:pPr marL="890905">
              <a:lnSpc>
                <a:spcPct val="100000"/>
              </a:lnSpc>
              <a:spcBef>
                <a:spcPts val="254"/>
              </a:spcBef>
            </a:pPr>
            <a:r>
              <a:rPr lang="en-IN" sz="1200" b="1" dirty="0">
                <a:latin typeface="Tahoma" panose="020B0604030504040204" pitchFamily="34" charset="0"/>
                <a:ea typeface="Tahoma" panose="020B0604030504040204" pitchFamily="34" charset="0"/>
                <a:cs typeface="Tahoma" panose="020B0604030504040204" pitchFamily="34" charset="0"/>
              </a:rPr>
              <a:t>Copernicus Marine Toolbox</a:t>
            </a:r>
            <a:br>
              <a:rPr lang="en-IN" sz="1200" dirty="0"/>
            </a:br>
            <a:r>
              <a:rPr lang="en-IN" sz="1000" dirty="0">
                <a:latin typeface="Lucida Sans Unicode" panose="020B0602030504020204" pitchFamily="34" charset="0"/>
                <a:cs typeface="Lucida Sans Unicode" panose="020B0602030504020204" pitchFamily="34" charset="0"/>
              </a:rPr>
              <a:t>Official Python/CLI toolbox for downloading and </a:t>
            </a:r>
            <a:r>
              <a:rPr lang="en-IN" sz="1000" dirty="0" err="1">
                <a:latin typeface="Lucida Sans Unicode" panose="020B0602030504020204" pitchFamily="34" charset="0"/>
                <a:cs typeface="Lucida Sans Unicode" panose="020B0602030504020204" pitchFamily="34" charset="0"/>
              </a:rPr>
              <a:t>subsetting</a:t>
            </a:r>
            <a:r>
              <a:rPr lang="en-IN" sz="1000" dirty="0">
                <a:latin typeface="Lucida Sans Unicode" panose="020B0602030504020204" pitchFamily="34" charset="0"/>
                <a:cs typeface="Lucida Sans Unicode" panose="020B0602030504020204" pitchFamily="34" charset="0"/>
              </a:rPr>
              <a:t> CMEMS ocean model data.</a:t>
            </a:r>
            <a:br>
              <a:rPr lang="en-IN" sz="1000" dirty="0">
                <a:latin typeface="Lucida Sans Unicode" panose="020B0602030504020204" pitchFamily="34" charset="0"/>
                <a:cs typeface="Lucida Sans Unicode" panose="020B0602030504020204" pitchFamily="34" charset="0"/>
              </a:rPr>
            </a:br>
            <a:r>
              <a:rPr lang="en-IN" sz="1000" i="1" dirty="0">
                <a:latin typeface="Lucida Sans Unicode" panose="020B0602030504020204" pitchFamily="34" charset="0"/>
                <a:cs typeface="Lucida Sans Unicode" panose="020B0602030504020204" pitchFamily="34" charset="0"/>
              </a:rPr>
              <a:t>Copernicus's own toolbox provides raw data access and basic plotting, but offers no interactive 3D visualization or real-time model-vs-instrument comparison — the exact gap SAGAR-DRISHTI fills.</a:t>
            </a:r>
            <a:br>
              <a:rPr lang="en-IN" sz="1000" dirty="0">
                <a:latin typeface="Lucida Sans Unicode" panose="020B0602030504020204" pitchFamily="34" charset="0"/>
                <a:cs typeface="Lucida Sans Unicode" panose="020B0602030504020204" pitchFamily="34" charset="0"/>
              </a:rPr>
            </a:br>
            <a:r>
              <a:rPr lang="en-IN" sz="1000" dirty="0">
                <a:latin typeface="Lucida Sans Unicode" panose="020B0602030504020204" pitchFamily="34" charset="0"/>
                <a:cs typeface="Lucida Sans Unicode" panose="020B0602030504020204" pitchFamily="34" charset="0"/>
              </a:rPr>
              <a:t>Click here: </a:t>
            </a:r>
            <a:r>
              <a:rPr lang="en-IN" sz="1000" dirty="0">
                <a:latin typeface="Lucida Sans Unicode" panose="020B0602030504020204" pitchFamily="34" charset="0"/>
                <a:cs typeface="Lucida Sans Unicode" panose="020B0602030504020204" pitchFamily="34" charset="0"/>
                <a:hlinkClick r:id="rId24"/>
              </a:rPr>
              <a:t>https://marine.copernicus.eu/access-data/copernicus-marine-toolbox</a:t>
            </a:r>
            <a:endParaRPr sz="1000" dirty="0">
              <a:latin typeface="Lucida Sans Unicode" panose="020B0602030504020204" pitchFamily="34" charset="0"/>
              <a:cs typeface="Lucida Sans Unicode" panose="020B0602030504020204" pitchFamily="34" charset="0"/>
            </a:endParaRPr>
          </a:p>
        </p:txBody>
      </p:sp>
      <p:grpSp>
        <p:nvGrpSpPr>
          <p:cNvPr id="103" name="object 103"/>
          <p:cNvGrpSpPr/>
          <p:nvPr/>
        </p:nvGrpSpPr>
        <p:grpSpPr>
          <a:xfrm>
            <a:off x="9199640" y="5872990"/>
            <a:ext cx="8582025" cy="1400175"/>
            <a:chOff x="9199640" y="5872990"/>
            <a:chExt cx="8582025" cy="1400175"/>
          </a:xfrm>
        </p:grpSpPr>
        <p:sp>
          <p:nvSpPr>
            <p:cNvPr id="104" name="object 104"/>
            <p:cNvSpPr/>
            <p:nvPr/>
          </p:nvSpPr>
          <p:spPr>
            <a:xfrm>
              <a:off x="9218341" y="5892040"/>
              <a:ext cx="8546465" cy="1366520"/>
            </a:xfrm>
            <a:custGeom>
              <a:avLst/>
              <a:gdLst/>
              <a:ahLst/>
              <a:cxnLst/>
              <a:rect l="l" t="t" r="r" b="b"/>
              <a:pathLst>
                <a:path w="8546465" h="1366520">
                  <a:moveTo>
                    <a:pt x="8310142" y="1366507"/>
                  </a:moveTo>
                  <a:lnTo>
                    <a:pt x="238125" y="1366507"/>
                  </a:lnTo>
                  <a:lnTo>
                    <a:pt x="190134" y="1361669"/>
                  </a:lnTo>
                  <a:lnTo>
                    <a:pt x="145436" y="1347793"/>
                  </a:lnTo>
                  <a:lnTo>
                    <a:pt x="104987" y="1325838"/>
                  </a:lnTo>
                  <a:lnTo>
                    <a:pt x="69745" y="1296761"/>
                  </a:lnTo>
                  <a:lnTo>
                    <a:pt x="40668" y="1261520"/>
                  </a:lnTo>
                  <a:lnTo>
                    <a:pt x="18713" y="1221071"/>
                  </a:lnTo>
                  <a:lnTo>
                    <a:pt x="4838" y="1176372"/>
                  </a:lnTo>
                  <a:lnTo>
                    <a:pt x="0" y="1128381"/>
                  </a:lnTo>
                  <a:lnTo>
                    <a:pt x="0" y="238125"/>
                  </a:lnTo>
                  <a:lnTo>
                    <a:pt x="4838" y="190134"/>
                  </a:lnTo>
                  <a:lnTo>
                    <a:pt x="18713" y="145436"/>
                  </a:lnTo>
                  <a:lnTo>
                    <a:pt x="40668" y="104987"/>
                  </a:lnTo>
                  <a:lnTo>
                    <a:pt x="69745" y="69745"/>
                  </a:lnTo>
                  <a:lnTo>
                    <a:pt x="104987" y="40668"/>
                  </a:lnTo>
                  <a:lnTo>
                    <a:pt x="145436" y="18713"/>
                  </a:lnTo>
                  <a:lnTo>
                    <a:pt x="190134" y="4837"/>
                  </a:lnTo>
                  <a:lnTo>
                    <a:pt x="238125" y="0"/>
                  </a:lnTo>
                  <a:lnTo>
                    <a:pt x="8310142" y="0"/>
                  </a:lnTo>
                  <a:lnTo>
                    <a:pt x="8358133" y="4837"/>
                  </a:lnTo>
                  <a:lnTo>
                    <a:pt x="8402831" y="18713"/>
                  </a:lnTo>
                  <a:lnTo>
                    <a:pt x="8443280" y="40668"/>
                  </a:lnTo>
                  <a:lnTo>
                    <a:pt x="8478521" y="69745"/>
                  </a:lnTo>
                  <a:lnTo>
                    <a:pt x="8507598" y="104987"/>
                  </a:lnTo>
                  <a:lnTo>
                    <a:pt x="8529553" y="145436"/>
                  </a:lnTo>
                  <a:lnTo>
                    <a:pt x="8543428" y="190134"/>
                  </a:lnTo>
                  <a:lnTo>
                    <a:pt x="8546007" y="215713"/>
                  </a:lnTo>
                  <a:lnTo>
                    <a:pt x="8546007" y="1150793"/>
                  </a:lnTo>
                  <a:lnTo>
                    <a:pt x="8529553" y="1221071"/>
                  </a:lnTo>
                  <a:lnTo>
                    <a:pt x="8507598" y="1261520"/>
                  </a:lnTo>
                  <a:lnTo>
                    <a:pt x="8478521" y="1296761"/>
                  </a:lnTo>
                  <a:lnTo>
                    <a:pt x="8443280" y="1325838"/>
                  </a:lnTo>
                  <a:lnTo>
                    <a:pt x="8402831" y="1347793"/>
                  </a:lnTo>
                  <a:lnTo>
                    <a:pt x="8358133" y="1361669"/>
                  </a:lnTo>
                  <a:lnTo>
                    <a:pt x="8310142" y="1366507"/>
                  </a:lnTo>
                  <a:close/>
                </a:path>
              </a:pathLst>
            </a:custGeom>
            <a:solidFill>
              <a:srgbClr val="EDF5FD"/>
            </a:solidFill>
          </p:spPr>
          <p:txBody>
            <a:bodyPr wrap="square" lIns="0" tIns="0" rIns="0" bIns="0" rtlCol="0"/>
            <a:lstStyle/>
            <a:p>
              <a:endParaRPr/>
            </a:p>
          </p:txBody>
        </p:sp>
        <p:pic>
          <p:nvPicPr>
            <p:cNvPr id="105" name="object 105"/>
            <p:cNvPicPr/>
            <p:nvPr/>
          </p:nvPicPr>
          <p:blipFill>
            <a:blip r:embed="rId25" cstate="print"/>
            <a:stretch>
              <a:fillRect/>
            </a:stretch>
          </p:blipFill>
          <p:spPr>
            <a:xfrm>
              <a:off x="17551897" y="7040622"/>
              <a:ext cx="229417" cy="232542"/>
            </a:xfrm>
            <a:prstGeom prst="rect">
              <a:avLst/>
            </a:prstGeom>
          </p:spPr>
        </p:pic>
        <p:sp>
          <p:nvSpPr>
            <p:cNvPr id="106" name="object 106"/>
            <p:cNvSpPr/>
            <p:nvPr/>
          </p:nvSpPr>
          <p:spPr>
            <a:xfrm>
              <a:off x="9218690" y="5892040"/>
              <a:ext cx="8543925" cy="1362075"/>
            </a:xfrm>
            <a:custGeom>
              <a:avLst/>
              <a:gdLst/>
              <a:ahLst/>
              <a:cxnLst/>
              <a:rect l="l" t="t" r="r" b="b"/>
              <a:pathLst>
                <a:path w="8543925" h="1362075">
                  <a:moveTo>
                    <a:pt x="195284" y="1362074"/>
                  </a:moveTo>
                  <a:lnTo>
                    <a:pt x="145423" y="1347679"/>
                  </a:lnTo>
                  <a:lnTo>
                    <a:pt x="104977" y="1325726"/>
                  </a:lnTo>
                  <a:lnTo>
                    <a:pt x="69739" y="1296651"/>
                  </a:lnTo>
                  <a:lnTo>
                    <a:pt x="40664" y="1261412"/>
                  </a:lnTo>
                  <a:lnTo>
                    <a:pt x="18711" y="1220967"/>
                  </a:lnTo>
                  <a:lnTo>
                    <a:pt x="4837" y="1176272"/>
                  </a:lnTo>
                  <a:lnTo>
                    <a:pt x="0" y="1128286"/>
                  </a:lnTo>
                  <a:lnTo>
                    <a:pt x="0" y="238104"/>
                  </a:lnTo>
                  <a:lnTo>
                    <a:pt x="4837" y="190118"/>
                  </a:lnTo>
                  <a:lnTo>
                    <a:pt x="18711" y="145423"/>
                  </a:lnTo>
                  <a:lnTo>
                    <a:pt x="40664" y="104978"/>
                  </a:lnTo>
                  <a:lnTo>
                    <a:pt x="69739" y="69739"/>
                  </a:lnTo>
                  <a:lnTo>
                    <a:pt x="104978" y="40664"/>
                  </a:lnTo>
                  <a:lnTo>
                    <a:pt x="145423" y="18711"/>
                  </a:lnTo>
                  <a:lnTo>
                    <a:pt x="190118" y="4837"/>
                  </a:lnTo>
                  <a:lnTo>
                    <a:pt x="238104" y="0"/>
                  </a:lnTo>
                  <a:lnTo>
                    <a:pt x="8309435" y="0"/>
                  </a:lnTo>
                  <a:lnTo>
                    <a:pt x="8357422" y="4837"/>
                  </a:lnTo>
                  <a:lnTo>
                    <a:pt x="8402116" y="18711"/>
                  </a:lnTo>
                  <a:lnTo>
                    <a:pt x="8442562" y="40664"/>
                  </a:lnTo>
                  <a:lnTo>
                    <a:pt x="8477801" y="69738"/>
                  </a:lnTo>
                  <a:lnTo>
                    <a:pt x="8506876" y="104977"/>
                  </a:lnTo>
                  <a:lnTo>
                    <a:pt x="8528829" y="145423"/>
                  </a:lnTo>
                  <a:lnTo>
                    <a:pt x="8542703" y="190118"/>
                  </a:lnTo>
                  <a:lnTo>
                    <a:pt x="8543574" y="198759"/>
                  </a:lnTo>
                </a:path>
              </a:pathLst>
            </a:custGeom>
            <a:ln w="38099">
              <a:solidFill>
                <a:srgbClr val="8FC2FF"/>
              </a:solidFill>
            </a:ln>
          </p:spPr>
          <p:txBody>
            <a:bodyPr wrap="square" lIns="0" tIns="0" rIns="0" bIns="0" rtlCol="0"/>
            <a:lstStyle/>
            <a:p>
              <a:endParaRPr/>
            </a:p>
          </p:txBody>
        </p:sp>
        <p:sp>
          <p:nvSpPr>
            <p:cNvPr id="107" name="object 107">
              <a:hlinkClick r:id="rId26"/>
            </p:cNvPr>
            <p:cNvSpPr/>
            <p:nvPr/>
          </p:nvSpPr>
          <p:spPr>
            <a:xfrm>
              <a:off x="10416374" y="6080398"/>
              <a:ext cx="3449954" cy="1016635"/>
            </a:xfrm>
            <a:custGeom>
              <a:avLst/>
              <a:gdLst/>
              <a:ahLst/>
              <a:cxnLst/>
              <a:rect l="l" t="t" r="r" b="b"/>
              <a:pathLst>
                <a:path w="3449955" h="1016634">
                  <a:moveTo>
                    <a:pt x="3212176" y="1016222"/>
                  </a:moveTo>
                  <a:lnTo>
                    <a:pt x="238125" y="1016222"/>
                  </a:lnTo>
                  <a:lnTo>
                    <a:pt x="190134" y="1011385"/>
                  </a:lnTo>
                  <a:lnTo>
                    <a:pt x="145436" y="997510"/>
                  </a:lnTo>
                  <a:lnTo>
                    <a:pt x="104987" y="975555"/>
                  </a:lnTo>
                  <a:lnTo>
                    <a:pt x="69745" y="946477"/>
                  </a:lnTo>
                  <a:lnTo>
                    <a:pt x="40668" y="911235"/>
                  </a:lnTo>
                  <a:lnTo>
                    <a:pt x="18713" y="870787"/>
                  </a:lnTo>
                  <a:lnTo>
                    <a:pt x="4838" y="826088"/>
                  </a:lnTo>
                  <a:lnTo>
                    <a:pt x="0" y="778098"/>
                  </a:lnTo>
                  <a:lnTo>
                    <a:pt x="0" y="238125"/>
                  </a:lnTo>
                  <a:lnTo>
                    <a:pt x="4838" y="190134"/>
                  </a:lnTo>
                  <a:lnTo>
                    <a:pt x="18713" y="145436"/>
                  </a:lnTo>
                  <a:lnTo>
                    <a:pt x="40668" y="104987"/>
                  </a:lnTo>
                  <a:lnTo>
                    <a:pt x="69745" y="69745"/>
                  </a:lnTo>
                  <a:lnTo>
                    <a:pt x="104987" y="40668"/>
                  </a:lnTo>
                  <a:lnTo>
                    <a:pt x="145436" y="18713"/>
                  </a:lnTo>
                  <a:lnTo>
                    <a:pt x="190134" y="4837"/>
                  </a:lnTo>
                  <a:lnTo>
                    <a:pt x="238125" y="0"/>
                  </a:lnTo>
                  <a:lnTo>
                    <a:pt x="3212176" y="0"/>
                  </a:lnTo>
                  <a:lnTo>
                    <a:pt x="3260167" y="4837"/>
                  </a:lnTo>
                  <a:lnTo>
                    <a:pt x="3304866" y="18713"/>
                  </a:lnTo>
                  <a:lnTo>
                    <a:pt x="3345315" y="40668"/>
                  </a:lnTo>
                  <a:lnTo>
                    <a:pt x="3380556" y="69745"/>
                  </a:lnTo>
                  <a:lnTo>
                    <a:pt x="3409634" y="104987"/>
                  </a:lnTo>
                  <a:lnTo>
                    <a:pt x="3431588" y="145436"/>
                  </a:lnTo>
                  <a:lnTo>
                    <a:pt x="3445464" y="190134"/>
                  </a:lnTo>
                  <a:lnTo>
                    <a:pt x="3449600" y="231167"/>
                  </a:lnTo>
                  <a:lnTo>
                    <a:pt x="3449600" y="785056"/>
                  </a:lnTo>
                  <a:lnTo>
                    <a:pt x="3445464" y="826088"/>
                  </a:lnTo>
                  <a:lnTo>
                    <a:pt x="3431588" y="870787"/>
                  </a:lnTo>
                  <a:lnTo>
                    <a:pt x="3409634" y="911235"/>
                  </a:lnTo>
                  <a:lnTo>
                    <a:pt x="3380556" y="946477"/>
                  </a:lnTo>
                  <a:lnTo>
                    <a:pt x="3345315" y="975555"/>
                  </a:lnTo>
                  <a:lnTo>
                    <a:pt x="3304866" y="997510"/>
                  </a:lnTo>
                  <a:lnTo>
                    <a:pt x="3260167" y="1011385"/>
                  </a:lnTo>
                  <a:lnTo>
                    <a:pt x="3212176" y="1016222"/>
                  </a:lnTo>
                  <a:close/>
                </a:path>
              </a:pathLst>
            </a:custGeom>
            <a:solidFill>
              <a:srgbClr val="FFFFFF"/>
            </a:solidFill>
          </p:spPr>
          <p:txBody>
            <a:bodyPr wrap="square" lIns="0" tIns="0" rIns="0" bIns="0" rtlCol="0"/>
            <a:lstStyle/>
            <a:p>
              <a:endParaRPr/>
            </a:p>
          </p:txBody>
        </p:sp>
        <p:sp>
          <p:nvSpPr>
            <p:cNvPr id="108" name="object 108">
              <a:hlinkClick r:id="rId26"/>
            </p:cNvPr>
            <p:cNvSpPr/>
            <p:nvPr/>
          </p:nvSpPr>
          <p:spPr>
            <a:xfrm>
              <a:off x="10416375" y="6080396"/>
              <a:ext cx="3448050" cy="1016635"/>
            </a:xfrm>
            <a:custGeom>
              <a:avLst/>
              <a:gdLst/>
              <a:ahLst/>
              <a:cxnLst/>
              <a:rect l="l" t="t" r="r" b="b"/>
              <a:pathLst>
                <a:path w="3448050" h="1016634">
                  <a:moveTo>
                    <a:pt x="3448022" y="800435"/>
                  </a:moveTo>
                  <a:lnTo>
                    <a:pt x="3431586" y="870794"/>
                  </a:lnTo>
                  <a:lnTo>
                    <a:pt x="3409624" y="911249"/>
                  </a:lnTo>
                  <a:lnTo>
                    <a:pt x="3380538" y="946495"/>
                  </a:lnTo>
                  <a:lnTo>
                    <a:pt x="3345287" y="975572"/>
                  </a:lnTo>
                  <a:lnTo>
                    <a:pt x="3304829" y="997523"/>
                  </a:lnTo>
                  <a:lnTo>
                    <a:pt x="3260123" y="1011392"/>
                  </a:lnTo>
                  <a:lnTo>
                    <a:pt x="3212131" y="1016225"/>
                  </a:lnTo>
                  <a:lnTo>
                    <a:pt x="238148" y="1016227"/>
                  </a:lnTo>
                  <a:lnTo>
                    <a:pt x="190152" y="1011393"/>
                  </a:lnTo>
                  <a:lnTo>
                    <a:pt x="145447" y="997518"/>
                  </a:lnTo>
                  <a:lnTo>
                    <a:pt x="104992" y="975562"/>
                  </a:lnTo>
                  <a:lnTo>
                    <a:pt x="69746" y="946481"/>
                  </a:lnTo>
                  <a:lnTo>
                    <a:pt x="40665" y="911234"/>
                  </a:lnTo>
                  <a:lnTo>
                    <a:pt x="18709" y="870779"/>
                  </a:lnTo>
                  <a:lnTo>
                    <a:pt x="4836" y="826074"/>
                  </a:lnTo>
                  <a:lnTo>
                    <a:pt x="0" y="778081"/>
                  </a:lnTo>
                  <a:lnTo>
                    <a:pt x="0" y="238118"/>
                  </a:lnTo>
                  <a:lnTo>
                    <a:pt x="4841" y="190123"/>
                  </a:lnTo>
                  <a:lnTo>
                    <a:pt x="18721" y="145422"/>
                  </a:lnTo>
                  <a:lnTo>
                    <a:pt x="40681" y="104972"/>
                  </a:lnTo>
                  <a:lnTo>
                    <a:pt x="69764" y="69732"/>
                  </a:lnTo>
                  <a:lnTo>
                    <a:pt x="105010" y="40658"/>
                  </a:lnTo>
                  <a:lnTo>
                    <a:pt x="145461" y="18707"/>
                  </a:lnTo>
                  <a:lnTo>
                    <a:pt x="190161" y="4837"/>
                  </a:lnTo>
                  <a:lnTo>
                    <a:pt x="238151" y="0"/>
                  </a:lnTo>
                  <a:lnTo>
                    <a:pt x="3212131" y="2"/>
                  </a:lnTo>
                  <a:lnTo>
                    <a:pt x="3260124" y="4827"/>
                  </a:lnTo>
                  <a:lnTo>
                    <a:pt x="3304828" y="18695"/>
                  </a:lnTo>
                  <a:lnTo>
                    <a:pt x="3345285" y="40646"/>
                  </a:lnTo>
                  <a:lnTo>
                    <a:pt x="3380535" y="69722"/>
                  </a:lnTo>
                  <a:lnTo>
                    <a:pt x="3409621" y="104966"/>
                  </a:lnTo>
                  <a:lnTo>
                    <a:pt x="3431583" y="145420"/>
                  </a:lnTo>
                  <a:lnTo>
                    <a:pt x="3445462" y="190127"/>
                  </a:lnTo>
                  <a:lnTo>
                    <a:pt x="3447999" y="215794"/>
                  </a:lnTo>
                </a:path>
              </a:pathLst>
            </a:custGeom>
            <a:ln w="38099">
              <a:solidFill>
                <a:srgbClr val="000000"/>
              </a:solidFill>
            </a:ln>
          </p:spPr>
          <p:txBody>
            <a:bodyPr wrap="square" lIns="0" tIns="0" rIns="0" bIns="0" rtlCol="0"/>
            <a:lstStyle/>
            <a:p>
              <a:endParaRPr/>
            </a:p>
          </p:txBody>
        </p:sp>
        <p:sp>
          <p:nvSpPr>
            <p:cNvPr id="109" name="object 109">
              <a:hlinkClick r:id="rId26"/>
            </p:cNvPr>
            <p:cNvSpPr/>
            <p:nvPr/>
          </p:nvSpPr>
          <p:spPr>
            <a:xfrm>
              <a:off x="10579221" y="6282952"/>
              <a:ext cx="390525" cy="628650"/>
            </a:xfrm>
            <a:custGeom>
              <a:avLst/>
              <a:gdLst/>
              <a:ahLst/>
              <a:cxnLst/>
              <a:rect l="l" t="t" r="r" b="b"/>
              <a:pathLst>
                <a:path w="390525" h="628650">
                  <a:moveTo>
                    <a:pt x="106764" y="628077"/>
                  </a:moveTo>
                  <a:lnTo>
                    <a:pt x="74622" y="621633"/>
                  </a:lnTo>
                  <a:lnTo>
                    <a:pt x="48345" y="604070"/>
                  </a:lnTo>
                  <a:lnTo>
                    <a:pt x="30613" y="578042"/>
                  </a:lnTo>
                  <a:lnTo>
                    <a:pt x="24107" y="546201"/>
                  </a:lnTo>
                  <a:lnTo>
                    <a:pt x="29037" y="518347"/>
                  </a:lnTo>
                  <a:lnTo>
                    <a:pt x="42663" y="494597"/>
                  </a:lnTo>
                  <a:lnTo>
                    <a:pt x="63239" y="476667"/>
                  </a:lnTo>
                  <a:lnTo>
                    <a:pt x="89019" y="466273"/>
                  </a:lnTo>
                  <a:lnTo>
                    <a:pt x="89015" y="416747"/>
                  </a:lnTo>
                  <a:lnTo>
                    <a:pt x="53832" y="404280"/>
                  </a:lnTo>
                  <a:lnTo>
                    <a:pt x="25595" y="381126"/>
                  </a:lnTo>
                  <a:lnTo>
                    <a:pt x="6816" y="349739"/>
                  </a:lnTo>
                  <a:lnTo>
                    <a:pt x="0" y="312574"/>
                  </a:lnTo>
                  <a:lnTo>
                    <a:pt x="6664" y="276054"/>
                  </a:lnTo>
                  <a:lnTo>
                    <a:pt x="6751" y="275576"/>
                  </a:lnTo>
                  <a:lnTo>
                    <a:pt x="25361" y="244287"/>
                  </a:lnTo>
                  <a:lnTo>
                    <a:pt x="53360" y="221127"/>
                  </a:lnTo>
                  <a:lnTo>
                    <a:pt x="88280" y="208516"/>
                  </a:lnTo>
                  <a:lnTo>
                    <a:pt x="88280" y="161615"/>
                  </a:lnTo>
                  <a:lnTo>
                    <a:pt x="62773" y="151098"/>
                  </a:lnTo>
                  <a:lnTo>
                    <a:pt x="42433" y="133184"/>
                  </a:lnTo>
                  <a:lnTo>
                    <a:pt x="28974" y="109550"/>
                  </a:lnTo>
                  <a:lnTo>
                    <a:pt x="24107" y="81876"/>
                  </a:lnTo>
                  <a:lnTo>
                    <a:pt x="30613" y="50035"/>
                  </a:lnTo>
                  <a:lnTo>
                    <a:pt x="48345" y="24007"/>
                  </a:lnTo>
                  <a:lnTo>
                    <a:pt x="74622" y="6444"/>
                  </a:lnTo>
                  <a:lnTo>
                    <a:pt x="106764" y="0"/>
                  </a:lnTo>
                  <a:lnTo>
                    <a:pt x="138906" y="6444"/>
                  </a:lnTo>
                  <a:lnTo>
                    <a:pt x="165183" y="24007"/>
                  </a:lnTo>
                  <a:lnTo>
                    <a:pt x="177563" y="42180"/>
                  </a:lnTo>
                  <a:lnTo>
                    <a:pt x="106764" y="42180"/>
                  </a:lnTo>
                  <a:lnTo>
                    <a:pt x="91179" y="45305"/>
                  </a:lnTo>
                  <a:lnTo>
                    <a:pt x="78438" y="53821"/>
                  </a:lnTo>
                  <a:lnTo>
                    <a:pt x="69842" y="66441"/>
                  </a:lnTo>
                  <a:lnTo>
                    <a:pt x="66688" y="81876"/>
                  </a:lnTo>
                  <a:lnTo>
                    <a:pt x="69842" y="97312"/>
                  </a:lnTo>
                  <a:lnTo>
                    <a:pt x="78424" y="109910"/>
                  </a:lnTo>
                  <a:lnTo>
                    <a:pt x="91179" y="118448"/>
                  </a:lnTo>
                  <a:lnTo>
                    <a:pt x="106764" y="121573"/>
                  </a:lnTo>
                  <a:lnTo>
                    <a:pt x="177689" y="121573"/>
                  </a:lnTo>
                  <a:lnTo>
                    <a:pt x="170635" y="133779"/>
                  </a:lnTo>
                  <a:lnTo>
                    <a:pt x="149822" y="151725"/>
                  </a:lnTo>
                  <a:lnTo>
                    <a:pt x="123768" y="161993"/>
                  </a:lnTo>
                  <a:lnTo>
                    <a:pt x="123768" y="208292"/>
                  </a:lnTo>
                  <a:lnTo>
                    <a:pt x="143031" y="213229"/>
                  </a:lnTo>
                  <a:lnTo>
                    <a:pt x="160712" y="221444"/>
                  </a:lnTo>
                  <a:lnTo>
                    <a:pt x="176446" y="232597"/>
                  </a:lnTo>
                  <a:lnTo>
                    <a:pt x="189872" y="246345"/>
                  </a:lnTo>
                  <a:lnTo>
                    <a:pt x="371499" y="246345"/>
                  </a:lnTo>
                  <a:lnTo>
                    <a:pt x="368837" y="250252"/>
                  </a:lnTo>
                  <a:lnTo>
                    <a:pt x="246012" y="250252"/>
                  </a:lnTo>
                  <a:lnTo>
                    <a:pt x="236014" y="257205"/>
                  </a:lnTo>
                  <a:lnTo>
                    <a:pt x="106761" y="257205"/>
                  </a:lnTo>
                  <a:lnTo>
                    <a:pt x="85024" y="261563"/>
                  </a:lnTo>
                  <a:lnTo>
                    <a:pt x="67254" y="273440"/>
                  </a:lnTo>
                  <a:lnTo>
                    <a:pt x="55263" y="291042"/>
                  </a:lnTo>
                  <a:lnTo>
                    <a:pt x="50864" y="312574"/>
                  </a:lnTo>
                  <a:lnTo>
                    <a:pt x="55263" y="334105"/>
                  </a:lnTo>
                  <a:lnTo>
                    <a:pt x="67254" y="351705"/>
                  </a:lnTo>
                  <a:lnTo>
                    <a:pt x="85024" y="363580"/>
                  </a:lnTo>
                  <a:lnTo>
                    <a:pt x="106761" y="367938"/>
                  </a:lnTo>
                  <a:lnTo>
                    <a:pt x="234708" y="367938"/>
                  </a:lnTo>
                  <a:lnTo>
                    <a:pt x="245881" y="375773"/>
                  </a:lnTo>
                  <a:lnTo>
                    <a:pt x="368936" y="375773"/>
                  </a:lnTo>
                  <a:lnTo>
                    <a:pt x="371344" y="379308"/>
                  </a:lnTo>
                  <a:lnTo>
                    <a:pt x="189494" y="379308"/>
                  </a:lnTo>
                  <a:lnTo>
                    <a:pt x="183077" y="386434"/>
                  </a:lnTo>
                  <a:lnTo>
                    <a:pt x="143064" y="411934"/>
                  </a:lnTo>
                  <a:lnTo>
                    <a:pt x="124508" y="416747"/>
                  </a:lnTo>
                  <a:lnTo>
                    <a:pt x="124508" y="466273"/>
                  </a:lnTo>
                  <a:lnTo>
                    <a:pt x="150289" y="476667"/>
                  </a:lnTo>
                  <a:lnTo>
                    <a:pt x="170865" y="494597"/>
                  </a:lnTo>
                  <a:lnTo>
                    <a:pt x="177697" y="506504"/>
                  </a:lnTo>
                  <a:lnTo>
                    <a:pt x="106764" y="506504"/>
                  </a:lnTo>
                  <a:lnTo>
                    <a:pt x="91179" y="509629"/>
                  </a:lnTo>
                  <a:lnTo>
                    <a:pt x="78438" y="518146"/>
                  </a:lnTo>
                  <a:lnTo>
                    <a:pt x="69842" y="530765"/>
                  </a:lnTo>
                  <a:lnTo>
                    <a:pt x="66688" y="546201"/>
                  </a:lnTo>
                  <a:lnTo>
                    <a:pt x="69842" y="561636"/>
                  </a:lnTo>
                  <a:lnTo>
                    <a:pt x="78438" y="574256"/>
                  </a:lnTo>
                  <a:lnTo>
                    <a:pt x="91179" y="582772"/>
                  </a:lnTo>
                  <a:lnTo>
                    <a:pt x="106764" y="585897"/>
                  </a:lnTo>
                  <a:lnTo>
                    <a:pt x="177563" y="585897"/>
                  </a:lnTo>
                  <a:lnTo>
                    <a:pt x="165183" y="604070"/>
                  </a:lnTo>
                  <a:lnTo>
                    <a:pt x="138906" y="621633"/>
                  </a:lnTo>
                  <a:lnTo>
                    <a:pt x="106764" y="628077"/>
                  </a:lnTo>
                  <a:close/>
                </a:path>
                <a:path w="390525" h="628650">
                  <a:moveTo>
                    <a:pt x="177689" y="121573"/>
                  </a:moveTo>
                  <a:lnTo>
                    <a:pt x="106764" y="121573"/>
                  </a:lnTo>
                  <a:lnTo>
                    <a:pt x="122349" y="118448"/>
                  </a:lnTo>
                  <a:lnTo>
                    <a:pt x="135103" y="109910"/>
                  </a:lnTo>
                  <a:lnTo>
                    <a:pt x="143685" y="97312"/>
                  </a:lnTo>
                  <a:lnTo>
                    <a:pt x="146838" y="81876"/>
                  </a:lnTo>
                  <a:lnTo>
                    <a:pt x="143685" y="66441"/>
                  </a:lnTo>
                  <a:lnTo>
                    <a:pt x="135089" y="53821"/>
                  </a:lnTo>
                  <a:lnTo>
                    <a:pt x="122349" y="45305"/>
                  </a:lnTo>
                  <a:lnTo>
                    <a:pt x="106764" y="42180"/>
                  </a:lnTo>
                  <a:lnTo>
                    <a:pt x="177563" y="42180"/>
                  </a:lnTo>
                  <a:lnTo>
                    <a:pt x="182915" y="50035"/>
                  </a:lnTo>
                  <a:lnTo>
                    <a:pt x="189421" y="81876"/>
                  </a:lnTo>
                  <a:lnTo>
                    <a:pt x="184492" y="109550"/>
                  </a:lnTo>
                  <a:lnTo>
                    <a:pt x="184428" y="109910"/>
                  </a:lnTo>
                  <a:lnTo>
                    <a:pt x="177689" y="121573"/>
                  </a:lnTo>
                  <a:close/>
                </a:path>
                <a:path w="390525" h="628650">
                  <a:moveTo>
                    <a:pt x="371499" y="246345"/>
                  </a:moveTo>
                  <a:lnTo>
                    <a:pt x="189872" y="246345"/>
                  </a:lnTo>
                  <a:lnTo>
                    <a:pt x="228655" y="219381"/>
                  </a:lnTo>
                  <a:lnTo>
                    <a:pt x="226443" y="212001"/>
                  </a:lnTo>
                  <a:lnTo>
                    <a:pt x="225210" y="204208"/>
                  </a:lnTo>
                  <a:lnTo>
                    <a:pt x="225210" y="196127"/>
                  </a:lnTo>
                  <a:lnTo>
                    <a:pt x="231717" y="164286"/>
                  </a:lnTo>
                  <a:lnTo>
                    <a:pt x="249449" y="138257"/>
                  </a:lnTo>
                  <a:lnTo>
                    <a:pt x="275726" y="120694"/>
                  </a:lnTo>
                  <a:lnTo>
                    <a:pt x="307867" y="114250"/>
                  </a:lnTo>
                  <a:lnTo>
                    <a:pt x="340009" y="120694"/>
                  </a:lnTo>
                  <a:lnTo>
                    <a:pt x="366286" y="138257"/>
                  </a:lnTo>
                  <a:lnTo>
                    <a:pt x="378666" y="156429"/>
                  </a:lnTo>
                  <a:lnTo>
                    <a:pt x="307867" y="156429"/>
                  </a:lnTo>
                  <a:lnTo>
                    <a:pt x="292282" y="159554"/>
                  </a:lnTo>
                  <a:lnTo>
                    <a:pt x="279543" y="168071"/>
                  </a:lnTo>
                  <a:lnTo>
                    <a:pt x="270947" y="180691"/>
                  </a:lnTo>
                  <a:lnTo>
                    <a:pt x="267793" y="196127"/>
                  </a:lnTo>
                  <a:lnTo>
                    <a:pt x="270947" y="211562"/>
                  </a:lnTo>
                  <a:lnTo>
                    <a:pt x="279543" y="224182"/>
                  </a:lnTo>
                  <a:lnTo>
                    <a:pt x="292131" y="232597"/>
                  </a:lnTo>
                  <a:lnTo>
                    <a:pt x="291777" y="232597"/>
                  </a:lnTo>
                  <a:lnTo>
                    <a:pt x="307867" y="235823"/>
                  </a:lnTo>
                  <a:lnTo>
                    <a:pt x="378667" y="235823"/>
                  </a:lnTo>
                  <a:lnTo>
                    <a:pt x="371499" y="246345"/>
                  </a:lnTo>
                  <a:close/>
                </a:path>
                <a:path w="390525" h="628650">
                  <a:moveTo>
                    <a:pt x="378667" y="235823"/>
                  </a:moveTo>
                  <a:lnTo>
                    <a:pt x="307867" y="235823"/>
                  </a:lnTo>
                  <a:lnTo>
                    <a:pt x="323957" y="232597"/>
                  </a:lnTo>
                  <a:lnTo>
                    <a:pt x="323604" y="232597"/>
                  </a:lnTo>
                  <a:lnTo>
                    <a:pt x="336192" y="224182"/>
                  </a:lnTo>
                  <a:lnTo>
                    <a:pt x="344788" y="211562"/>
                  </a:lnTo>
                  <a:lnTo>
                    <a:pt x="347942" y="196127"/>
                  </a:lnTo>
                  <a:lnTo>
                    <a:pt x="344788" y="180691"/>
                  </a:lnTo>
                  <a:lnTo>
                    <a:pt x="336192" y="168071"/>
                  </a:lnTo>
                  <a:lnTo>
                    <a:pt x="323452" y="159554"/>
                  </a:lnTo>
                  <a:lnTo>
                    <a:pt x="307867" y="156429"/>
                  </a:lnTo>
                  <a:lnTo>
                    <a:pt x="378666" y="156429"/>
                  </a:lnTo>
                  <a:lnTo>
                    <a:pt x="384018" y="164286"/>
                  </a:lnTo>
                  <a:lnTo>
                    <a:pt x="390524" y="196127"/>
                  </a:lnTo>
                  <a:lnTo>
                    <a:pt x="384018" y="227968"/>
                  </a:lnTo>
                  <a:lnTo>
                    <a:pt x="378667" y="235823"/>
                  </a:lnTo>
                  <a:close/>
                </a:path>
                <a:path w="390525" h="628650">
                  <a:moveTo>
                    <a:pt x="307867" y="278004"/>
                  </a:moveTo>
                  <a:lnTo>
                    <a:pt x="289948" y="276054"/>
                  </a:lnTo>
                  <a:lnTo>
                    <a:pt x="273391" y="270493"/>
                  </a:lnTo>
                  <a:lnTo>
                    <a:pt x="258609" y="261749"/>
                  </a:lnTo>
                  <a:lnTo>
                    <a:pt x="246012" y="250252"/>
                  </a:lnTo>
                  <a:lnTo>
                    <a:pt x="368837" y="250252"/>
                  </a:lnTo>
                  <a:lnTo>
                    <a:pt x="366286" y="253996"/>
                  </a:lnTo>
                  <a:lnTo>
                    <a:pt x="340009" y="271560"/>
                  </a:lnTo>
                  <a:lnTo>
                    <a:pt x="307867" y="278004"/>
                  </a:lnTo>
                  <a:close/>
                </a:path>
                <a:path w="390525" h="628650">
                  <a:moveTo>
                    <a:pt x="234708" y="367938"/>
                  </a:moveTo>
                  <a:lnTo>
                    <a:pt x="106761" y="367938"/>
                  </a:lnTo>
                  <a:lnTo>
                    <a:pt x="128497" y="363580"/>
                  </a:lnTo>
                  <a:lnTo>
                    <a:pt x="146266" y="351705"/>
                  </a:lnTo>
                  <a:lnTo>
                    <a:pt x="158257" y="334105"/>
                  </a:lnTo>
                  <a:lnTo>
                    <a:pt x="162656" y="312574"/>
                  </a:lnTo>
                  <a:lnTo>
                    <a:pt x="158257" y="291042"/>
                  </a:lnTo>
                  <a:lnTo>
                    <a:pt x="146266" y="273440"/>
                  </a:lnTo>
                  <a:lnTo>
                    <a:pt x="128497" y="261563"/>
                  </a:lnTo>
                  <a:lnTo>
                    <a:pt x="106761" y="257205"/>
                  </a:lnTo>
                  <a:lnTo>
                    <a:pt x="236014" y="257205"/>
                  </a:lnTo>
                  <a:lnTo>
                    <a:pt x="207255" y="277203"/>
                  </a:lnTo>
                  <a:lnTo>
                    <a:pt x="209918" y="285657"/>
                  </a:lnTo>
                  <a:lnTo>
                    <a:pt x="211887" y="294386"/>
                  </a:lnTo>
                  <a:lnTo>
                    <a:pt x="213109" y="303366"/>
                  </a:lnTo>
                  <a:lnTo>
                    <a:pt x="213528" y="312574"/>
                  </a:lnTo>
                  <a:lnTo>
                    <a:pt x="213094" y="321943"/>
                  </a:lnTo>
                  <a:lnTo>
                    <a:pt x="211829" y="331076"/>
                  </a:lnTo>
                  <a:lnTo>
                    <a:pt x="209791" y="339948"/>
                  </a:lnTo>
                  <a:lnTo>
                    <a:pt x="207037" y="348534"/>
                  </a:lnTo>
                  <a:lnTo>
                    <a:pt x="234708" y="367938"/>
                  </a:lnTo>
                  <a:close/>
                </a:path>
                <a:path w="390525" h="628650">
                  <a:moveTo>
                    <a:pt x="368936" y="375773"/>
                  </a:moveTo>
                  <a:lnTo>
                    <a:pt x="245881" y="375773"/>
                  </a:lnTo>
                  <a:lnTo>
                    <a:pt x="258489" y="364216"/>
                  </a:lnTo>
                  <a:lnTo>
                    <a:pt x="273299" y="355427"/>
                  </a:lnTo>
                  <a:lnTo>
                    <a:pt x="290184" y="349739"/>
                  </a:lnTo>
                  <a:lnTo>
                    <a:pt x="290784" y="349739"/>
                  </a:lnTo>
                  <a:lnTo>
                    <a:pt x="307867" y="347876"/>
                  </a:lnTo>
                  <a:lnTo>
                    <a:pt x="340009" y="354320"/>
                  </a:lnTo>
                  <a:lnTo>
                    <a:pt x="366286" y="371884"/>
                  </a:lnTo>
                  <a:lnTo>
                    <a:pt x="368936" y="375773"/>
                  </a:lnTo>
                  <a:close/>
                </a:path>
                <a:path w="390525" h="628650">
                  <a:moveTo>
                    <a:pt x="307867" y="511630"/>
                  </a:moveTo>
                  <a:lnTo>
                    <a:pt x="275726" y="505186"/>
                  </a:lnTo>
                  <a:lnTo>
                    <a:pt x="249449" y="487623"/>
                  </a:lnTo>
                  <a:lnTo>
                    <a:pt x="231717" y="461594"/>
                  </a:lnTo>
                  <a:lnTo>
                    <a:pt x="225210" y="429753"/>
                  </a:lnTo>
                  <a:lnTo>
                    <a:pt x="225210" y="421753"/>
                  </a:lnTo>
                  <a:lnTo>
                    <a:pt x="226315" y="414745"/>
                  </a:lnTo>
                  <a:lnTo>
                    <a:pt x="226426" y="414038"/>
                  </a:lnTo>
                  <a:lnTo>
                    <a:pt x="228597" y="406724"/>
                  </a:lnTo>
                  <a:lnTo>
                    <a:pt x="189494" y="379308"/>
                  </a:lnTo>
                  <a:lnTo>
                    <a:pt x="371344" y="379308"/>
                  </a:lnTo>
                  <a:lnTo>
                    <a:pt x="378667" y="390057"/>
                  </a:lnTo>
                  <a:lnTo>
                    <a:pt x="307867" y="390057"/>
                  </a:lnTo>
                  <a:lnTo>
                    <a:pt x="292282" y="393182"/>
                  </a:lnTo>
                  <a:lnTo>
                    <a:pt x="279543" y="401698"/>
                  </a:lnTo>
                  <a:lnTo>
                    <a:pt x="270947" y="414318"/>
                  </a:lnTo>
                  <a:lnTo>
                    <a:pt x="267793" y="429753"/>
                  </a:lnTo>
                  <a:lnTo>
                    <a:pt x="270947" y="445189"/>
                  </a:lnTo>
                  <a:lnTo>
                    <a:pt x="279543" y="457809"/>
                  </a:lnTo>
                  <a:lnTo>
                    <a:pt x="292204" y="466273"/>
                  </a:lnTo>
                  <a:lnTo>
                    <a:pt x="292020" y="466273"/>
                  </a:lnTo>
                  <a:lnTo>
                    <a:pt x="307867" y="469451"/>
                  </a:lnTo>
                  <a:lnTo>
                    <a:pt x="378666" y="469451"/>
                  </a:lnTo>
                  <a:lnTo>
                    <a:pt x="366286" y="487623"/>
                  </a:lnTo>
                  <a:lnTo>
                    <a:pt x="340009" y="505186"/>
                  </a:lnTo>
                  <a:lnTo>
                    <a:pt x="307867" y="511630"/>
                  </a:lnTo>
                  <a:close/>
                </a:path>
                <a:path w="390525" h="628650">
                  <a:moveTo>
                    <a:pt x="378666" y="469451"/>
                  </a:moveTo>
                  <a:lnTo>
                    <a:pt x="307867" y="469451"/>
                  </a:lnTo>
                  <a:lnTo>
                    <a:pt x="323715" y="466273"/>
                  </a:lnTo>
                  <a:lnTo>
                    <a:pt x="323531" y="466273"/>
                  </a:lnTo>
                  <a:lnTo>
                    <a:pt x="336192" y="457809"/>
                  </a:lnTo>
                  <a:lnTo>
                    <a:pt x="344788" y="445189"/>
                  </a:lnTo>
                  <a:lnTo>
                    <a:pt x="347942" y="429753"/>
                  </a:lnTo>
                  <a:lnTo>
                    <a:pt x="344875" y="414745"/>
                  </a:lnTo>
                  <a:lnTo>
                    <a:pt x="344788" y="414318"/>
                  </a:lnTo>
                  <a:lnTo>
                    <a:pt x="336192" y="401698"/>
                  </a:lnTo>
                  <a:lnTo>
                    <a:pt x="323452" y="393182"/>
                  </a:lnTo>
                  <a:lnTo>
                    <a:pt x="307867" y="390057"/>
                  </a:lnTo>
                  <a:lnTo>
                    <a:pt x="378667" y="390057"/>
                  </a:lnTo>
                  <a:lnTo>
                    <a:pt x="384018" y="397912"/>
                  </a:lnTo>
                  <a:lnTo>
                    <a:pt x="390524" y="429753"/>
                  </a:lnTo>
                  <a:lnTo>
                    <a:pt x="384018" y="461594"/>
                  </a:lnTo>
                  <a:lnTo>
                    <a:pt x="378666" y="469451"/>
                  </a:lnTo>
                  <a:close/>
                </a:path>
                <a:path w="390525" h="628650">
                  <a:moveTo>
                    <a:pt x="177563" y="585897"/>
                  </a:moveTo>
                  <a:lnTo>
                    <a:pt x="106764" y="585897"/>
                  </a:lnTo>
                  <a:lnTo>
                    <a:pt x="122349" y="582772"/>
                  </a:lnTo>
                  <a:lnTo>
                    <a:pt x="135089" y="574256"/>
                  </a:lnTo>
                  <a:lnTo>
                    <a:pt x="143685" y="561636"/>
                  </a:lnTo>
                  <a:lnTo>
                    <a:pt x="146838" y="546201"/>
                  </a:lnTo>
                  <a:lnTo>
                    <a:pt x="143685" y="530765"/>
                  </a:lnTo>
                  <a:lnTo>
                    <a:pt x="135089" y="518146"/>
                  </a:lnTo>
                  <a:lnTo>
                    <a:pt x="122349" y="509629"/>
                  </a:lnTo>
                  <a:lnTo>
                    <a:pt x="106764" y="506504"/>
                  </a:lnTo>
                  <a:lnTo>
                    <a:pt x="177697" y="506504"/>
                  </a:lnTo>
                  <a:lnTo>
                    <a:pt x="184376" y="518146"/>
                  </a:lnTo>
                  <a:lnTo>
                    <a:pt x="184491" y="518347"/>
                  </a:lnTo>
                  <a:lnTo>
                    <a:pt x="189421" y="546201"/>
                  </a:lnTo>
                  <a:lnTo>
                    <a:pt x="182915" y="578042"/>
                  </a:lnTo>
                  <a:lnTo>
                    <a:pt x="177563" y="585897"/>
                  </a:lnTo>
                  <a:close/>
                </a:path>
              </a:pathLst>
            </a:custGeom>
            <a:solidFill>
              <a:srgbClr val="231F20"/>
            </a:solidFill>
          </p:spPr>
          <p:txBody>
            <a:bodyPr wrap="square" lIns="0" tIns="0" rIns="0" bIns="0" rtlCol="0"/>
            <a:lstStyle/>
            <a:p>
              <a:endParaRPr/>
            </a:p>
          </p:txBody>
        </p:sp>
      </p:grpSp>
      <p:sp>
        <p:nvSpPr>
          <p:cNvPr id="110" name="object 110"/>
          <p:cNvSpPr txBox="1"/>
          <p:nvPr/>
        </p:nvSpPr>
        <p:spPr>
          <a:xfrm>
            <a:off x="11225254" y="6321386"/>
            <a:ext cx="2596515" cy="599523"/>
          </a:xfrm>
          <a:prstGeom prst="rect">
            <a:avLst/>
          </a:prstGeom>
        </p:spPr>
        <p:txBody>
          <a:bodyPr vert="horz" wrap="square" lIns="0" tIns="24765" rIns="0" bIns="0" rtlCol="0">
            <a:spAutoFit/>
          </a:bodyPr>
          <a:lstStyle/>
          <a:p>
            <a:pPr lvl="0"/>
            <a:r>
              <a:rPr lang="en-IN" sz="1200" dirty="0" err="1">
                <a:latin typeface="Lucida Sans Unicode" panose="020B0602030504020204" pitchFamily="34" charset="0"/>
                <a:cs typeface="Lucida Sans Unicode" panose="020B0602030504020204" pitchFamily="34" charset="0"/>
              </a:rPr>
              <a:t>FastAPI</a:t>
            </a:r>
            <a:r>
              <a:rPr lang="en-IN" sz="1200" dirty="0">
                <a:latin typeface="Lucida Sans Unicode" panose="020B0602030504020204" pitchFamily="34" charset="0"/>
                <a:cs typeface="Lucida Sans Unicode" panose="020B0602030504020204" pitchFamily="34" charset="0"/>
              </a:rPr>
              <a:t> Documentation: </a:t>
            </a:r>
            <a:r>
              <a:rPr lang="en-IN" sz="1200" dirty="0">
                <a:latin typeface="Lucida Sans Unicode" panose="020B0602030504020204" pitchFamily="34" charset="0"/>
                <a:cs typeface="Lucida Sans Unicode" panose="020B0602030504020204" pitchFamily="34" charset="0"/>
                <a:hlinkClick r:id="rId27"/>
              </a:rPr>
              <a:t>https://fastapi.tiangolo.com/</a:t>
            </a:r>
            <a:endParaRPr lang="en-IN" sz="1200" dirty="0">
              <a:latin typeface="Lucida Sans Unicode" panose="020B0602030504020204" pitchFamily="34" charset="0"/>
              <a:cs typeface="Lucida Sans Unicode" panose="020B0602030504020204" pitchFamily="34" charset="0"/>
            </a:endParaRPr>
          </a:p>
          <a:p>
            <a:pPr marL="12700" marR="5080">
              <a:lnSpc>
                <a:spcPts val="1430"/>
              </a:lnSpc>
              <a:spcBef>
                <a:spcPts val="195"/>
              </a:spcBef>
            </a:pPr>
            <a:endParaRPr sz="1200" dirty="0">
              <a:latin typeface="Lucida Sans Unicode" panose="020B0602030504020204" pitchFamily="34" charset="0"/>
              <a:cs typeface="Lucida Sans Unicode" panose="020B0602030504020204" pitchFamily="34" charset="0"/>
            </a:endParaRPr>
          </a:p>
        </p:txBody>
      </p:sp>
      <p:grpSp>
        <p:nvGrpSpPr>
          <p:cNvPr id="112" name="object 112"/>
          <p:cNvGrpSpPr/>
          <p:nvPr/>
        </p:nvGrpSpPr>
        <p:grpSpPr>
          <a:xfrm>
            <a:off x="14050714" y="6070874"/>
            <a:ext cx="3476625" cy="1045210"/>
            <a:chOff x="14050714" y="6070874"/>
            <a:chExt cx="3476625" cy="1045210"/>
          </a:xfrm>
        </p:grpSpPr>
        <p:sp>
          <p:nvSpPr>
            <p:cNvPr id="113" name="object 113">
              <a:hlinkClick r:id="rId28"/>
            </p:cNvPr>
            <p:cNvSpPr/>
            <p:nvPr/>
          </p:nvSpPr>
          <p:spPr>
            <a:xfrm>
              <a:off x="14069762" y="6089923"/>
              <a:ext cx="3441065" cy="1007110"/>
            </a:xfrm>
            <a:custGeom>
              <a:avLst/>
              <a:gdLst/>
              <a:ahLst/>
              <a:cxnLst/>
              <a:rect l="l" t="t" r="r" b="b"/>
              <a:pathLst>
                <a:path w="3441065" h="1007109">
                  <a:moveTo>
                    <a:pt x="3203966" y="1006697"/>
                  </a:moveTo>
                  <a:lnTo>
                    <a:pt x="238125" y="1006697"/>
                  </a:lnTo>
                  <a:lnTo>
                    <a:pt x="190134" y="1001860"/>
                  </a:lnTo>
                  <a:lnTo>
                    <a:pt x="145436" y="987985"/>
                  </a:lnTo>
                  <a:lnTo>
                    <a:pt x="104987" y="966030"/>
                  </a:lnTo>
                  <a:lnTo>
                    <a:pt x="69745" y="936952"/>
                  </a:lnTo>
                  <a:lnTo>
                    <a:pt x="40668" y="901710"/>
                  </a:lnTo>
                  <a:lnTo>
                    <a:pt x="18713" y="861262"/>
                  </a:lnTo>
                  <a:lnTo>
                    <a:pt x="4838" y="816563"/>
                  </a:lnTo>
                  <a:lnTo>
                    <a:pt x="0" y="768573"/>
                  </a:lnTo>
                  <a:lnTo>
                    <a:pt x="0" y="238125"/>
                  </a:lnTo>
                  <a:lnTo>
                    <a:pt x="4838" y="190134"/>
                  </a:lnTo>
                  <a:lnTo>
                    <a:pt x="18713" y="145436"/>
                  </a:lnTo>
                  <a:lnTo>
                    <a:pt x="40668" y="104987"/>
                  </a:lnTo>
                  <a:lnTo>
                    <a:pt x="69745" y="69745"/>
                  </a:lnTo>
                  <a:lnTo>
                    <a:pt x="104987" y="40668"/>
                  </a:lnTo>
                  <a:lnTo>
                    <a:pt x="145436" y="18713"/>
                  </a:lnTo>
                  <a:lnTo>
                    <a:pt x="190134" y="4837"/>
                  </a:lnTo>
                  <a:lnTo>
                    <a:pt x="238125" y="0"/>
                  </a:lnTo>
                  <a:lnTo>
                    <a:pt x="3203966" y="0"/>
                  </a:lnTo>
                  <a:lnTo>
                    <a:pt x="3251956" y="4837"/>
                  </a:lnTo>
                  <a:lnTo>
                    <a:pt x="3296654" y="18713"/>
                  </a:lnTo>
                  <a:lnTo>
                    <a:pt x="3337103" y="40668"/>
                  </a:lnTo>
                  <a:lnTo>
                    <a:pt x="3372345" y="69745"/>
                  </a:lnTo>
                  <a:lnTo>
                    <a:pt x="3401423" y="104987"/>
                  </a:lnTo>
                  <a:lnTo>
                    <a:pt x="3423378" y="145436"/>
                  </a:lnTo>
                  <a:lnTo>
                    <a:pt x="3437253" y="190134"/>
                  </a:lnTo>
                  <a:lnTo>
                    <a:pt x="3440862" y="225931"/>
                  </a:lnTo>
                  <a:lnTo>
                    <a:pt x="3440862" y="780766"/>
                  </a:lnTo>
                  <a:lnTo>
                    <a:pt x="3423378" y="861262"/>
                  </a:lnTo>
                  <a:lnTo>
                    <a:pt x="3401423" y="901710"/>
                  </a:lnTo>
                  <a:lnTo>
                    <a:pt x="3372345" y="936952"/>
                  </a:lnTo>
                  <a:lnTo>
                    <a:pt x="3337103" y="966030"/>
                  </a:lnTo>
                  <a:lnTo>
                    <a:pt x="3296654" y="987985"/>
                  </a:lnTo>
                  <a:lnTo>
                    <a:pt x="3251956" y="1001860"/>
                  </a:lnTo>
                  <a:lnTo>
                    <a:pt x="3203966" y="1006697"/>
                  </a:lnTo>
                  <a:close/>
                </a:path>
              </a:pathLst>
            </a:custGeom>
            <a:solidFill>
              <a:srgbClr val="FFFFFF"/>
            </a:solidFill>
          </p:spPr>
          <p:txBody>
            <a:bodyPr wrap="square" lIns="0" tIns="0" rIns="0" bIns="0" rtlCol="0"/>
            <a:lstStyle/>
            <a:p>
              <a:endParaRPr/>
            </a:p>
          </p:txBody>
        </p:sp>
        <p:sp>
          <p:nvSpPr>
            <p:cNvPr id="114" name="object 114">
              <a:hlinkClick r:id="rId28"/>
            </p:cNvPr>
            <p:cNvSpPr/>
            <p:nvPr/>
          </p:nvSpPr>
          <p:spPr>
            <a:xfrm>
              <a:off x="14069764" y="6089924"/>
              <a:ext cx="3438525" cy="1007110"/>
            </a:xfrm>
            <a:custGeom>
              <a:avLst/>
              <a:gdLst/>
              <a:ahLst/>
              <a:cxnLst/>
              <a:rect l="l" t="t" r="r" b="b"/>
              <a:pathLst>
                <a:path w="3438525" h="1007109">
                  <a:moveTo>
                    <a:pt x="3438524" y="802506"/>
                  </a:moveTo>
                  <a:lnTo>
                    <a:pt x="3423235" y="861234"/>
                  </a:lnTo>
                  <a:lnTo>
                    <a:pt x="3401281" y="901682"/>
                  </a:lnTo>
                  <a:lnTo>
                    <a:pt x="3372204" y="936922"/>
                  </a:lnTo>
                  <a:lnTo>
                    <a:pt x="3336964" y="965998"/>
                  </a:lnTo>
                  <a:lnTo>
                    <a:pt x="3296517" y="987952"/>
                  </a:lnTo>
                  <a:lnTo>
                    <a:pt x="3251820" y="1001826"/>
                  </a:lnTo>
                  <a:lnTo>
                    <a:pt x="3203831" y="1006664"/>
                  </a:lnTo>
                  <a:lnTo>
                    <a:pt x="238114" y="1006664"/>
                  </a:lnTo>
                  <a:lnTo>
                    <a:pt x="190126" y="1001826"/>
                  </a:lnTo>
                  <a:lnTo>
                    <a:pt x="145429" y="987952"/>
                  </a:lnTo>
                  <a:lnTo>
                    <a:pt x="104982" y="965998"/>
                  </a:lnTo>
                  <a:lnTo>
                    <a:pt x="69742" y="936922"/>
                  </a:lnTo>
                  <a:lnTo>
                    <a:pt x="40666" y="901681"/>
                  </a:lnTo>
                  <a:lnTo>
                    <a:pt x="18712" y="861234"/>
                  </a:lnTo>
                  <a:lnTo>
                    <a:pt x="4837" y="816537"/>
                  </a:lnTo>
                  <a:lnTo>
                    <a:pt x="0" y="768549"/>
                  </a:lnTo>
                  <a:lnTo>
                    <a:pt x="0" y="238123"/>
                  </a:lnTo>
                  <a:lnTo>
                    <a:pt x="4837" y="190135"/>
                  </a:lnTo>
                  <a:lnTo>
                    <a:pt x="18712" y="145438"/>
                  </a:lnTo>
                  <a:lnTo>
                    <a:pt x="40666" y="104991"/>
                  </a:lnTo>
                  <a:lnTo>
                    <a:pt x="69742" y="69750"/>
                  </a:lnTo>
                  <a:lnTo>
                    <a:pt x="104982" y="40674"/>
                  </a:lnTo>
                  <a:lnTo>
                    <a:pt x="145429" y="18720"/>
                  </a:lnTo>
                  <a:lnTo>
                    <a:pt x="190126" y="4846"/>
                  </a:lnTo>
                  <a:lnTo>
                    <a:pt x="238114" y="0"/>
                  </a:lnTo>
                  <a:lnTo>
                    <a:pt x="3203831" y="0"/>
                  </a:lnTo>
                  <a:lnTo>
                    <a:pt x="3251820" y="4846"/>
                  </a:lnTo>
                  <a:lnTo>
                    <a:pt x="3296517" y="18720"/>
                  </a:lnTo>
                  <a:lnTo>
                    <a:pt x="3336964" y="40674"/>
                  </a:lnTo>
                  <a:lnTo>
                    <a:pt x="3372204" y="69750"/>
                  </a:lnTo>
                  <a:lnTo>
                    <a:pt x="3401281" y="104990"/>
                  </a:lnTo>
                  <a:lnTo>
                    <a:pt x="3423235" y="145438"/>
                  </a:lnTo>
                  <a:lnTo>
                    <a:pt x="3437110" y="190134"/>
                  </a:lnTo>
                  <a:lnTo>
                    <a:pt x="3438523" y="204166"/>
                  </a:lnTo>
                </a:path>
              </a:pathLst>
            </a:custGeom>
            <a:ln w="38099">
              <a:solidFill>
                <a:srgbClr val="000000"/>
              </a:solidFill>
            </a:ln>
          </p:spPr>
          <p:txBody>
            <a:bodyPr wrap="square" lIns="0" tIns="0" rIns="0" bIns="0" rtlCol="0"/>
            <a:lstStyle/>
            <a:p>
              <a:endParaRPr/>
            </a:p>
          </p:txBody>
        </p:sp>
      </p:grpSp>
      <p:sp>
        <p:nvSpPr>
          <p:cNvPr id="115" name="object 115"/>
          <p:cNvSpPr txBox="1"/>
          <p:nvPr/>
        </p:nvSpPr>
        <p:spPr>
          <a:xfrm>
            <a:off x="15286355" y="6321385"/>
            <a:ext cx="2392045" cy="599523"/>
          </a:xfrm>
          <a:prstGeom prst="rect">
            <a:avLst/>
          </a:prstGeom>
        </p:spPr>
        <p:txBody>
          <a:bodyPr vert="horz" wrap="square" lIns="0" tIns="24765" rIns="0" bIns="0" rtlCol="0">
            <a:spAutoFit/>
          </a:bodyPr>
          <a:lstStyle/>
          <a:p>
            <a:pPr marL="12700" marR="5080">
              <a:lnSpc>
                <a:spcPts val="1430"/>
              </a:lnSpc>
              <a:spcBef>
                <a:spcPts val="195"/>
              </a:spcBef>
            </a:pPr>
            <a:r>
              <a:rPr lang="en-IN" sz="1200" dirty="0" err="1"/>
              <a:t>xarray</a:t>
            </a:r>
            <a:r>
              <a:rPr lang="en-IN" sz="1200" dirty="0"/>
              <a:t> Documentation: </a:t>
            </a:r>
            <a:r>
              <a:rPr lang="en-IN" sz="1200" dirty="0">
                <a:hlinkClick r:id="rId29"/>
              </a:rPr>
              <a:t>https://docs.xarray.dev/</a:t>
            </a:r>
            <a:endParaRPr lang="en-IN" sz="1200" dirty="0"/>
          </a:p>
          <a:p>
            <a:pPr marL="12700" marR="5080">
              <a:lnSpc>
                <a:spcPts val="1430"/>
              </a:lnSpc>
              <a:spcBef>
                <a:spcPts val="195"/>
              </a:spcBef>
            </a:pPr>
            <a:endParaRPr sz="1200" dirty="0">
              <a:latin typeface="Tahoma"/>
              <a:cs typeface="Tahoma"/>
            </a:endParaRPr>
          </a:p>
        </p:txBody>
      </p:sp>
      <p:sp>
        <p:nvSpPr>
          <p:cNvPr id="118" name="object 118"/>
          <p:cNvSpPr txBox="1"/>
          <p:nvPr/>
        </p:nvSpPr>
        <p:spPr>
          <a:xfrm>
            <a:off x="12042817" y="1229353"/>
            <a:ext cx="2019935" cy="770083"/>
          </a:xfrm>
          <a:prstGeom prst="rect">
            <a:avLst/>
          </a:prstGeom>
        </p:spPr>
        <p:txBody>
          <a:bodyPr vert="horz" wrap="square" lIns="0" tIns="67945" rIns="0" bIns="0" rtlCol="0">
            <a:spAutoFit/>
          </a:bodyPr>
          <a:lstStyle/>
          <a:p>
            <a:pPr marL="450850">
              <a:lnSpc>
                <a:spcPct val="100000"/>
              </a:lnSpc>
              <a:spcBef>
                <a:spcPts val="535"/>
              </a:spcBef>
            </a:pPr>
            <a:r>
              <a:rPr sz="1650" spc="-10" dirty="0">
                <a:latin typeface="Arial Black"/>
                <a:cs typeface="Arial Black"/>
                <a:hlinkClick r:id="rId13"/>
              </a:rPr>
              <a:t>GitHub</a:t>
            </a:r>
            <a:endParaRPr sz="1650" dirty="0">
              <a:latin typeface="Arial Black"/>
              <a:cs typeface="Arial Black"/>
            </a:endParaRPr>
          </a:p>
          <a:p>
            <a:pPr marL="12700" marR="5080">
              <a:lnSpc>
                <a:spcPts val="1580"/>
              </a:lnSpc>
              <a:spcBef>
                <a:spcPts val="405"/>
              </a:spcBef>
            </a:pPr>
            <a:r>
              <a:rPr lang="en-IN" sz="1200" dirty="0">
                <a:latin typeface="Arial Black"/>
                <a:cs typeface="Arial Black"/>
              </a:rPr>
              <a:t>https://github.com/RutuRaj-1/Sagar_Drishti</a:t>
            </a:r>
            <a:endParaRPr sz="1200" dirty="0">
              <a:latin typeface="Arial Black"/>
              <a:cs typeface="Arial Black"/>
            </a:endParaRPr>
          </a:p>
        </p:txBody>
      </p:sp>
      <p:sp>
        <p:nvSpPr>
          <p:cNvPr id="119" name="object 119"/>
          <p:cNvSpPr txBox="1"/>
          <p:nvPr/>
        </p:nvSpPr>
        <p:spPr>
          <a:xfrm>
            <a:off x="15206208" y="1251574"/>
            <a:ext cx="2232660" cy="989330"/>
          </a:xfrm>
          <a:prstGeom prst="rect">
            <a:avLst/>
          </a:prstGeom>
        </p:spPr>
        <p:txBody>
          <a:bodyPr vert="horz" wrap="square" lIns="0" tIns="52069" rIns="0" bIns="0" rtlCol="0">
            <a:spAutoFit/>
          </a:bodyPr>
          <a:lstStyle/>
          <a:p>
            <a:pPr marL="50165" algn="ctr">
              <a:lnSpc>
                <a:spcPct val="100000"/>
              </a:lnSpc>
              <a:spcBef>
                <a:spcPts val="409"/>
              </a:spcBef>
            </a:pPr>
            <a:r>
              <a:rPr sz="1650" spc="-65" dirty="0">
                <a:latin typeface="Arial Black"/>
                <a:cs typeface="Arial Black"/>
                <a:hlinkClick r:id="rId14"/>
              </a:rPr>
              <a:t>Proof</a:t>
            </a:r>
            <a:r>
              <a:rPr sz="1650" spc="-150" dirty="0">
                <a:latin typeface="Arial Black"/>
                <a:cs typeface="Arial Black"/>
                <a:hlinkClick r:id="rId14"/>
              </a:rPr>
              <a:t> </a:t>
            </a:r>
            <a:r>
              <a:rPr sz="1650" spc="-10" dirty="0">
                <a:latin typeface="Arial Black"/>
                <a:cs typeface="Arial Black"/>
                <a:hlinkClick r:id="rId14"/>
              </a:rPr>
              <a:t>Documents</a:t>
            </a:r>
            <a:endParaRPr sz="1650">
              <a:latin typeface="Arial Black"/>
              <a:cs typeface="Arial Black"/>
            </a:endParaRPr>
          </a:p>
          <a:p>
            <a:pPr marL="12700" marR="5080" indent="-635" algn="ctr">
              <a:lnSpc>
                <a:spcPts val="1580"/>
              </a:lnSpc>
              <a:spcBef>
                <a:spcPts val="309"/>
              </a:spcBef>
            </a:pPr>
            <a:r>
              <a:rPr sz="1350" spc="105" dirty="0">
                <a:latin typeface="Tahoma"/>
                <a:cs typeface="Tahoma"/>
                <a:hlinkClick r:id="rId14"/>
              </a:rPr>
              <a:t>Consolidated</a:t>
            </a:r>
            <a:r>
              <a:rPr sz="1350" spc="-25" dirty="0">
                <a:latin typeface="Tahoma"/>
                <a:cs typeface="Tahoma"/>
                <a:hlinkClick r:id="rId14"/>
              </a:rPr>
              <a:t> </a:t>
            </a:r>
            <a:r>
              <a:rPr sz="1350" spc="70" dirty="0">
                <a:latin typeface="Tahoma"/>
                <a:cs typeface="Tahoma"/>
                <a:hlinkClick r:id="rId14"/>
              </a:rPr>
              <a:t>proof </a:t>
            </a:r>
            <a:r>
              <a:rPr sz="1350" spc="125" dirty="0">
                <a:latin typeface="Tahoma"/>
                <a:cs typeface="Tahoma"/>
                <a:hlinkClick r:id="rId14"/>
              </a:rPr>
              <a:t>documents</a:t>
            </a:r>
            <a:r>
              <a:rPr sz="1350" spc="-60" dirty="0">
                <a:latin typeface="Tahoma"/>
                <a:cs typeface="Tahoma"/>
                <a:hlinkClick r:id="rId14"/>
              </a:rPr>
              <a:t> </a:t>
            </a:r>
            <a:r>
              <a:rPr sz="1350" spc="65" dirty="0">
                <a:latin typeface="Tahoma"/>
                <a:cs typeface="Tahoma"/>
                <a:hlinkClick r:id="rId14"/>
              </a:rPr>
              <a:t>of</a:t>
            </a:r>
            <a:r>
              <a:rPr sz="1350" spc="-60" dirty="0">
                <a:latin typeface="Tahoma"/>
                <a:cs typeface="Tahoma"/>
                <a:hlinkClick r:id="rId14"/>
              </a:rPr>
              <a:t> </a:t>
            </a:r>
            <a:r>
              <a:rPr sz="1350" spc="70" dirty="0">
                <a:latin typeface="Tahoma"/>
                <a:cs typeface="Tahoma"/>
                <a:hlinkClick r:id="rId14"/>
              </a:rPr>
              <a:t>all</a:t>
            </a:r>
            <a:r>
              <a:rPr sz="1350" spc="-60" dirty="0">
                <a:latin typeface="Tahoma"/>
                <a:cs typeface="Tahoma"/>
                <a:hlinkClick r:id="rId14"/>
              </a:rPr>
              <a:t> </a:t>
            </a:r>
            <a:r>
              <a:rPr sz="1350" spc="80" dirty="0">
                <a:latin typeface="Tahoma"/>
                <a:cs typeface="Tahoma"/>
                <a:hlinkClick r:id="rId14"/>
              </a:rPr>
              <a:t>the</a:t>
            </a:r>
            <a:r>
              <a:rPr sz="1350" spc="-60" dirty="0">
                <a:latin typeface="Tahoma"/>
                <a:cs typeface="Tahoma"/>
                <a:hlinkClick r:id="rId14"/>
              </a:rPr>
              <a:t> </a:t>
            </a:r>
            <a:r>
              <a:rPr sz="1350" spc="35" dirty="0">
                <a:latin typeface="Tahoma"/>
                <a:cs typeface="Tahoma"/>
                <a:hlinkClick r:id="rId14"/>
              </a:rPr>
              <a:t>work</a:t>
            </a:r>
            <a:endParaRPr sz="1350">
              <a:latin typeface="Tahoma"/>
              <a:cs typeface="Tahoma"/>
            </a:endParaRPr>
          </a:p>
          <a:p>
            <a:pPr marL="667385">
              <a:lnSpc>
                <a:spcPct val="100000"/>
              </a:lnSpc>
              <a:spcBef>
                <a:spcPts val="500"/>
              </a:spcBef>
            </a:pPr>
            <a:r>
              <a:rPr sz="1100" u="sng" spc="-45" dirty="0">
                <a:solidFill>
                  <a:srgbClr val="004EAB"/>
                </a:solidFill>
                <a:uFill>
                  <a:solidFill>
                    <a:srgbClr val="004EAB"/>
                  </a:solidFill>
                </a:uFill>
                <a:latin typeface="Arial Black"/>
                <a:cs typeface="Arial Black"/>
                <a:hlinkClick r:id="rId14"/>
              </a:rPr>
              <a:t>Click</a:t>
            </a:r>
            <a:r>
              <a:rPr sz="1100" u="sng" spc="-95" dirty="0">
                <a:solidFill>
                  <a:srgbClr val="004EAB"/>
                </a:solidFill>
                <a:uFill>
                  <a:solidFill>
                    <a:srgbClr val="004EAB"/>
                  </a:solidFill>
                </a:uFill>
                <a:latin typeface="Arial Black"/>
                <a:cs typeface="Arial Black"/>
                <a:hlinkClick r:id="rId14"/>
              </a:rPr>
              <a:t> </a:t>
            </a:r>
            <a:r>
              <a:rPr sz="1100" u="sng" spc="-20" dirty="0">
                <a:solidFill>
                  <a:srgbClr val="004EAB"/>
                </a:solidFill>
                <a:uFill>
                  <a:solidFill>
                    <a:srgbClr val="004EAB"/>
                  </a:solidFill>
                </a:uFill>
                <a:latin typeface="Arial Black"/>
                <a:cs typeface="Arial Black"/>
                <a:hlinkClick r:id="rId14"/>
              </a:rPr>
              <a:t>here</a:t>
            </a:r>
            <a:endParaRPr sz="1100">
              <a:latin typeface="Arial Black"/>
              <a:cs typeface="Arial Black"/>
            </a:endParaRPr>
          </a:p>
        </p:txBody>
      </p:sp>
      <p:sp>
        <p:nvSpPr>
          <p:cNvPr id="121" name="object 121"/>
          <p:cNvSpPr txBox="1"/>
          <p:nvPr/>
        </p:nvSpPr>
        <p:spPr>
          <a:xfrm>
            <a:off x="6472700" y="1515545"/>
            <a:ext cx="2255706" cy="520655"/>
          </a:xfrm>
          <a:prstGeom prst="rect">
            <a:avLst/>
          </a:prstGeom>
        </p:spPr>
        <p:txBody>
          <a:bodyPr vert="horz" wrap="square" lIns="0" tIns="12700" rIns="0" bIns="0" rtlCol="0">
            <a:spAutoFit/>
          </a:bodyPr>
          <a:lstStyle/>
          <a:p>
            <a:pPr marL="12700">
              <a:lnSpc>
                <a:spcPct val="100000"/>
              </a:lnSpc>
              <a:spcBef>
                <a:spcPts val="100"/>
              </a:spcBef>
            </a:pPr>
            <a:r>
              <a:rPr lang="en-IN" sz="1100" dirty="0"/>
              <a:t>NDMA — Tsunami Hazard Profile: </a:t>
            </a:r>
            <a:r>
              <a:rPr lang="en-IN" sz="1100" dirty="0">
                <a:hlinkClick r:id="rId30"/>
              </a:rPr>
              <a:t>https://ndma.gov.in/Natural-Hazards/Tsunami </a:t>
            </a:r>
            <a:r>
              <a:rPr sz="1100" spc="80" dirty="0">
                <a:latin typeface="Tahoma"/>
                <a:cs typeface="Tahoma"/>
                <a:hlinkClick r:id="rId31"/>
              </a:rPr>
              <a:t>n</a:t>
            </a:r>
            <a:endParaRPr sz="1100" dirty="0">
              <a:latin typeface="Tahoma"/>
              <a:cs typeface="Tahoma"/>
            </a:endParaRPr>
          </a:p>
        </p:txBody>
      </p:sp>
      <p:sp>
        <p:nvSpPr>
          <p:cNvPr id="122" name="object 122"/>
          <p:cNvSpPr txBox="1"/>
          <p:nvPr/>
        </p:nvSpPr>
        <p:spPr>
          <a:xfrm>
            <a:off x="4973096" y="2325599"/>
            <a:ext cx="2084705" cy="659796"/>
          </a:xfrm>
          <a:prstGeom prst="rect">
            <a:avLst/>
          </a:prstGeom>
        </p:spPr>
        <p:txBody>
          <a:bodyPr vert="horz" wrap="square" lIns="0" tIns="13335" rIns="0" bIns="0" rtlCol="0">
            <a:spAutoFit/>
          </a:bodyPr>
          <a:lstStyle/>
          <a:p>
            <a:pPr marL="12700" marR="5080" algn="just">
              <a:lnSpc>
                <a:spcPct val="100000"/>
              </a:lnSpc>
              <a:spcBef>
                <a:spcPts val="105"/>
              </a:spcBef>
            </a:pPr>
            <a:r>
              <a:rPr lang="en-IN" sz="1050" dirty="0"/>
              <a:t>IMD/RSMC New Delhi — Cyclone Hazard Climatology (PDF): </a:t>
            </a:r>
            <a:r>
              <a:rPr lang="en-IN" sz="1050" dirty="0">
                <a:hlinkClick r:id="rId32"/>
              </a:rPr>
              <a:t>https://rsmcnewdelhi.imd.gov.in/uploads/climatology/hazard.pdf</a:t>
            </a:r>
            <a:endParaRPr sz="1050" dirty="0">
              <a:latin typeface="Tahoma"/>
              <a:cs typeface="Tahoma"/>
            </a:endParaRPr>
          </a:p>
        </p:txBody>
      </p:sp>
      <p:sp>
        <p:nvSpPr>
          <p:cNvPr id="123" name="object 123"/>
          <p:cNvSpPr txBox="1"/>
          <p:nvPr/>
        </p:nvSpPr>
        <p:spPr>
          <a:xfrm>
            <a:off x="6665113" y="3068211"/>
            <a:ext cx="2205732" cy="821379"/>
          </a:xfrm>
          <a:prstGeom prst="rect">
            <a:avLst/>
          </a:prstGeom>
        </p:spPr>
        <p:txBody>
          <a:bodyPr vert="horz" wrap="square" lIns="0" tIns="13335" rIns="0" bIns="0" rtlCol="0">
            <a:spAutoFit/>
          </a:bodyPr>
          <a:lstStyle/>
          <a:p>
            <a:pPr marL="12700" marR="5080" algn="just">
              <a:lnSpc>
                <a:spcPct val="100000"/>
              </a:lnSpc>
              <a:spcBef>
                <a:spcPts val="105"/>
              </a:spcBef>
            </a:pPr>
            <a:r>
              <a:rPr lang="en-IN" sz="1050" dirty="0"/>
              <a:t>Springer Nature — Cyclone Disaster Mitigation and Management in India: An Overview: </a:t>
            </a:r>
            <a:r>
              <a:rPr lang="en-IN" sz="1050" dirty="0">
                <a:hlinkClick r:id="rId33"/>
              </a:rPr>
              <a:t>https://link.springer.com/chapter/10.1007/978-981-99-4105-6_7</a:t>
            </a:r>
            <a:endParaRPr sz="1050" dirty="0">
              <a:latin typeface="Tahoma"/>
              <a:cs typeface="Tahoma"/>
            </a:endParaRPr>
          </a:p>
        </p:txBody>
      </p:sp>
      <p:sp>
        <p:nvSpPr>
          <p:cNvPr id="125" name="object 125"/>
          <p:cNvSpPr txBox="1"/>
          <p:nvPr/>
        </p:nvSpPr>
        <p:spPr>
          <a:xfrm>
            <a:off x="17853052" y="10036175"/>
            <a:ext cx="147320"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FFFFFF"/>
                </a:solidFill>
                <a:latin typeface="Arial Black"/>
                <a:cs typeface="Arial Black"/>
              </a:rPr>
              <a:t>6</a:t>
            </a:r>
            <a:endParaRPr sz="1500">
              <a:latin typeface="Arial Black"/>
              <a:cs typeface="Arial Black"/>
            </a:endParaRPr>
          </a:p>
        </p:txBody>
      </p:sp>
      <p:sp>
        <p:nvSpPr>
          <p:cNvPr id="126" name="object 126"/>
          <p:cNvSpPr txBox="1"/>
          <p:nvPr/>
        </p:nvSpPr>
        <p:spPr>
          <a:xfrm>
            <a:off x="10257821" y="7575612"/>
            <a:ext cx="6876415" cy="389255"/>
          </a:xfrm>
          <a:prstGeom prst="rect">
            <a:avLst/>
          </a:prstGeom>
        </p:spPr>
        <p:txBody>
          <a:bodyPr vert="horz" wrap="square" lIns="0" tIns="17145" rIns="0" bIns="0" rtlCol="0">
            <a:spAutoFit/>
          </a:bodyPr>
          <a:lstStyle/>
          <a:p>
            <a:pPr marL="12700">
              <a:lnSpc>
                <a:spcPct val="100000"/>
              </a:lnSpc>
              <a:spcBef>
                <a:spcPts val="135"/>
              </a:spcBef>
            </a:pPr>
            <a:r>
              <a:rPr lang="en-IN" sz="2350" spc="75" dirty="0">
                <a:latin typeface="Tahoma"/>
                <a:cs typeface="Tahoma"/>
              </a:rPr>
              <a:t>DESKTOP OCEAN</a:t>
            </a:r>
            <a:r>
              <a:rPr sz="2350" spc="-125" dirty="0">
                <a:latin typeface="Tahoma"/>
                <a:cs typeface="Tahoma"/>
              </a:rPr>
              <a:t> </a:t>
            </a:r>
            <a:r>
              <a:rPr sz="2350" spc="215" dirty="0">
                <a:latin typeface="Tahoma"/>
                <a:cs typeface="Tahoma"/>
              </a:rPr>
              <a:t>SOFTWARE</a:t>
            </a:r>
            <a:r>
              <a:rPr sz="2350" spc="-125" dirty="0">
                <a:latin typeface="Tahoma"/>
                <a:cs typeface="Tahoma"/>
              </a:rPr>
              <a:t> </a:t>
            </a:r>
            <a:r>
              <a:rPr sz="2350" spc="175" dirty="0">
                <a:latin typeface="Tahoma"/>
                <a:cs typeface="Tahoma"/>
              </a:rPr>
              <a:t>-</a:t>
            </a:r>
            <a:r>
              <a:rPr sz="2350" spc="-125" dirty="0">
                <a:latin typeface="Tahoma"/>
                <a:cs typeface="Tahoma"/>
              </a:rPr>
              <a:t> </a:t>
            </a:r>
            <a:r>
              <a:rPr sz="2350" spc="135" dirty="0">
                <a:latin typeface="Tahoma"/>
                <a:cs typeface="Tahoma"/>
              </a:rPr>
              <a:t>REFERENCES</a:t>
            </a:r>
            <a:endParaRPr sz="2350" dirty="0">
              <a:latin typeface="Tahoma"/>
              <a:cs typeface="Tahoma"/>
            </a:endParaRPr>
          </a:p>
        </p:txBody>
      </p:sp>
      <p:sp>
        <p:nvSpPr>
          <p:cNvPr id="129" name="object 129"/>
          <p:cNvSpPr txBox="1"/>
          <p:nvPr/>
        </p:nvSpPr>
        <p:spPr>
          <a:xfrm>
            <a:off x="9872498" y="2659888"/>
            <a:ext cx="3628730" cy="378950"/>
          </a:xfrm>
          <a:prstGeom prst="rect">
            <a:avLst/>
          </a:prstGeom>
        </p:spPr>
        <p:txBody>
          <a:bodyPr vert="horz" wrap="square" lIns="0" tIns="17145" rIns="0" bIns="0" rtlCol="0">
            <a:spAutoFit/>
          </a:bodyPr>
          <a:lstStyle/>
          <a:p>
            <a:pPr marL="12700">
              <a:lnSpc>
                <a:spcPct val="100000"/>
              </a:lnSpc>
              <a:spcBef>
                <a:spcPts val="135"/>
              </a:spcBef>
            </a:pPr>
            <a:r>
              <a:rPr lang="en-IN" sz="2350" spc="75" dirty="0">
                <a:latin typeface="Tahoma"/>
                <a:cs typeface="Tahoma"/>
              </a:rPr>
              <a:t>OCEAN APIS</a:t>
            </a:r>
            <a:endParaRPr sz="2350" dirty="0">
              <a:latin typeface="Tahoma"/>
              <a:cs typeface="Tahoma"/>
            </a:endParaRPr>
          </a:p>
        </p:txBody>
      </p:sp>
      <p:sp>
        <p:nvSpPr>
          <p:cNvPr id="130" name="object 130"/>
          <p:cNvSpPr txBox="1"/>
          <p:nvPr/>
        </p:nvSpPr>
        <p:spPr>
          <a:xfrm>
            <a:off x="13765771" y="2625253"/>
            <a:ext cx="3601887" cy="378950"/>
          </a:xfrm>
          <a:prstGeom prst="rect">
            <a:avLst/>
          </a:prstGeom>
        </p:spPr>
        <p:txBody>
          <a:bodyPr vert="horz" wrap="square" lIns="0" tIns="17145" rIns="0" bIns="0" rtlCol="0">
            <a:spAutoFit/>
          </a:bodyPr>
          <a:lstStyle/>
          <a:p>
            <a:pPr algn="ctr">
              <a:lnSpc>
                <a:spcPct val="100000"/>
              </a:lnSpc>
              <a:spcBef>
                <a:spcPts val="135"/>
              </a:spcBef>
            </a:pPr>
            <a:r>
              <a:rPr lang="en-IN" sz="2350" spc="190" dirty="0">
                <a:latin typeface="Tahoma"/>
                <a:cs typeface="Tahoma"/>
              </a:rPr>
              <a:t>VISUALIZATION REFS</a:t>
            </a:r>
            <a:endParaRPr sz="2350" dirty="0">
              <a:latin typeface="Tahoma"/>
              <a:cs typeface="Tahoma"/>
            </a:endParaRPr>
          </a:p>
        </p:txBody>
      </p:sp>
      <p:sp>
        <p:nvSpPr>
          <p:cNvPr id="131" name="object 131"/>
          <p:cNvSpPr txBox="1"/>
          <p:nvPr/>
        </p:nvSpPr>
        <p:spPr>
          <a:xfrm>
            <a:off x="2275346" y="821005"/>
            <a:ext cx="5026025" cy="389255"/>
          </a:xfrm>
          <a:prstGeom prst="rect">
            <a:avLst/>
          </a:prstGeom>
        </p:spPr>
        <p:txBody>
          <a:bodyPr vert="horz" wrap="square" lIns="0" tIns="17145" rIns="0" bIns="0" rtlCol="0">
            <a:spAutoFit/>
          </a:bodyPr>
          <a:lstStyle/>
          <a:p>
            <a:pPr marL="12700">
              <a:lnSpc>
                <a:spcPct val="100000"/>
              </a:lnSpc>
              <a:spcBef>
                <a:spcPts val="135"/>
              </a:spcBef>
            </a:pPr>
            <a:r>
              <a:rPr lang="en-IN" sz="2350" spc="245" dirty="0">
                <a:latin typeface="Tahoma"/>
                <a:cs typeface="Tahoma"/>
              </a:rPr>
              <a:t>Ocean-Geography</a:t>
            </a:r>
            <a:r>
              <a:rPr sz="2350" spc="-110" dirty="0">
                <a:latin typeface="Tahoma"/>
                <a:cs typeface="Tahoma"/>
              </a:rPr>
              <a:t> </a:t>
            </a:r>
            <a:r>
              <a:rPr lang="en-IN" sz="2350" spc="175" dirty="0">
                <a:latin typeface="Tahoma"/>
                <a:cs typeface="Tahoma"/>
              </a:rPr>
              <a:t>:</a:t>
            </a:r>
            <a:r>
              <a:rPr sz="2350" spc="-114" dirty="0">
                <a:latin typeface="Tahoma"/>
                <a:cs typeface="Tahoma"/>
              </a:rPr>
              <a:t> </a:t>
            </a:r>
            <a:r>
              <a:rPr sz="2350" spc="130" dirty="0">
                <a:latin typeface="Tahoma"/>
                <a:cs typeface="Tahoma"/>
              </a:rPr>
              <a:t>RESEARCH</a:t>
            </a:r>
            <a:endParaRPr sz="2350" dirty="0">
              <a:latin typeface="Tahoma"/>
              <a:cs typeface="Tahoma"/>
            </a:endParaRPr>
          </a:p>
        </p:txBody>
      </p:sp>
      <p:sp>
        <p:nvSpPr>
          <p:cNvPr id="150" name="object 150"/>
          <p:cNvSpPr txBox="1"/>
          <p:nvPr/>
        </p:nvSpPr>
        <p:spPr>
          <a:xfrm>
            <a:off x="9400447" y="6207884"/>
            <a:ext cx="852169" cy="748665"/>
          </a:xfrm>
          <a:prstGeom prst="rect">
            <a:avLst/>
          </a:prstGeom>
        </p:spPr>
        <p:txBody>
          <a:bodyPr vert="horz" wrap="square" lIns="0" tIns="15240" rIns="0" bIns="0" rtlCol="0">
            <a:spAutoFit/>
          </a:bodyPr>
          <a:lstStyle/>
          <a:p>
            <a:pPr marL="113664" marR="5080" indent="-101600">
              <a:lnSpc>
                <a:spcPct val="100400"/>
              </a:lnSpc>
              <a:spcBef>
                <a:spcPts val="120"/>
              </a:spcBef>
            </a:pPr>
            <a:r>
              <a:rPr sz="2350" spc="195" dirty="0">
                <a:latin typeface="Tahoma"/>
                <a:cs typeface="Tahoma"/>
              </a:rPr>
              <a:t>BACK </a:t>
            </a:r>
            <a:r>
              <a:rPr sz="2350" spc="105" dirty="0">
                <a:latin typeface="Tahoma"/>
                <a:cs typeface="Tahoma"/>
              </a:rPr>
              <a:t>END</a:t>
            </a:r>
            <a:endParaRPr sz="2350">
              <a:latin typeface="Tahoma"/>
              <a:cs typeface="Tahoma"/>
            </a:endParaRPr>
          </a:p>
        </p:txBody>
      </p:sp>
      <p:sp>
        <p:nvSpPr>
          <p:cNvPr id="156" name="object 156"/>
          <p:cNvSpPr/>
          <p:nvPr/>
        </p:nvSpPr>
        <p:spPr>
          <a:xfrm>
            <a:off x="16546239" y="5166531"/>
            <a:ext cx="730250" cy="9525"/>
          </a:xfrm>
          <a:custGeom>
            <a:avLst/>
            <a:gdLst/>
            <a:ahLst/>
            <a:cxnLst/>
            <a:rect l="l" t="t" r="r" b="b"/>
            <a:pathLst>
              <a:path w="730250" h="9525">
                <a:moveTo>
                  <a:pt x="730150" y="9524"/>
                </a:moveTo>
                <a:lnTo>
                  <a:pt x="0" y="9524"/>
                </a:lnTo>
                <a:lnTo>
                  <a:pt x="0" y="0"/>
                </a:lnTo>
                <a:lnTo>
                  <a:pt x="730150" y="0"/>
                </a:lnTo>
                <a:lnTo>
                  <a:pt x="730150" y="9524"/>
                </a:lnTo>
                <a:close/>
              </a:path>
            </a:pathLst>
          </a:custGeom>
          <a:solidFill>
            <a:srgbClr val="004EAB"/>
          </a:solidFill>
        </p:spPr>
        <p:txBody>
          <a:bodyPr wrap="square" lIns="0" tIns="0" rIns="0" bIns="0" rtlCol="0"/>
          <a:lstStyle/>
          <a:p>
            <a:endParaRPr/>
          </a:p>
        </p:txBody>
      </p:sp>
      <p:sp>
        <p:nvSpPr>
          <p:cNvPr id="158" name="object 158"/>
          <p:cNvSpPr txBox="1"/>
          <p:nvPr/>
        </p:nvSpPr>
        <p:spPr>
          <a:xfrm>
            <a:off x="7577813" y="10038948"/>
            <a:ext cx="3928387" cy="228268"/>
          </a:xfrm>
          <a:prstGeom prst="rect">
            <a:avLst/>
          </a:prstGeom>
        </p:spPr>
        <p:txBody>
          <a:bodyPr vert="horz" wrap="square" lIns="0" tIns="12700" rIns="0" bIns="0" rtlCol="0">
            <a:spAutoFit/>
          </a:bodyPr>
          <a:lstStyle/>
          <a:p>
            <a:pPr marL="12700">
              <a:lnSpc>
                <a:spcPct val="100000"/>
              </a:lnSpc>
              <a:spcBef>
                <a:spcPts val="100"/>
              </a:spcBef>
            </a:pPr>
            <a:r>
              <a:rPr lang="en-IN" sz="1400" spc="100" dirty="0">
                <a:solidFill>
                  <a:srgbClr val="FFFFFF"/>
                </a:solidFill>
                <a:latin typeface="Tahoma"/>
                <a:cs typeface="Tahoma"/>
              </a:rPr>
              <a:t>SAGAR-DRISHTI</a:t>
            </a:r>
            <a:r>
              <a:rPr sz="1400" spc="-60" dirty="0">
                <a:solidFill>
                  <a:srgbClr val="FFFFFF"/>
                </a:solidFill>
                <a:latin typeface="Tahoma"/>
                <a:cs typeface="Tahoma"/>
              </a:rPr>
              <a:t> </a:t>
            </a:r>
            <a:r>
              <a:rPr sz="1400" spc="254" dirty="0">
                <a:solidFill>
                  <a:srgbClr val="FFFFFF"/>
                </a:solidFill>
                <a:latin typeface="Tahoma"/>
                <a:cs typeface="Tahoma"/>
              </a:rPr>
              <a:t>-</a:t>
            </a:r>
            <a:r>
              <a:rPr sz="1400" spc="-60" dirty="0">
                <a:solidFill>
                  <a:srgbClr val="FFFFFF"/>
                </a:solidFill>
                <a:latin typeface="Tahoma"/>
                <a:cs typeface="Tahoma"/>
              </a:rPr>
              <a:t> </a:t>
            </a:r>
            <a:r>
              <a:rPr sz="1400" dirty="0">
                <a:solidFill>
                  <a:srgbClr val="FFFFFF"/>
                </a:solidFill>
                <a:latin typeface="Tahoma"/>
                <a:cs typeface="Tahoma"/>
              </a:rPr>
              <a:t>@SIH</a:t>
            </a:r>
            <a:r>
              <a:rPr sz="1400" spc="-55" dirty="0">
                <a:solidFill>
                  <a:srgbClr val="FFFFFF"/>
                </a:solidFill>
                <a:latin typeface="Tahoma"/>
                <a:cs typeface="Tahoma"/>
              </a:rPr>
              <a:t> </a:t>
            </a:r>
            <a:r>
              <a:rPr sz="1400" spc="75" dirty="0">
                <a:solidFill>
                  <a:srgbClr val="FFFFFF"/>
                </a:solidFill>
                <a:latin typeface="Tahoma"/>
                <a:cs typeface="Tahoma"/>
              </a:rPr>
              <a:t>Idea</a:t>
            </a:r>
            <a:r>
              <a:rPr sz="1400" spc="-60" dirty="0">
                <a:solidFill>
                  <a:srgbClr val="FFFFFF"/>
                </a:solidFill>
                <a:latin typeface="Tahoma"/>
                <a:cs typeface="Tahoma"/>
              </a:rPr>
              <a:t> </a:t>
            </a:r>
            <a:r>
              <a:rPr sz="1400" spc="90" dirty="0">
                <a:solidFill>
                  <a:srgbClr val="FFFFFF"/>
                </a:solidFill>
                <a:latin typeface="Tahoma"/>
                <a:cs typeface="Tahoma"/>
              </a:rPr>
              <a:t>Submission</a:t>
            </a:r>
            <a:endParaRPr sz="1400" dirty="0">
              <a:latin typeface="Tahoma"/>
              <a:cs typeface="Tahoma"/>
            </a:endParaRPr>
          </a:p>
        </p:txBody>
      </p:sp>
      <p:pic>
        <p:nvPicPr>
          <p:cNvPr id="160" name="Picture 159">
            <a:extLst>
              <a:ext uri="{FF2B5EF4-FFF2-40B4-BE49-F238E27FC236}">
                <a16:creationId xmlns:a16="http://schemas.microsoft.com/office/drawing/2014/main" id="{D6BBAEDC-BF68-5A6B-B52B-53EE8FB669EF}"/>
              </a:ext>
            </a:extLst>
          </p:cNvPr>
          <p:cNvPicPr>
            <a:picLocks noChangeAspect="1"/>
          </p:cNvPicPr>
          <p:nvPr/>
        </p:nvPicPr>
        <p:blipFill>
          <a:blip r:embed="rId34"/>
          <a:stretch>
            <a:fillRect/>
          </a:stretch>
        </p:blipFill>
        <p:spPr>
          <a:xfrm>
            <a:off x="943088" y="1445484"/>
            <a:ext cx="1288125" cy="653932"/>
          </a:xfrm>
          <a:prstGeom prst="rect">
            <a:avLst/>
          </a:prstGeom>
        </p:spPr>
      </p:pic>
      <p:pic>
        <p:nvPicPr>
          <p:cNvPr id="161" name="Picture 160" descr="Exclusive economic zone of India - Wikipedia">
            <a:extLst>
              <a:ext uri="{FF2B5EF4-FFF2-40B4-BE49-F238E27FC236}">
                <a16:creationId xmlns:a16="http://schemas.microsoft.com/office/drawing/2014/main" id="{55703CE8-ACCC-9A38-9E48-F6AF17C1EAE9}"/>
              </a:ext>
            </a:extLst>
          </p:cNvPr>
          <p:cNvPicPr>
            <a:picLocks noChangeAspect="1"/>
          </p:cNvPicPr>
          <p:nvPr/>
        </p:nvPicPr>
        <p:blipFill>
          <a:blip r:embed="rId35"/>
          <a:stretch>
            <a:fillRect/>
          </a:stretch>
        </p:blipFill>
        <p:spPr>
          <a:xfrm flipV="1">
            <a:off x="3115221" y="2288954"/>
            <a:ext cx="1164865" cy="668830"/>
          </a:xfrm>
          <a:prstGeom prst="rect">
            <a:avLst/>
          </a:prstGeom>
        </p:spPr>
      </p:pic>
      <p:pic>
        <p:nvPicPr>
          <p:cNvPr id="162" name="Picture 161" descr="RMSI: Development News">
            <a:extLst>
              <a:ext uri="{FF2B5EF4-FFF2-40B4-BE49-F238E27FC236}">
                <a16:creationId xmlns:a16="http://schemas.microsoft.com/office/drawing/2014/main" id="{71126757-EFD8-6ADF-0672-482757277012}"/>
              </a:ext>
            </a:extLst>
          </p:cNvPr>
          <p:cNvPicPr>
            <a:picLocks noChangeAspect="1"/>
          </p:cNvPicPr>
          <p:nvPr/>
        </p:nvPicPr>
        <p:blipFill>
          <a:blip r:embed="rId36"/>
          <a:stretch>
            <a:fillRect/>
          </a:stretch>
        </p:blipFill>
        <p:spPr>
          <a:xfrm>
            <a:off x="903471" y="3133376"/>
            <a:ext cx="1283502" cy="689933"/>
          </a:xfrm>
          <a:prstGeom prst="rect">
            <a:avLst/>
          </a:prstGeom>
        </p:spPr>
      </p:pic>
      <p:pic>
        <p:nvPicPr>
          <p:cNvPr id="163" name="Picture 162" descr="How the 2004 Indian Ocean earthquake transformed tsunami science - The Hindu">
            <a:extLst>
              <a:ext uri="{FF2B5EF4-FFF2-40B4-BE49-F238E27FC236}">
                <a16:creationId xmlns:a16="http://schemas.microsoft.com/office/drawing/2014/main" id="{AF178DC2-6239-AFB1-E93E-98EED298C48E}"/>
              </a:ext>
            </a:extLst>
          </p:cNvPr>
          <p:cNvPicPr>
            <a:picLocks noChangeAspect="1"/>
          </p:cNvPicPr>
          <p:nvPr/>
        </p:nvPicPr>
        <p:blipFill>
          <a:blip r:embed="rId37"/>
          <a:stretch>
            <a:fillRect/>
          </a:stretch>
        </p:blipFill>
        <p:spPr>
          <a:xfrm>
            <a:off x="5099213" y="1397518"/>
            <a:ext cx="1195403" cy="794943"/>
          </a:xfrm>
          <a:prstGeom prst="rect">
            <a:avLst/>
          </a:prstGeom>
        </p:spPr>
      </p:pic>
      <p:pic>
        <p:nvPicPr>
          <p:cNvPr id="164" name="Picture 163" descr="Precipitation and Temperature Climatologies over India: A Study with AGCM  Large Ensemble Climate Simulations">
            <a:extLst>
              <a:ext uri="{FF2B5EF4-FFF2-40B4-BE49-F238E27FC236}">
                <a16:creationId xmlns:a16="http://schemas.microsoft.com/office/drawing/2014/main" id="{EC191255-B8D8-62E3-AD1C-A1467F64F84A}"/>
              </a:ext>
            </a:extLst>
          </p:cNvPr>
          <p:cNvPicPr>
            <a:picLocks noChangeAspect="1"/>
          </p:cNvPicPr>
          <p:nvPr/>
        </p:nvPicPr>
        <p:blipFill>
          <a:blip r:embed="rId38"/>
          <a:stretch>
            <a:fillRect/>
          </a:stretch>
        </p:blipFill>
        <p:spPr>
          <a:xfrm>
            <a:off x="7346345" y="2270359"/>
            <a:ext cx="1499017" cy="751979"/>
          </a:xfrm>
          <a:prstGeom prst="rect">
            <a:avLst/>
          </a:prstGeom>
        </p:spPr>
      </p:pic>
      <p:pic>
        <p:nvPicPr>
          <p:cNvPr id="165" name="Picture 164" descr="Cyclone Fani: India evacuates 800,000 from coastal areas | Natural disasters  and extreme weather | The Guardian">
            <a:extLst>
              <a:ext uri="{FF2B5EF4-FFF2-40B4-BE49-F238E27FC236}">
                <a16:creationId xmlns:a16="http://schemas.microsoft.com/office/drawing/2014/main" id="{A59831EB-A35F-758D-450F-45C130DEBEFB}"/>
              </a:ext>
            </a:extLst>
          </p:cNvPr>
          <p:cNvPicPr>
            <a:picLocks noChangeAspect="1"/>
          </p:cNvPicPr>
          <p:nvPr/>
        </p:nvPicPr>
        <p:blipFill>
          <a:blip r:embed="rId39"/>
          <a:stretch>
            <a:fillRect/>
          </a:stretch>
        </p:blipFill>
        <p:spPr>
          <a:xfrm>
            <a:off x="5146634" y="3036350"/>
            <a:ext cx="1401436" cy="786374"/>
          </a:xfrm>
          <a:prstGeom prst="rect">
            <a:avLst/>
          </a:prstGeom>
        </p:spPr>
      </p:pic>
      <p:cxnSp>
        <p:nvCxnSpPr>
          <p:cNvPr id="168" name="Straight Connector 167">
            <a:extLst>
              <a:ext uri="{FF2B5EF4-FFF2-40B4-BE49-F238E27FC236}">
                <a16:creationId xmlns:a16="http://schemas.microsoft.com/office/drawing/2014/main" id="{44952821-2450-BA5B-1C47-15B0D8D3C7F2}"/>
              </a:ext>
            </a:extLst>
          </p:cNvPr>
          <p:cNvCxnSpPr>
            <a:cxnSpLocks/>
          </p:cNvCxnSpPr>
          <p:nvPr/>
        </p:nvCxnSpPr>
        <p:spPr>
          <a:xfrm>
            <a:off x="4679104" y="1374807"/>
            <a:ext cx="21522" cy="2445450"/>
          </a:xfrm>
          <a:prstGeom prst="line">
            <a:avLst/>
          </a:prstGeom>
          <a:ln w="38100"/>
        </p:spPr>
        <p:style>
          <a:lnRef idx="1">
            <a:schemeClr val="dk1"/>
          </a:lnRef>
          <a:fillRef idx="0">
            <a:schemeClr val="dk1"/>
          </a:fillRef>
          <a:effectRef idx="0">
            <a:schemeClr val="dk1"/>
          </a:effectRef>
          <a:fontRef idx="minor">
            <a:schemeClr val="tx1"/>
          </a:fontRef>
        </p:style>
      </p:cxnSp>
      <p:sp>
        <p:nvSpPr>
          <p:cNvPr id="171" name="TextBox 170">
            <a:extLst>
              <a:ext uri="{FF2B5EF4-FFF2-40B4-BE49-F238E27FC236}">
                <a16:creationId xmlns:a16="http://schemas.microsoft.com/office/drawing/2014/main" id="{9C8CA563-ED3C-35AA-C5F2-2CE6645729FB}"/>
              </a:ext>
            </a:extLst>
          </p:cNvPr>
          <p:cNvSpPr txBox="1"/>
          <p:nvPr/>
        </p:nvSpPr>
        <p:spPr>
          <a:xfrm>
            <a:off x="876529" y="4221134"/>
            <a:ext cx="7851877" cy="1077218"/>
          </a:xfrm>
          <a:prstGeom prst="rect">
            <a:avLst/>
          </a:prstGeom>
          <a:noFill/>
        </p:spPr>
        <p:txBody>
          <a:bodyPr wrap="square" rtlCol="0">
            <a:spAutoFit/>
          </a:bodyPr>
          <a:lstStyle/>
          <a:p>
            <a:pPr algn="just"/>
            <a:r>
              <a:rPr lang="en-IN" sz="1600" dirty="0">
                <a:latin typeface="Lucida Sans Unicode" panose="020B0602030504020204" pitchFamily="34" charset="0"/>
                <a:cs typeface="Lucida Sans Unicode" panose="020B0602030504020204" pitchFamily="34" charset="0"/>
              </a:rPr>
              <a:t>India sees </a:t>
            </a:r>
            <a:r>
              <a:rPr lang="en-IN" sz="1600" b="1" dirty="0">
                <a:latin typeface="Lucida Sans Unicode" panose="020B0602030504020204" pitchFamily="34" charset="0"/>
                <a:cs typeface="Lucida Sans Unicode" panose="020B0602030504020204" pitchFamily="34" charset="0"/>
              </a:rPr>
              <a:t>5–6 cyclonic storms annually</a:t>
            </a:r>
            <a:r>
              <a:rPr lang="en-IN" sz="1600" dirty="0">
                <a:latin typeface="Lucida Sans Unicode" panose="020B0602030504020204" pitchFamily="34" charset="0"/>
                <a:cs typeface="Lucida Sans Unicode" panose="020B0602030504020204" pitchFamily="34" charset="0"/>
              </a:rPr>
              <a:t>, with </a:t>
            </a:r>
            <a:r>
              <a:rPr lang="en-IN" sz="1600" b="1" dirty="0">
                <a:latin typeface="Lucida Sans Unicode" panose="020B0602030504020204" pitchFamily="34" charset="0"/>
                <a:cs typeface="Lucida Sans Unicode" panose="020B0602030504020204" pitchFamily="34" charset="0"/>
              </a:rPr>
              <a:t>13% of the world's cyclones</a:t>
            </a:r>
            <a:r>
              <a:rPr lang="en-IN" sz="1600" dirty="0">
                <a:latin typeface="Lucida Sans Unicode" panose="020B0602030504020204" pitchFamily="34" charset="0"/>
                <a:cs typeface="Lucida Sans Unicode" panose="020B0602030504020204" pitchFamily="34" charset="0"/>
              </a:rPr>
              <a:t> forming in seas around India. The 2004 Indian Ocean Tsunami caused </a:t>
            </a:r>
            <a:r>
              <a:rPr lang="en-IN" sz="1600" b="1" dirty="0">
                <a:latin typeface="Lucida Sans Unicode" panose="020B0602030504020204" pitchFamily="34" charset="0"/>
                <a:cs typeface="Lucida Sans Unicode" panose="020B0602030504020204" pitchFamily="34" charset="0"/>
              </a:rPr>
              <a:t>18,045 deaths</a:t>
            </a:r>
            <a:r>
              <a:rPr lang="en-IN" sz="1600" dirty="0">
                <a:latin typeface="Lucida Sans Unicode" panose="020B0602030504020204" pitchFamily="34" charset="0"/>
                <a:cs typeface="Lucida Sans Unicode" panose="020B0602030504020204" pitchFamily="34" charset="0"/>
              </a:rPr>
              <a:t>, and </a:t>
            </a:r>
            <a:r>
              <a:rPr lang="en-IN" sz="1600" b="1" dirty="0">
                <a:latin typeface="Lucida Sans Unicode" panose="020B0602030504020204" pitchFamily="34" charset="0"/>
                <a:cs typeface="Lucida Sans Unicode" panose="020B0602030504020204" pitchFamily="34" charset="0"/>
              </a:rPr>
              <a:t>26% of India's population lives within 100 km of the coastline</a:t>
            </a:r>
            <a:r>
              <a:rPr lang="en-IN" sz="1600" dirty="0">
                <a:latin typeface="Lucida Sans Unicode" panose="020B0602030504020204" pitchFamily="34" charset="0"/>
                <a:cs typeface="Lucida Sans Unicode" panose="020B0602030504020204" pitchFamily="34" charset="0"/>
              </a:rPr>
              <a:t> — directly exposed to cyclones, storm surges, and tsunamis.</a:t>
            </a:r>
          </a:p>
        </p:txBody>
      </p:sp>
      <p:sp>
        <p:nvSpPr>
          <p:cNvPr id="172" name="TextBox 171">
            <a:extLst>
              <a:ext uri="{FF2B5EF4-FFF2-40B4-BE49-F238E27FC236}">
                <a16:creationId xmlns:a16="http://schemas.microsoft.com/office/drawing/2014/main" id="{18442525-7A82-724C-9B8B-864E496CFEEE}"/>
              </a:ext>
            </a:extLst>
          </p:cNvPr>
          <p:cNvSpPr txBox="1"/>
          <p:nvPr/>
        </p:nvSpPr>
        <p:spPr>
          <a:xfrm>
            <a:off x="10121881" y="3181060"/>
            <a:ext cx="3601887" cy="1200329"/>
          </a:xfrm>
          <a:prstGeom prst="rect">
            <a:avLst/>
          </a:prstGeom>
          <a:noFill/>
        </p:spPr>
        <p:txBody>
          <a:bodyPr wrap="square" rtlCol="0">
            <a:spAutoFit/>
          </a:bodyPr>
          <a:lstStyle/>
          <a:p>
            <a:pPr lvl="0"/>
            <a:r>
              <a:rPr lang="en-IN" dirty="0">
                <a:latin typeface="Arial Black" panose="020B0A04020102020204" pitchFamily="34" charset="0"/>
              </a:rPr>
              <a:t>Copernicus Marine Service: </a:t>
            </a:r>
            <a:r>
              <a:rPr lang="en-IN" dirty="0">
                <a:hlinkClick r:id="rId40"/>
              </a:rPr>
              <a:t>https://marine.copernicus.eu/</a:t>
            </a:r>
            <a:endParaRPr lang="en-IN" dirty="0"/>
          </a:p>
          <a:p>
            <a:endParaRPr lang="en-IN" dirty="0"/>
          </a:p>
        </p:txBody>
      </p:sp>
      <p:sp>
        <p:nvSpPr>
          <p:cNvPr id="173" name="TextBox 172">
            <a:extLst>
              <a:ext uri="{FF2B5EF4-FFF2-40B4-BE49-F238E27FC236}">
                <a16:creationId xmlns:a16="http://schemas.microsoft.com/office/drawing/2014/main" id="{7B985F2B-C003-B067-20B4-84B7200B2D3F}"/>
              </a:ext>
            </a:extLst>
          </p:cNvPr>
          <p:cNvSpPr txBox="1"/>
          <p:nvPr/>
        </p:nvSpPr>
        <p:spPr>
          <a:xfrm>
            <a:off x="14398601" y="3211616"/>
            <a:ext cx="3056189" cy="1200329"/>
          </a:xfrm>
          <a:prstGeom prst="rect">
            <a:avLst/>
          </a:prstGeom>
          <a:noFill/>
        </p:spPr>
        <p:txBody>
          <a:bodyPr wrap="square" rtlCol="0">
            <a:spAutoFit/>
          </a:bodyPr>
          <a:lstStyle/>
          <a:p>
            <a:pPr lvl="0"/>
            <a:r>
              <a:rPr lang="en-IN" b="1" dirty="0">
                <a:latin typeface="Tahoma" panose="020B0604030504040204" pitchFamily="34" charset="0"/>
                <a:ea typeface="Tahoma" panose="020B0604030504040204" pitchFamily="34" charset="0"/>
                <a:cs typeface="Tahoma" panose="020B0604030504040204" pitchFamily="34" charset="0"/>
              </a:rPr>
              <a:t>Three.js Documentation: </a:t>
            </a:r>
            <a:r>
              <a:rPr lang="en-IN" b="1" dirty="0">
                <a:latin typeface="Tahoma" panose="020B0604030504040204" pitchFamily="34" charset="0"/>
                <a:ea typeface="Tahoma" panose="020B0604030504040204" pitchFamily="34" charset="0"/>
                <a:cs typeface="Tahoma" panose="020B0604030504040204" pitchFamily="34" charset="0"/>
                <a:hlinkClick r:id="rId41"/>
              </a:rPr>
              <a:t>https://threejs.org/docs/</a:t>
            </a:r>
            <a:endParaRPr lang="en-IN" b="1" dirty="0">
              <a:latin typeface="Tahoma" panose="020B0604030504040204" pitchFamily="34" charset="0"/>
              <a:ea typeface="Tahoma" panose="020B0604030504040204" pitchFamily="34" charset="0"/>
              <a:cs typeface="Tahoma" panose="020B0604030504040204" pitchFamily="34" charset="0"/>
            </a:endParaRPr>
          </a:p>
          <a:p>
            <a:endParaRPr lang="en-IN" b="1" dirty="0">
              <a:latin typeface="Tahoma" panose="020B0604030504040204" pitchFamily="34" charset="0"/>
              <a:ea typeface="Tahoma" panose="020B0604030504040204" pitchFamily="34" charset="0"/>
              <a:cs typeface="Tahoma" panose="020B0604030504040204" pitchFamily="34" charset="0"/>
            </a:endParaRPr>
          </a:p>
        </p:txBody>
      </p:sp>
      <p:sp>
        <p:nvSpPr>
          <p:cNvPr id="174" name="TextBox 173">
            <a:extLst>
              <a:ext uri="{FF2B5EF4-FFF2-40B4-BE49-F238E27FC236}">
                <a16:creationId xmlns:a16="http://schemas.microsoft.com/office/drawing/2014/main" id="{8396464D-2F43-36A0-A8C6-E2964C8AC648}"/>
              </a:ext>
            </a:extLst>
          </p:cNvPr>
          <p:cNvSpPr txBox="1"/>
          <p:nvPr/>
        </p:nvSpPr>
        <p:spPr>
          <a:xfrm>
            <a:off x="10710268" y="4374920"/>
            <a:ext cx="2406976" cy="1200329"/>
          </a:xfrm>
          <a:prstGeom prst="rect">
            <a:avLst/>
          </a:prstGeom>
          <a:noFill/>
        </p:spPr>
        <p:txBody>
          <a:bodyPr wrap="square" rtlCol="0">
            <a:spAutoFit/>
          </a:bodyPr>
          <a:lstStyle/>
          <a:p>
            <a:r>
              <a:rPr lang="en-IN" sz="1800" dirty="0">
                <a:latin typeface="Arial Black" panose="020B0A04020102020204" pitchFamily="34" charset="0"/>
              </a:rPr>
              <a:t>Coriolis GDAC: </a:t>
            </a:r>
            <a:r>
              <a:rPr lang="en-IN" sz="1800" dirty="0">
                <a:hlinkClick r:id="rId42"/>
              </a:rPr>
              <a:t>https://www.coriolis.eu.org/</a:t>
            </a:r>
            <a:endParaRPr lang="en-IN" sz="1800" dirty="0"/>
          </a:p>
          <a:p>
            <a:endParaRPr lang="en-IN" dirty="0"/>
          </a:p>
        </p:txBody>
      </p:sp>
      <p:pic>
        <p:nvPicPr>
          <p:cNvPr id="176" name="Picture 175">
            <a:extLst>
              <a:ext uri="{FF2B5EF4-FFF2-40B4-BE49-F238E27FC236}">
                <a16:creationId xmlns:a16="http://schemas.microsoft.com/office/drawing/2014/main" id="{3DB8AD96-749E-01B3-61D1-4B1FBA9A2492}"/>
              </a:ext>
            </a:extLst>
          </p:cNvPr>
          <p:cNvPicPr>
            <a:picLocks noChangeAspect="1"/>
          </p:cNvPicPr>
          <p:nvPr/>
        </p:nvPicPr>
        <p:blipFill>
          <a:blip r:embed="rId43" cstate="print">
            <a:extLst>
              <a:ext uri="{28A0092B-C50C-407E-A947-70E740481C1C}">
                <a14:useLocalDpi xmlns:a14="http://schemas.microsoft.com/office/drawing/2010/main" val="0"/>
              </a:ext>
            </a:extLst>
          </a:blip>
          <a:stretch>
            <a:fillRect/>
          </a:stretch>
        </p:blipFill>
        <p:spPr>
          <a:xfrm>
            <a:off x="13765771" y="8166043"/>
            <a:ext cx="780617" cy="780617"/>
          </a:xfrm>
          <a:prstGeom prst="rect">
            <a:avLst/>
          </a:prstGeom>
        </p:spPr>
      </p:pic>
      <p:pic>
        <p:nvPicPr>
          <p:cNvPr id="178" name="Picture 177">
            <a:extLst>
              <a:ext uri="{FF2B5EF4-FFF2-40B4-BE49-F238E27FC236}">
                <a16:creationId xmlns:a16="http://schemas.microsoft.com/office/drawing/2014/main" id="{1CBC2088-81E8-2F8F-E7D3-A42D2C152519}"/>
              </a:ext>
            </a:extLst>
          </p:cNvPr>
          <p:cNvPicPr>
            <a:picLocks noChangeAspect="1"/>
          </p:cNvPicPr>
          <p:nvPr/>
        </p:nvPicPr>
        <p:blipFill>
          <a:blip r:embed="rId44" cstate="print">
            <a:extLst>
              <a:ext uri="{28A0092B-C50C-407E-A947-70E740481C1C}">
                <a14:useLocalDpi xmlns:a14="http://schemas.microsoft.com/office/drawing/2010/main" val="0"/>
              </a:ext>
            </a:extLst>
          </a:blip>
          <a:stretch>
            <a:fillRect/>
          </a:stretch>
        </p:blipFill>
        <p:spPr>
          <a:xfrm>
            <a:off x="9542006" y="8245280"/>
            <a:ext cx="718553" cy="718553"/>
          </a:xfrm>
          <a:prstGeom prst="rect">
            <a:avLst/>
          </a:prstGeom>
        </p:spPr>
      </p:pic>
      <p:pic>
        <p:nvPicPr>
          <p:cNvPr id="180" name="Picture 179">
            <a:extLst>
              <a:ext uri="{FF2B5EF4-FFF2-40B4-BE49-F238E27FC236}">
                <a16:creationId xmlns:a16="http://schemas.microsoft.com/office/drawing/2014/main" id="{F2AC4B03-6FF2-DE0D-E87B-17940598E9EC}"/>
              </a:ext>
            </a:extLst>
          </p:cNvPr>
          <p:cNvPicPr>
            <a:picLocks noChangeAspect="1"/>
          </p:cNvPicPr>
          <p:nvPr/>
        </p:nvPicPr>
        <p:blipFill>
          <a:blip r:embed="rId45" cstate="print">
            <a:extLst>
              <a:ext uri="{28A0092B-C50C-407E-A947-70E740481C1C}">
                <a14:useLocalDpi xmlns:a14="http://schemas.microsoft.com/office/drawing/2010/main" val="0"/>
              </a:ext>
            </a:extLst>
          </a:blip>
          <a:stretch>
            <a:fillRect/>
          </a:stretch>
        </p:blipFill>
        <p:spPr>
          <a:xfrm>
            <a:off x="14265890" y="6225894"/>
            <a:ext cx="712643" cy="712643"/>
          </a:xfrm>
          <a:prstGeom prst="rect">
            <a:avLst/>
          </a:prstGeom>
        </p:spPr>
      </p:pic>
      <p:pic>
        <p:nvPicPr>
          <p:cNvPr id="15" name="Picture 14">
            <a:extLst>
              <a:ext uri="{FF2B5EF4-FFF2-40B4-BE49-F238E27FC236}">
                <a16:creationId xmlns:a16="http://schemas.microsoft.com/office/drawing/2014/main" id="{640A099E-9F1B-2EE4-095C-BD88EF4BE83A}"/>
              </a:ext>
            </a:extLst>
          </p:cNvPr>
          <p:cNvPicPr>
            <a:picLocks noChangeAspect="1"/>
          </p:cNvPicPr>
          <p:nvPr/>
        </p:nvPicPr>
        <p:blipFill>
          <a:blip r:embed="rId46"/>
          <a:srcRect l="22059" t="17489" r="23886" b="19227"/>
          <a:stretch>
            <a:fillRect/>
          </a:stretch>
        </p:blipFill>
        <p:spPr>
          <a:xfrm>
            <a:off x="152400" y="91226"/>
            <a:ext cx="1020526" cy="652216"/>
          </a:xfrm>
          <a:prstGeom prst="rect">
            <a:avLst/>
          </a:prstGeom>
        </p:spPr>
      </p:pic>
      <p:pic>
        <p:nvPicPr>
          <p:cNvPr id="46" name="Picture 45">
            <a:extLst>
              <a:ext uri="{FF2B5EF4-FFF2-40B4-BE49-F238E27FC236}">
                <a16:creationId xmlns:a16="http://schemas.microsoft.com/office/drawing/2014/main" id="{978228ED-674E-C732-9127-946D0132CC07}"/>
              </a:ext>
            </a:extLst>
          </p:cNvPr>
          <p:cNvPicPr>
            <a:picLocks noChangeAspect="1"/>
          </p:cNvPicPr>
          <p:nvPr/>
        </p:nvPicPr>
        <p:blipFill>
          <a:blip r:embed="rId47" cstate="print">
            <a:extLst>
              <a:ext uri="{28A0092B-C50C-407E-A947-70E740481C1C}">
                <a14:useLocalDpi xmlns:a14="http://schemas.microsoft.com/office/drawing/2010/main" val="0"/>
              </a:ext>
            </a:extLst>
          </a:blip>
          <a:stretch>
            <a:fillRect/>
          </a:stretch>
        </p:blipFill>
        <p:spPr>
          <a:xfrm>
            <a:off x="16035644" y="7728"/>
            <a:ext cx="1923019" cy="908014"/>
          </a:xfrm>
          <a:prstGeom prst="rect">
            <a:avLst/>
          </a:prstGeom>
        </p:spPr>
      </p:pic>
      <p:pic>
        <p:nvPicPr>
          <p:cNvPr id="48" name="Picture 47">
            <a:extLst>
              <a:ext uri="{FF2B5EF4-FFF2-40B4-BE49-F238E27FC236}">
                <a16:creationId xmlns:a16="http://schemas.microsoft.com/office/drawing/2014/main" id="{12EB4EB2-F9D0-8E57-AB94-94AE7EB70E3E}"/>
              </a:ext>
            </a:extLst>
          </p:cNvPr>
          <p:cNvPicPr>
            <a:picLocks noChangeAspect="1"/>
          </p:cNvPicPr>
          <p:nvPr/>
        </p:nvPicPr>
        <p:blipFill>
          <a:blip r:embed="rId48"/>
          <a:stretch>
            <a:fillRect/>
          </a:stretch>
        </p:blipFill>
        <p:spPr>
          <a:xfrm>
            <a:off x="504220" y="5642475"/>
            <a:ext cx="8516091" cy="42036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764</TotalTime>
  <Words>1789</Words>
  <Application>Microsoft Office PowerPoint</Application>
  <PresentationFormat>Custom</PresentationFormat>
  <Paragraphs>136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 Black</vt:lpstr>
      <vt:lpstr>Calibri</vt:lpstr>
      <vt:lpstr>Lucida Sans Unicode</vt:lpstr>
      <vt:lpstr>Tahoma</vt:lpstr>
      <vt:lpstr>Office Theme</vt:lpstr>
      <vt:lpstr>SMART INDIA HACKATHON 2026</vt:lpstr>
      <vt:lpstr>SAGAR-DRISHTI</vt:lpstr>
      <vt:lpstr>PowerPoint Presentation</vt:lpstr>
      <vt:lpstr>FEASIBILITY AND VIABILITY</vt:lpstr>
      <vt:lpstr>IMPACTS AND BENEFITS</vt:lpstr>
      <vt:lpstr>RESEARCH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COAL-SIH</dc:title>
  <dc:creator>DITTO !</dc:creator>
  <cp:keywords>DAGOE27Juvo,BAFTGDQagrk</cp:keywords>
  <cp:lastModifiedBy>Srushti Phalke</cp:lastModifiedBy>
  <cp:revision>4</cp:revision>
  <dcterms:created xsi:type="dcterms:W3CDTF">2026-09-06T04:57:20Z</dcterms:created>
  <dcterms:modified xsi:type="dcterms:W3CDTF">2026-09-07T13:52:32Z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2024-09-29T00:00:00Z</vt:filetime>
  </property>
  <property fmtid="{D5CDD505-2E9C-101B-9397-08002B2CF9AE}" pid="4" name="Creator">
    <vt:lpwstr>Canva</vt:lpwstr>
  </property>
  <property fmtid="{D5CDD505-2E9C-101B-9397-08002B2CF9AE}" pid="5" name="LastSaved">
    <vt:filetime>2026-09-06T00:00:00Z</vt:filetime>
  </property>
  <property fmtid="{D5CDD505-2E9C-101B-9397-08002B2CF9AE}" pid="6" name="Producer">
    <vt:lpwstr>Canva</vt:lpwstr>
  </property>
</Properties>
</file>